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67" r:id="rId3"/>
    <p:sldId id="284" r:id="rId4"/>
    <p:sldId id="268" r:id="rId5"/>
    <p:sldId id="269" r:id="rId6"/>
    <p:sldId id="258" r:id="rId7"/>
    <p:sldId id="259" r:id="rId8"/>
    <p:sldId id="261" r:id="rId9"/>
    <p:sldId id="266" r:id="rId10"/>
    <p:sldId id="276" r:id="rId11"/>
    <p:sldId id="277" r:id="rId12"/>
    <p:sldId id="270" r:id="rId13"/>
    <p:sldId id="271" r:id="rId14"/>
    <p:sldId id="272" r:id="rId15"/>
    <p:sldId id="273" r:id="rId16"/>
    <p:sldId id="274" r:id="rId17"/>
    <p:sldId id="278" r:id="rId18"/>
    <p:sldId id="279" r:id="rId19"/>
    <p:sldId id="280" r:id="rId20"/>
    <p:sldId id="275" r:id="rId21"/>
    <p:sldId id="262" r:id="rId22"/>
    <p:sldId id="263" r:id="rId23"/>
    <p:sldId id="264" r:id="rId24"/>
    <p:sldId id="265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0" autoAdjust="0"/>
    <p:restoredTop sz="94951" autoAdjust="0"/>
  </p:normalViewPr>
  <p:slideViewPr>
    <p:cSldViewPr snapToGrid="0">
      <p:cViewPr varScale="1">
        <p:scale>
          <a:sx n="109" d="100"/>
          <a:sy n="109" d="100"/>
        </p:scale>
        <p:origin x="5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0%20Raw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5.%20TW%20Registration%20figure%202021-2023\2018-2020%20Raw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2.%20HK%20Registration%20figure%20from%20TD%202018-2023\Summary%20hk%20updated%20ve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2.%20HK%20Registration%20figure%20from%20TD%202018-2023\Summary%20hk%20updated%20ver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2.%20HK%20Registration%20figure%20from%20TD%202018-2023\Summary%20hk%20updated%20ver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paulli\Desktop\Taikoo%20Motor_%20Paul%20Li\5.%20UD%20Truck\2.%20HK%20Registration%20figure%20from%20TD%202018-2023\Summary%20hk%20updated%20ver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[2018-2023.xlsx]LD!樞紐分析表3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10.4T</a:t>
            </a:r>
            <a:r>
              <a:rPr lang="en-US" altLang="zh-TW" baseline="0"/>
              <a:t> - 14T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LD!$B$3</c:f>
              <c:strCache>
                <c:ptCount val="1"/>
                <c:pt idx="0">
                  <c:v>合計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LD!$A$4:$A$10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LD!$B$4:$B$10</c:f>
              <c:numCache>
                <c:formatCode>General</c:formatCode>
                <c:ptCount val="6"/>
                <c:pt idx="0">
                  <c:v>1246</c:v>
                </c:pt>
                <c:pt idx="1">
                  <c:v>1396</c:v>
                </c:pt>
                <c:pt idx="2">
                  <c:v>1390</c:v>
                </c:pt>
                <c:pt idx="3">
                  <c:v>1718</c:v>
                </c:pt>
                <c:pt idx="4">
                  <c:v>1397</c:v>
                </c:pt>
                <c:pt idx="5">
                  <c:v>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C-44B2-A021-8028857BFF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5125152"/>
        <c:axId val="1465125568"/>
      </c:barChart>
      <c:catAx>
        <c:axId val="146512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5125568"/>
        <c:crosses val="autoZero"/>
        <c:auto val="1"/>
        <c:lblAlgn val="ctr"/>
        <c:lblOffset val="100"/>
        <c:noMultiLvlLbl val="0"/>
      </c:catAx>
      <c:valAx>
        <c:axId val="146512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5125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[2018-2023.xlsx]LD!樞紐分析表4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10.4T - 14T</a:t>
            </a:r>
            <a:endParaRPr 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</c:pivotFmt>
      <c:pivotFmt>
        <c:idx val="25"/>
      </c:pivotFmt>
      <c:pivotFmt>
        <c:idx val="2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</c:pivotFmt>
      <c:pivotFmt>
        <c:idx val="37"/>
      </c:pivotFmt>
      <c:pivotFmt>
        <c:idx val="38"/>
      </c:pivotFmt>
      <c:pivotFmt>
        <c:idx val="3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</c:pivotFmt>
      <c:pivotFmt>
        <c:idx val="4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1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2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3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4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5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  <c:spPr>
            <a:gradFill rotWithShape="1">
              <a:gsLst>
                <a:gs pos="0">
                  <a:schemeClr val="accent6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lumMod val="60000"/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LD!$B$28:$B$29</c:f>
              <c:strCache>
                <c:ptCount val="1"/>
                <c:pt idx="0">
                  <c:v>Mercedes-Benz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LD!$B$30:$B$36</c:f>
              <c:numCache>
                <c:formatCode>General</c:formatCode>
                <c:ptCount val="6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F-4BA0-9070-990A827519F6}"/>
            </c:ext>
          </c:extLst>
        </c:ser>
        <c:ser>
          <c:idx val="1"/>
          <c:order val="1"/>
          <c:tx>
            <c:strRef>
              <c:f>LD!$C$28:$C$29</c:f>
              <c:strCache>
                <c:ptCount val="1"/>
                <c:pt idx="0">
                  <c:v>Sitrak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LD!$C$30:$C$36</c:f>
              <c:numCache>
                <c:formatCode>General</c:formatCode>
                <c:ptCount val="6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9F-4BA0-9070-990A827519F6}"/>
            </c:ext>
          </c:extLst>
        </c:ser>
        <c:ser>
          <c:idx val="2"/>
          <c:order val="2"/>
          <c:tx>
            <c:strRef>
              <c:f>LD!$D$28:$D$29</c:f>
              <c:strCache>
                <c:ptCount val="1"/>
                <c:pt idx="0">
                  <c:v>現代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LD!$D$30:$D$36</c:f>
              <c:numCache>
                <c:formatCode>General</c:formatCode>
                <c:ptCount val="6"/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9F-4BA0-9070-990A827519F6}"/>
            </c:ext>
          </c:extLst>
        </c:ser>
        <c:ser>
          <c:idx val="3"/>
          <c:order val="3"/>
          <c:tx>
            <c:strRef>
              <c:f>LD!$E$28:$E$29</c:f>
              <c:strCache>
                <c:ptCount val="1"/>
                <c:pt idx="0">
                  <c:v>BENZ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LD!$E$30:$E$36</c:f>
              <c:numCache>
                <c:formatCode>General</c:formatCode>
                <c:ptCount val="6"/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9F-4BA0-9070-990A827519F6}"/>
            </c:ext>
          </c:extLst>
        </c:ser>
        <c:ser>
          <c:idx val="4"/>
          <c:order val="4"/>
          <c:tx>
            <c:strRef>
              <c:f>LD!$F$28:$F$29</c:f>
              <c:strCache>
                <c:ptCount val="1"/>
                <c:pt idx="0">
                  <c:v>賓士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LD!$F$30:$F$36</c:f>
              <c:numCache>
                <c:formatCode>General</c:formatCode>
                <c:ptCount val="6"/>
                <c:pt idx="2">
                  <c:v>3</c:v>
                </c:pt>
                <c:pt idx="3">
                  <c:v>12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9F-4BA0-9070-990A827519F6}"/>
            </c:ext>
          </c:extLst>
        </c:ser>
        <c:ser>
          <c:idx val="5"/>
          <c:order val="5"/>
          <c:tx>
            <c:strRef>
              <c:f>LD!$G$28:$G$29</c:f>
              <c:strCache>
                <c:ptCount val="1"/>
                <c:pt idx="0">
                  <c:v>賽德卡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LD!$G$30:$G$36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8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19F-4BA0-9070-990A827519F6}"/>
            </c:ext>
          </c:extLst>
        </c:ser>
        <c:ser>
          <c:idx val="6"/>
          <c:order val="6"/>
          <c:tx>
            <c:strRef>
              <c:f>LD!$H$28:$H$29</c:f>
              <c:strCache>
                <c:ptCount val="1"/>
                <c:pt idx="0">
                  <c:v>中華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LD!$H$30:$H$36</c:f>
              <c:numCache>
                <c:formatCode>General</c:formatCode>
                <c:ptCount val="6"/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9F-4BA0-9070-990A827519F6}"/>
            </c:ext>
          </c:extLst>
        </c:ser>
        <c:ser>
          <c:idx val="7"/>
          <c:order val="7"/>
          <c:tx>
            <c:strRef>
              <c:f>LD!$I$28:$I$29</c:f>
              <c:strCache>
                <c:ptCount val="1"/>
                <c:pt idx="0">
                  <c:v>MAN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LD!$I$30:$I$36</c:f>
              <c:numCache>
                <c:formatCode>General</c:formatCode>
                <c:ptCount val="6"/>
                <c:pt idx="0">
                  <c:v>13</c:v>
                </c:pt>
                <c:pt idx="1">
                  <c:v>13</c:v>
                </c:pt>
                <c:pt idx="2">
                  <c:v>4</c:v>
                </c:pt>
                <c:pt idx="3">
                  <c:v>21</c:v>
                </c:pt>
                <c:pt idx="4">
                  <c:v>7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19F-4BA0-9070-990A827519F6}"/>
            </c:ext>
          </c:extLst>
        </c:ser>
        <c:ser>
          <c:idx val="8"/>
          <c:order val="8"/>
          <c:tx>
            <c:strRef>
              <c:f>LD!$J$28:$J$29</c:f>
              <c:strCache>
                <c:ptCount val="1"/>
                <c:pt idx="0">
                  <c:v>達富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LD!$J$30:$J$36</c:f>
              <c:numCache>
                <c:formatCode>General</c:formatCode>
                <c:ptCount val="6"/>
                <c:pt idx="0">
                  <c:v>126</c:v>
                </c:pt>
                <c:pt idx="1">
                  <c:v>52</c:v>
                </c:pt>
                <c:pt idx="2">
                  <c:v>24</c:v>
                </c:pt>
                <c:pt idx="3">
                  <c:v>49</c:v>
                </c:pt>
                <c:pt idx="4">
                  <c:v>32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9F-4BA0-9070-990A827519F6}"/>
            </c:ext>
          </c:extLst>
        </c:ser>
        <c:ser>
          <c:idx val="9"/>
          <c:order val="9"/>
          <c:tx>
            <c:strRef>
              <c:f>LD!$K$28:$K$29</c:f>
              <c:strCache>
                <c:ptCount val="1"/>
                <c:pt idx="0">
                  <c:v>五十鈴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LD!$K$30:$K$36</c:f>
              <c:numCache>
                <c:formatCode>General</c:formatCode>
                <c:ptCount val="6"/>
                <c:pt idx="0">
                  <c:v>237</c:v>
                </c:pt>
                <c:pt idx="1">
                  <c:v>306</c:v>
                </c:pt>
                <c:pt idx="2">
                  <c:v>358</c:v>
                </c:pt>
                <c:pt idx="3">
                  <c:v>421</c:v>
                </c:pt>
                <c:pt idx="4">
                  <c:v>279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19F-4BA0-9070-990A827519F6}"/>
            </c:ext>
          </c:extLst>
        </c:ser>
        <c:ser>
          <c:idx val="10"/>
          <c:order val="10"/>
          <c:tx>
            <c:strRef>
              <c:f>LD!$L$28:$L$29</c:f>
              <c:strCache>
                <c:ptCount val="1"/>
                <c:pt idx="0">
                  <c:v>MITSUBISHI FUSO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LD!$L$30:$L$36</c:f>
              <c:numCache>
                <c:formatCode>General</c:formatCode>
                <c:ptCount val="6"/>
                <c:pt idx="0">
                  <c:v>347</c:v>
                </c:pt>
                <c:pt idx="1">
                  <c:v>375</c:v>
                </c:pt>
                <c:pt idx="2">
                  <c:v>362</c:v>
                </c:pt>
                <c:pt idx="3">
                  <c:v>401</c:v>
                </c:pt>
                <c:pt idx="4">
                  <c:v>400</c:v>
                </c:pt>
                <c:pt idx="5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9F-4BA0-9070-990A827519F6}"/>
            </c:ext>
          </c:extLst>
        </c:ser>
        <c:ser>
          <c:idx val="11"/>
          <c:order val="11"/>
          <c:tx>
            <c:strRef>
              <c:f>LD!$M$28:$M$29</c:f>
              <c:strCache>
                <c:ptCount val="1"/>
                <c:pt idx="0">
                  <c:v>日野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LD!$M$30:$M$36</c:f>
              <c:numCache>
                <c:formatCode>General</c:formatCode>
                <c:ptCount val="6"/>
                <c:pt idx="0">
                  <c:v>522</c:v>
                </c:pt>
                <c:pt idx="1">
                  <c:v>648</c:v>
                </c:pt>
                <c:pt idx="2">
                  <c:v>631</c:v>
                </c:pt>
                <c:pt idx="3">
                  <c:v>807</c:v>
                </c:pt>
                <c:pt idx="4">
                  <c:v>677</c:v>
                </c:pt>
                <c:pt idx="5">
                  <c:v>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19F-4BA0-9070-990A827519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07535824"/>
        <c:axId val="1207538736"/>
      </c:barChart>
      <c:catAx>
        <c:axId val="120753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7538736"/>
        <c:crosses val="autoZero"/>
        <c:auto val="1"/>
        <c:lblAlgn val="ctr"/>
        <c:lblOffset val="100"/>
        <c:noMultiLvlLbl val="0"/>
      </c:catAx>
      <c:valAx>
        <c:axId val="120753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7535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[2018-2023.xlsx]MD!樞紐分析表1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>
                <a:effectLst/>
              </a:rPr>
              <a:t>15T-18.5T</a:t>
            </a:r>
            <a:endParaRPr lang="zh-TW" altLang="zh-TW" sz="18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1336304"/>
        <c:axId val="1201334224"/>
      </c:barChart>
      <c:catAx>
        <c:axId val="120133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1334224"/>
        <c:crosses val="autoZero"/>
        <c:auto val="1"/>
        <c:lblAlgn val="ctr"/>
        <c:lblOffset val="100"/>
        <c:noMultiLvlLbl val="0"/>
      </c:catAx>
      <c:valAx>
        <c:axId val="1201334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133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[2018-2023.xlsx]MD!樞紐分析表1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>
                <a:effectLst/>
              </a:rPr>
              <a:t>15T-18.5T</a:t>
            </a:r>
            <a:endParaRPr lang="zh-TW" altLang="zh-TW" sz="18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MD!$B$3</c:f>
              <c:strCache>
                <c:ptCount val="1"/>
                <c:pt idx="0">
                  <c:v>合計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MD!$A$4:$A$10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MD!$B$4:$B$10</c:f>
              <c:numCache>
                <c:formatCode>General</c:formatCode>
                <c:ptCount val="6"/>
                <c:pt idx="0">
                  <c:v>1837</c:v>
                </c:pt>
                <c:pt idx="1">
                  <c:v>1952</c:v>
                </c:pt>
                <c:pt idx="2">
                  <c:v>1928</c:v>
                </c:pt>
                <c:pt idx="3">
                  <c:v>2553</c:v>
                </c:pt>
                <c:pt idx="4">
                  <c:v>2047</c:v>
                </c:pt>
                <c:pt idx="5">
                  <c:v>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FC-4365-A68A-A09A9BC501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1336304"/>
        <c:axId val="1201334224"/>
      </c:barChart>
      <c:catAx>
        <c:axId val="120133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1334224"/>
        <c:crosses val="autoZero"/>
        <c:auto val="1"/>
        <c:lblAlgn val="ctr"/>
        <c:lblOffset val="100"/>
        <c:noMultiLvlLbl val="0"/>
      </c:catAx>
      <c:valAx>
        <c:axId val="1201334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0133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[2018-2023.xlsx]MD!樞紐分析表2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>
                <a:effectLst/>
              </a:rPr>
              <a:t>15T-18.5T</a:t>
            </a:r>
            <a:endParaRPr lang="zh-TW" altLang="zh-TW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MD!$B$28:$B$29</c:f>
              <c:strCache>
                <c:ptCount val="1"/>
                <c:pt idx="0">
                  <c:v>BENZ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MD!$B$30:$B$36</c:f>
              <c:numCache>
                <c:formatCode>General</c:formatCode>
                <c:ptCount val="6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FA-46AF-A31D-70B42D3F5905}"/>
            </c:ext>
          </c:extLst>
        </c:ser>
        <c:ser>
          <c:idx val="1"/>
          <c:order val="1"/>
          <c:tx>
            <c:strRef>
              <c:f>MD!$C$28:$C$29</c:f>
              <c:strCache>
                <c:ptCount val="1"/>
                <c:pt idx="0">
                  <c:v>富豪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MD!$C$30:$C$36</c:f>
              <c:numCache>
                <c:formatCode>General</c:formatCode>
                <c:ptCount val="6"/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FA-46AF-A31D-70B42D3F5905}"/>
            </c:ext>
          </c:extLst>
        </c:ser>
        <c:ser>
          <c:idx val="2"/>
          <c:order val="2"/>
          <c:tx>
            <c:strRef>
              <c:f>MD!$D$28:$D$29</c:f>
              <c:strCache>
                <c:ptCount val="1"/>
                <c:pt idx="0">
                  <c:v>UD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MD!$D$30:$D$36</c:f>
              <c:numCache>
                <c:formatCode>General</c:formatCode>
                <c:ptCount val="6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FA-46AF-A31D-70B42D3F5905}"/>
            </c:ext>
          </c:extLst>
        </c:ser>
        <c:ser>
          <c:idx val="3"/>
          <c:order val="3"/>
          <c:tx>
            <c:strRef>
              <c:f>MD!$E$28:$E$29</c:f>
              <c:strCache>
                <c:ptCount val="1"/>
                <c:pt idx="0">
                  <c:v>SCANIA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MD!$E$30:$E$36</c:f>
              <c:numCache>
                <c:formatCode>General</c:formatCode>
                <c:ptCount val="6"/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BFA-46AF-A31D-70B42D3F5905}"/>
            </c:ext>
          </c:extLst>
        </c:ser>
        <c:ser>
          <c:idx val="4"/>
          <c:order val="4"/>
          <c:tx>
            <c:strRef>
              <c:f>MD!$F$28:$F$29</c:f>
              <c:strCache>
                <c:ptCount val="1"/>
                <c:pt idx="0">
                  <c:v>中華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MD!$F$30:$F$36</c:f>
              <c:numCache>
                <c:formatCode>General</c:formatCode>
                <c:ptCount val="6"/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FA-46AF-A31D-70B42D3F5905}"/>
            </c:ext>
          </c:extLst>
        </c:ser>
        <c:ser>
          <c:idx val="5"/>
          <c:order val="5"/>
          <c:tx>
            <c:strRef>
              <c:f>MD!$G$28:$G$29</c:f>
              <c:strCache>
                <c:ptCount val="1"/>
                <c:pt idx="0">
                  <c:v>Sitrak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MD!$G$30:$G$36</c:f>
              <c:numCache>
                <c:formatCode>General</c:formatCode>
                <c:ptCount val="6"/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BFA-46AF-A31D-70B42D3F5905}"/>
            </c:ext>
          </c:extLst>
        </c:ser>
        <c:ser>
          <c:idx val="6"/>
          <c:order val="6"/>
          <c:tx>
            <c:strRef>
              <c:f>MD!$H$28:$H$29</c:f>
              <c:strCache>
                <c:ptCount val="1"/>
                <c:pt idx="0">
                  <c:v>MAN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MD!$H$30:$H$36</c:f>
              <c:numCache>
                <c:formatCode>General</c:formatCode>
                <c:ptCount val="6"/>
                <c:pt idx="0">
                  <c:v>6</c:v>
                </c:pt>
                <c:pt idx="1">
                  <c:v>3</c:v>
                </c:pt>
                <c:pt idx="2">
                  <c:v>1</c:v>
                </c:pt>
                <c:pt idx="3">
                  <c:v>13</c:v>
                </c:pt>
                <c:pt idx="4">
                  <c:v>13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BFA-46AF-A31D-70B42D3F5905}"/>
            </c:ext>
          </c:extLst>
        </c:ser>
        <c:ser>
          <c:idx val="7"/>
          <c:order val="7"/>
          <c:tx>
            <c:strRef>
              <c:f>MD!$I$28:$I$29</c:f>
              <c:strCache>
                <c:ptCount val="1"/>
                <c:pt idx="0">
                  <c:v>Mercedes-Benz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MD!$I$30:$I$36</c:f>
              <c:numCache>
                <c:formatCode>General</c:formatCode>
                <c:ptCount val="6"/>
                <c:pt idx="1">
                  <c:v>16</c:v>
                </c:pt>
                <c:pt idx="2">
                  <c:v>14</c:v>
                </c:pt>
                <c:pt idx="3">
                  <c:v>40</c:v>
                </c:pt>
                <c:pt idx="4">
                  <c:v>22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BFA-46AF-A31D-70B42D3F5905}"/>
            </c:ext>
          </c:extLst>
        </c:ser>
        <c:ser>
          <c:idx val="8"/>
          <c:order val="8"/>
          <c:tx>
            <c:strRef>
              <c:f>MD!$J$28:$J$29</c:f>
              <c:strCache>
                <c:ptCount val="1"/>
                <c:pt idx="0">
                  <c:v>VOLVO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MD!$J$30:$J$36</c:f>
              <c:numCache>
                <c:formatCode>General</c:formatCode>
                <c:ptCount val="6"/>
                <c:pt idx="0">
                  <c:v>10</c:v>
                </c:pt>
                <c:pt idx="1">
                  <c:v>23</c:v>
                </c:pt>
                <c:pt idx="2">
                  <c:v>12</c:v>
                </c:pt>
                <c:pt idx="3">
                  <c:v>16</c:v>
                </c:pt>
                <c:pt idx="4">
                  <c:v>66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FA-46AF-A31D-70B42D3F5905}"/>
            </c:ext>
          </c:extLst>
        </c:ser>
        <c:ser>
          <c:idx val="9"/>
          <c:order val="9"/>
          <c:tx>
            <c:strRef>
              <c:f>MD!$K$28:$K$29</c:f>
              <c:strCache>
                <c:ptCount val="1"/>
                <c:pt idx="0">
                  <c:v>斯堪尼亞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MD!$K$30:$K$36</c:f>
              <c:numCache>
                <c:formatCode>General</c:formatCode>
                <c:ptCount val="6"/>
                <c:pt idx="0">
                  <c:v>36</c:v>
                </c:pt>
                <c:pt idx="1">
                  <c:v>21</c:v>
                </c:pt>
                <c:pt idx="2">
                  <c:v>21</c:v>
                </c:pt>
                <c:pt idx="3">
                  <c:v>27</c:v>
                </c:pt>
                <c:pt idx="4">
                  <c:v>69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BFA-46AF-A31D-70B42D3F5905}"/>
            </c:ext>
          </c:extLst>
        </c:ser>
        <c:ser>
          <c:idx val="10"/>
          <c:order val="10"/>
          <c:tx>
            <c:strRef>
              <c:f>MD!$L$28:$L$29</c:f>
              <c:strCache>
                <c:ptCount val="1"/>
                <c:pt idx="0">
                  <c:v>IVECO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MD!$L$30:$L$36</c:f>
              <c:numCache>
                <c:formatCode>General</c:formatCode>
                <c:ptCount val="6"/>
                <c:pt idx="1">
                  <c:v>2</c:v>
                </c:pt>
                <c:pt idx="2">
                  <c:v>19</c:v>
                </c:pt>
                <c:pt idx="3">
                  <c:v>90</c:v>
                </c:pt>
                <c:pt idx="4">
                  <c:v>136</c:v>
                </c:pt>
                <c:pt idx="5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FA-46AF-A31D-70B42D3F5905}"/>
            </c:ext>
          </c:extLst>
        </c:ser>
        <c:ser>
          <c:idx val="11"/>
          <c:order val="11"/>
          <c:tx>
            <c:strRef>
              <c:f>MD!$M$28:$M$29</c:f>
              <c:strCache>
                <c:ptCount val="1"/>
                <c:pt idx="0">
                  <c:v>賽德卡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MD!$M$30:$M$36</c:f>
              <c:numCache>
                <c:formatCode>General</c:formatCode>
                <c:ptCount val="6"/>
                <c:pt idx="0">
                  <c:v>86</c:v>
                </c:pt>
                <c:pt idx="1">
                  <c:v>129</c:v>
                </c:pt>
                <c:pt idx="2">
                  <c:v>97</c:v>
                </c:pt>
                <c:pt idx="3">
                  <c:v>175</c:v>
                </c:pt>
                <c:pt idx="4">
                  <c:v>87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BFA-46AF-A31D-70B42D3F5905}"/>
            </c:ext>
          </c:extLst>
        </c:ser>
        <c:ser>
          <c:idx val="12"/>
          <c:order val="12"/>
          <c:tx>
            <c:strRef>
              <c:f>MD!$N$28:$N$29</c:f>
              <c:strCache>
                <c:ptCount val="1"/>
                <c:pt idx="0">
                  <c:v>達富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MD!$N$30:$N$36</c:f>
              <c:numCache>
                <c:formatCode>General</c:formatCode>
                <c:ptCount val="6"/>
                <c:pt idx="0">
                  <c:v>236</c:v>
                </c:pt>
                <c:pt idx="1">
                  <c:v>180</c:v>
                </c:pt>
                <c:pt idx="2">
                  <c:v>171</c:v>
                </c:pt>
                <c:pt idx="3">
                  <c:v>208</c:v>
                </c:pt>
                <c:pt idx="4">
                  <c:v>321</c:v>
                </c:pt>
                <c:pt idx="5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BFA-46AF-A31D-70B42D3F5905}"/>
            </c:ext>
          </c:extLst>
        </c:ser>
        <c:ser>
          <c:idx val="13"/>
          <c:order val="13"/>
          <c:tx>
            <c:strRef>
              <c:f>MD!$O$28:$O$29</c:f>
              <c:strCache>
                <c:ptCount val="1"/>
                <c:pt idx="0">
                  <c:v>五十鈴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MD!$O$30:$O$36</c:f>
              <c:numCache>
                <c:formatCode>General</c:formatCode>
                <c:ptCount val="6"/>
                <c:pt idx="0">
                  <c:v>212</c:v>
                </c:pt>
                <c:pt idx="1">
                  <c:v>256</c:v>
                </c:pt>
                <c:pt idx="2">
                  <c:v>210</c:v>
                </c:pt>
                <c:pt idx="3">
                  <c:v>294</c:v>
                </c:pt>
                <c:pt idx="4">
                  <c:v>264</c:v>
                </c:pt>
                <c:pt idx="5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BFA-46AF-A31D-70B42D3F5905}"/>
            </c:ext>
          </c:extLst>
        </c:ser>
        <c:ser>
          <c:idx val="14"/>
          <c:order val="14"/>
          <c:tx>
            <c:strRef>
              <c:f>MD!$P$28:$P$29</c:f>
              <c:strCache>
                <c:ptCount val="1"/>
                <c:pt idx="0">
                  <c:v>MITSUBISHI FUSO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MD!$P$30:$P$36</c:f>
              <c:numCache>
                <c:formatCode>General</c:formatCode>
                <c:ptCount val="6"/>
                <c:pt idx="0">
                  <c:v>545</c:v>
                </c:pt>
                <c:pt idx="1">
                  <c:v>628</c:v>
                </c:pt>
                <c:pt idx="2">
                  <c:v>667</c:v>
                </c:pt>
                <c:pt idx="3">
                  <c:v>712</c:v>
                </c:pt>
                <c:pt idx="4">
                  <c:v>293</c:v>
                </c:pt>
                <c:pt idx="5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BFA-46AF-A31D-70B42D3F5905}"/>
            </c:ext>
          </c:extLst>
        </c:ser>
        <c:ser>
          <c:idx val="15"/>
          <c:order val="15"/>
          <c:tx>
            <c:strRef>
              <c:f>MD!$Q$28:$Q$29</c:f>
              <c:strCache>
                <c:ptCount val="1"/>
                <c:pt idx="0">
                  <c:v>日野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MD!$A$30:$A$36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MD!$Q$30:$Q$36</c:f>
              <c:numCache>
                <c:formatCode>General</c:formatCode>
                <c:ptCount val="6"/>
                <c:pt idx="0">
                  <c:v>692</c:v>
                </c:pt>
                <c:pt idx="1">
                  <c:v>694</c:v>
                </c:pt>
                <c:pt idx="2">
                  <c:v>716</c:v>
                </c:pt>
                <c:pt idx="3">
                  <c:v>978</c:v>
                </c:pt>
                <c:pt idx="4">
                  <c:v>776</c:v>
                </c:pt>
                <c:pt idx="5">
                  <c:v>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BFA-46AF-A31D-70B42D3F5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00545360"/>
        <c:axId val="1400550352"/>
      </c:barChart>
      <c:catAx>
        <c:axId val="140054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00550352"/>
        <c:crosses val="autoZero"/>
        <c:auto val="1"/>
        <c:lblAlgn val="ctr"/>
        <c:lblOffset val="100"/>
        <c:noMultiLvlLbl val="0"/>
      </c:catAx>
      <c:valAx>
        <c:axId val="1400550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00545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[2018-2020 Raw.xlsx]工作表1!樞紐分析表5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工作表1!$B$3:$B$4</c:f>
              <c:strCache>
                <c:ptCount val="1"/>
                <c:pt idx="0">
                  <c:v>ISUZU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工作表1!$A$5:$A$16</c:f>
              <c:strCache>
                <c:ptCount val="11"/>
                <c:pt idx="0">
                  <c:v>6.2</c:v>
                </c:pt>
                <c:pt idx="1">
                  <c:v>6.5</c:v>
                </c:pt>
                <c:pt idx="2">
                  <c:v>7.35</c:v>
                </c:pt>
                <c:pt idx="3">
                  <c:v>7.5</c:v>
                </c:pt>
                <c:pt idx="4">
                  <c:v>9.5</c:v>
                </c:pt>
                <c:pt idx="5">
                  <c:v>11</c:v>
                </c:pt>
                <c:pt idx="6">
                  <c:v>15</c:v>
                </c:pt>
                <c:pt idx="7">
                  <c:v>17</c:v>
                </c:pt>
                <c:pt idx="8">
                  <c:v>18</c:v>
                </c:pt>
                <c:pt idx="9">
                  <c:v>18.5</c:v>
                </c:pt>
                <c:pt idx="10">
                  <c:v>27</c:v>
                </c:pt>
              </c:strCache>
            </c:strRef>
          </c:cat>
          <c:val>
            <c:numRef>
              <c:f>工作表1!$B$5:$B$16</c:f>
              <c:numCache>
                <c:formatCode>General</c:formatCode>
                <c:ptCount val="11"/>
                <c:pt idx="0">
                  <c:v>1180</c:v>
                </c:pt>
                <c:pt idx="1">
                  <c:v>66</c:v>
                </c:pt>
                <c:pt idx="2">
                  <c:v>1</c:v>
                </c:pt>
                <c:pt idx="3">
                  <c:v>614</c:v>
                </c:pt>
                <c:pt idx="4">
                  <c:v>592</c:v>
                </c:pt>
                <c:pt idx="5">
                  <c:v>4</c:v>
                </c:pt>
                <c:pt idx="6">
                  <c:v>230</c:v>
                </c:pt>
                <c:pt idx="1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2A-4A79-8B1F-225972E809AA}"/>
            </c:ext>
          </c:extLst>
        </c:ser>
        <c:ser>
          <c:idx val="1"/>
          <c:order val="1"/>
          <c:tx>
            <c:strRef>
              <c:f>工作表1!$C$3:$C$4</c:f>
              <c:strCache>
                <c:ptCount val="1"/>
                <c:pt idx="0">
                  <c:v>五十鈴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工作表1!$A$5:$A$16</c:f>
              <c:strCache>
                <c:ptCount val="11"/>
                <c:pt idx="0">
                  <c:v>6.2</c:v>
                </c:pt>
                <c:pt idx="1">
                  <c:v>6.5</c:v>
                </c:pt>
                <c:pt idx="2">
                  <c:v>7.35</c:v>
                </c:pt>
                <c:pt idx="3">
                  <c:v>7.5</c:v>
                </c:pt>
                <c:pt idx="4">
                  <c:v>9.5</c:v>
                </c:pt>
                <c:pt idx="5">
                  <c:v>11</c:v>
                </c:pt>
                <c:pt idx="6">
                  <c:v>15</c:v>
                </c:pt>
                <c:pt idx="7">
                  <c:v>17</c:v>
                </c:pt>
                <c:pt idx="8">
                  <c:v>18</c:v>
                </c:pt>
                <c:pt idx="9">
                  <c:v>18.5</c:v>
                </c:pt>
                <c:pt idx="10">
                  <c:v>27</c:v>
                </c:pt>
              </c:strCache>
            </c:strRef>
          </c:cat>
          <c:val>
            <c:numRef>
              <c:f>工作表1!$C$5:$C$16</c:f>
              <c:numCache>
                <c:formatCode>General</c:formatCode>
                <c:ptCount val="11"/>
                <c:pt idx="0">
                  <c:v>31</c:v>
                </c:pt>
                <c:pt idx="3">
                  <c:v>245</c:v>
                </c:pt>
                <c:pt idx="4">
                  <c:v>287</c:v>
                </c:pt>
                <c:pt idx="5">
                  <c:v>897</c:v>
                </c:pt>
                <c:pt idx="7">
                  <c:v>264</c:v>
                </c:pt>
                <c:pt idx="8">
                  <c:v>1</c:v>
                </c:pt>
                <c:pt idx="9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2A-4A79-8B1F-225972E809A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16385471"/>
        <c:axId val="1016378815"/>
      </c:barChart>
      <c:catAx>
        <c:axId val="1016385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6378815"/>
        <c:crosses val="autoZero"/>
        <c:auto val="1"/>
        <c:lblAlgn val="ctr"/>
        <c:lblOffset val="100"/>
        <c:noMultiLvlLbl val="0"/>
      </c:catAx>
      <c:valAx>
        <c:axId val="101637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6385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[2018-2020 Raw.xlsx]工作表2!樞紐分析表1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工作表2!$B$3:$B$4</c:f>
              <c:strCache>
                <c:ptCount val="1"/>
                <c:pt idx="0">
                  <c:v>MITSUBISHI FUSO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工作表2!$A$5:$A$27</c:f>
              <c:strCache>
                <c:ptCount val="22"/>
                <c:pt idx="0">
                  <c:v>0</c:v>
                </c:pt>
                <c:pt idx="1">
                  <c:v>6</c:v>
                </c:pt>
                <c:pt idx="2">
                  <c:v>6.5</c:v>
                </c:pt>
                <c:pt idx="3">
                  <c:v>6.76</c:v>
                </c:pt>
                <c:pt idx="4">
                  <c:v>6.9</c:v>
                </c:pt>
                <c:pt idx="5">
                  <c:v>7.5</c:v>
                </c:pt>
                <c:pt idx="6">
                  <c:v>7.7</c:v>
                </c:pt>
                <c:pt idx="7">
                  <c:v>8</c:v>
                </c:pt>
                <c:pt idx="8">
                  <c:v>8.2</c:v>
                </c:pt>
                <c:pt idx="9">
                  <c:v>8.5</c:v>
                </c:pt>
                <c:pt idx="10">
                  <c:v>8.55</c:v>
                </c:pt>
                <c:pt idx="11">
                  <c:v>10.4</c:v>
                </c:pt>
                <c:pt idx="12">
                  <c:v>11</c:v>
                </c:pt>
                <c:pt idx="13">
                  <c:v>15.1</c:v>
                </c:pt>
                <c:pt idx="14">
                  <c:v>15.6</c:v>
                </c:pt>
                <c:pt idx="15">
                  <c:v>16.3</c:v>
                </c:pt>
                <c:pt idx="16">
                  <c:v>17</c:v>
                </c:pt>
                <c:pt idx="17">
                  <c:v>21.5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  <c:pt idx="21">
                  <c:v>27.5</c:v>
                </c:pt>
              </c:strCache>
            </c:strRef>
          </c:cat>
          <c:val>
            <c:numRef>
              <c:f>工作表2!$B$5:$B$27</c:f>
              <c:numCache>
                <c:formatCode>General</c:formatCode>
                <c:ptCount val="22"/>
                <c:pt idx="2">
                  <c:v>662</c:v>
                </c:pt>
                <c:pt idx="4">
                  <c:v>4</c:v>
                </c:pt>
                <c:pt idx="6">
                  <c:v>6</c:v>
                </c:pt>
                <c:pt idx="7">
                  <c:v>23</c:v>
                </c:pt>
                <c:pt idx="9">
                  <c:v>1</c:v>
                </c:pt>
                <c:pt idx="10">
                  <c:v>801</c:v>
                </c:pt>
                <c:pt idx="11">
                  <c:v>32</c:v>
                </c:pt>
                <c:pt idx="13">
                  <c:v>189</c:v>
                </c:pt>
                <c:pt idx="15">
                  <c:v>4</c:v>
                </c:pt>
                <c:pt idx="18">
                  <c:v>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B9-47CF-A73B-2AE79D57DFA6}"/>
            </c:ext>
          </c:extLst>
        </c:ser>
        <c:ser>
          <c:idx val="1"/>
          <c:order val="1"/>
          <c:tx>
            <c:strRef>
              <c:f>工作表2!$C$3:$C$4</c:f>
              <c:strCache>
                <c:ptCount val="1"/>
                <c:pt idx="0">
                  <c:v>順益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工作表2!$A$5:$A$27</c:f>
              <c:strCache>
                <c:ptCount val="22"/>
                <c:pt idx="0">
                  <c:v>0</c:v>
                </c:pt>
                <c:pt idx="1">
                  <c:v>6</c:v>
                </c:pt>
                <c:pt idx="2">
                  <c:v>6.5</c:v>
                </c:pt>
                <c:pt idx="3">
                  <c:v>6.76</c:v>
                </c:pt>
                <c:pt idx="4">
                  <c:v>6.9</c:v>
                </c:pt>
                <c:pt idx="5">
                  <c:v>7.5</c:v>
                </c:pt>
                <c:pt idx="6">
                  <c:v>7.7</c:v>
                </c:pt>
                <c:pt idx="7">
                  <c:v>8</c:v>
                </c:pt>
                <c:pt idx="8">
                  <c:v>8.2</c:v>
                </c:pt>
                <c:pt idx="9">
                  <c:v>8.5</c:v>
                </c:pt>
                <c:pt idx="10">
                  <c:v>8.55</c:v>
                </c:pt>
                <c:pt idx="11">
                  <c:v>10.4</c:v>
                </c:pt>
                <c:pt idx="12">
                  <c:v>11</c:v>
                </c:pt>
                <c:pt idx="13">
                  <c:v>15.1</c:v>
                </c:pt>
                <c:pt idx="14">
                  <c:v>15.6</c:v>
                </c:pt>
                <c:pt idx="15">
                  <c:v>16.3</c:v>
                </c:pt>
                <c:pt idx="16">
                  <c:v>17</c:v>
                </c:pt>
                <c:pt idx="17">
                  <c:v>21.5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  <c:pt idx="21">
                  <c:v>27.5</c:v>
                </c:pt>
              </c:strCache>
            </c:strRef>
          </c:cat>
          <c:val>
            <c:numRef>
              <c:f>工作表2!$C$5:$C$27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3">
                  <c:v>1</c:v>
                </c:pt>
                <c:pt idx="4">
                  <c:v>207</c:v>
                </c:pt>
                <c:pt idx="5">
                  <c:v>155</c:v>
                </c:pt>
                <c:pt idx="6">
                  <c:v>262</c:v>
                </c:pt>
                <c:pt idx="7">
                  <c:v>90</c:v>
                </c:pt>
                <c:pt idx="8">
                  <c:v>1</c:v>
                </c:pt>
                <c:pt idx="10">
                  <c:v>2</c:v>
                </c:pt>
                <c:pt idx="12">
                  <c:v>1052</c:v>
                </c:pt>
                <c:pt idx="13">
                  <c:v>2</c:v>
                </c:pt>
                <c:pt idx="14">
                  <c:v>166</c:v>
                </c:pt>
                <c:pt idx="16">
                  <c:v>1479</c:v>
                </c:pt>
                <c:pt idx="17">
                  <c:v>33</c:v>
                </c:pt>
                <c:pt idx="18">
                  <c:v>1</c:v>
                </c:pt>
                <c:pt idx="19">
                  <c:v>25</c:v>
                </c:pt>
                <c:pt idx="20">
                  <c:v>661</c:v>
                </c:pt>
                <c:pt idx="2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B9-47CF-A73B-2AE79D57D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67365424"/>
        <c:axId val="1767378320"/>
      </c:barChart>
      <c:catAx>
        <c:axId val="176736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67378320"/>
        <c:crosses val="autoZero"/>
        <c:auto val="1"/>
        <c:lblAlgn val="ctr"/>
        <c:lblOffset val="100"/>
        <c:noMultiLvlLbl val="0"/>
      </c:catAx>
      <c:valAx>
        <c:axId val="176737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6736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[Summary hk updated ver.xlsx]LD!樞紐分析表1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dirty="0"/>
              <a:t>LD</a:t>
            </a:r>
            <a:r>
              <a:rPr lang="zh-TW" altLang="en-US" sz="1800" dirty="0"/>
              <a:t>  </a:t>
            </a:r>
            <a:r>
              <a:rPr lang="en-US" altLang="zh-TW" sz="1800" dirty="0" smtClean="0"/>
              <a:t>3T-11.9T</a:t>
            </a:r>
            <a:endParaRPr lang="zh-TW" altLang="en-US" sz="1800" dirty="0"/>
          </a:p>
        </c:rich>
      </c:tx>
      <c:layout>
        <c:manualLayout>
          <c:xMode val="edge"/>
          <c:yMode val="edge"/>
          <c:x val="0.42242068022009721"/>
          <c:y val="7.16343383906280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LD!$B$3:$B$4</c:f>
              <c:strCache>
                <c:ptCount val="1"/>
                <c:pt idx="0">
                  <c:v>LGV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LD!$A$5:$A$14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LD!$B$5:$B$14</c:f>
              <c:numCache>
                <c:formatCode>General</c:formatCode>
                <c:ptCount val="9"/>
                <c:pt idx="0">
                  <c:v>2577</c:v>
                </c:pt>
                <c:pt idx="1">
                  <c:v>2080</c:v>
                </c:pt>
                <c:pt idx="2">
                  <c:v>2135</c:v>
                </c:pt>
                <c:pt idx="3">
                  <c:v>1876</c:v>
                </c:pt>
                <c:pt idx="4">
                  <c:v>1729</c:v>
                </c:pt>
                <c:pt idx="5">
                  <c:v>920</c:v>
                </c:pt>
                <c:pt idx="6">
                  <c:v>1133</c:v>
                </c:pt>
                <c:pt idx="7">
                  <c:v>1212</c:v>
                </c:pt>
                <c:pt idx="8">
                  <c:v>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5F-499E-AFAE-A10202E6F46E}"/>
            </c:ext>
          </c:extLst>
        </c:ser>
        <c:ser>
          <c:idx val="1"/>
          <c:order val="1"/>
          <c:tx>
            <c:strRef>
              <c:f>LD!$C$3:$C$4</c:f>
              <c:strCache>
                <c:ptCount val="1"/>
                <c:pt idx="0">
                  <c:v>MGV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LD!$A$5:$A$14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LD!$C$5:$C$14</c:f>
              <c:numCache>
                <c:formatCode>General</c:formatCode>
                <c:ptCount val="9"/>
                <c:pt idx="0">
                  <c:v>1449</c:v>
                </c:pt>
                <c:pt idx="1">
                  <c:v>972</c:v>
                </c:pt>
                <c:pt idx="2">
                  <c:v>1036</c:v>
                </c:pt>
                <c:pt idx="3">
                  <c:v>998</c:v>
                </c:pt>
                <c:pt idx="4">
                  <c:v>873</c:v>
                </c:pt>
                <c:pt idx="5">
                  <c:v>442</c:v>
                </c:pt>
                <c:pt idx="6">
                  <c:v>588</c:v>
                </c:pt>
                <c:pt idx="7">
                  <c:v>668</c:v>
                </c:pt>
                <c:pt idx="8">
                  <c:v>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5F-499E-AFAE-A10202E6F46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948824847"/>
        <c:axId val="1948821103"/>
      </c:barChart>
      <c:catAx>
        <c:axId val="194882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8821103"/>
        <c:crosses val="autoZero"/>
        <c:auto val="1"/>
        <c:lblAlgn val="ctr"/>
        <c:lblOffset val="100"/>
        <c:noMultiLvlLbl val="0"/>
      </c:catAx>
      <c:valAx>
        <c:axId val="194882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8824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[Summary hk updated ver.xlsx]LD!樞紐分析表3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LD!$B$30:$B$31</c:f>
              <c:strCache>
                <c:ptCount val="1"/>
                <c:pt idx="0">
                  <c:v>CHANG SHU HUA DONG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LD!$B$32:$B$41</c:f>
              <c:numCache>
                <c:formatCode>General</c:formatCode>
                <c:ptCount val="9"/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AF-4584-9E29-E91D7788EADF}"/>
            </c:ext>
          </c:extLst>
        </c:ser>
        <c:ser>
          <c:idx val="1"/>
          <c:order val="1"/>
          <c:tx>
            <c:strRef>
              <c:f>LD!$C$30:$C$31</c:f>
              <c:strCache>
                <c:ptCount val="1"/>
                <c:pt idx="0">
                  <c:v>DONGFENG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LD!$C$32:$C$41</c:f>
              <c:numCache>
                <c:formatCode>General</c:formatCode>
                <c:ptCount val="9"/>
                <c:pt idx="6">
                  <c:v>40</c:v>
                </c:pt>
                <c:pt idx="7">
                  <c:v>64</c:v>
                </c:pt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AF-4584-9E29-E91D7788EADF}"/>
            </c:ext>
          </c:extLst>
        </c:ser>
        <c:ser>
          <c:idx val="2"/>
          <c:order val="2"/>
          <c:tx>
            <c:strRef>
              <c:f>LD!$D$30:$D$31</c:f>
              <c:strCache>
                <c:ptCount val="1"/>
                <c:pt idx="0">
                  <c:v>FAW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LD!$D$32:$D$41</c:f>
              <c:numCache>
                <c:formatCode>General</c:formatCode>
                <c:ptCount val="9"/>
                <c:pt idx="4">
                  <c:v>1</c:v>
                </c:pt>
                <c:pt idx="6">
                  <c:v>6</c:v>
                </c:pt>
                <c:pt idx="7">
                  <c:v>10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AF-4584-9E29-E91D7788EADF}"/>
            </c:ext>
          </c:extLst>
        </c:ser>
        <c:ser>
          <c:idx val="3"/>
          <c:order val="3"/>
          <c:tx>
            <c:strRef>
              <c:f>LD!$E$30:$E$31</c:f>
              <c:strCache>
                <c:ptCount val="1"/>
                <c:pt idx="0">
                  <c:v>FIAT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LD!$E$32:$E$41</c:f>
              <c:numCache>
                <c:formatCode>General</c:formatCode>
                <c:ptCount val="9"/>
                <c:pt idx="1">
                  <c:v>7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AF-4584-9E29-E91D7788EADF}"/>
            </c:ext>
          </c:extLst>
        </c:ser>
        <c:ser>
          <c:idx val="4"/>
          <c:order val="4"/>
          <c:tx>
            <c:strRef>
              <c:f>LD!$F$30:$F$31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LD!$F$32:$F$41</c:f>
              <c:numCache>
                <c:formatCode>General</c:formatCode>
                <c:ptCount val="9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AF-4584-9E29-E91D7788EADF}"/>
            </c:ext>
          </c:extLst>
        </c:ser>
        <c:ser>
          <c:idx val="5"/>
          <c:order val="5"/>
          <c:tx>
            <c:strRef>
              <c:f>LD!$G$30:$G$31</c:f>
              <c:strCache>
                <c:ptCount val="1"/>
                <c:pt idx="0">
                  <c:v>FOTON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LD!$G$32:$G$41</c:f>
              <c:numCache>
                <c:formatCode>General</c:formatCode>
                <c:ptCount val="9"/>
                <c:pt idx="0">
                  <c:v>25</c:v>
                </c:pt>
                <c:pt idx="1">
                  <c:v>40</c:v>
                </c:pt>
                <c:pt idx="2">
                  <c:v>19</c:v>
                </c:pt>
                <c:pt idx="3">
                  <c:v>14</c:v>
                </c:pt>
                <c:pt idx="4">
                  <c:v>71</c:v>
                </c:pt>
                <c:pt idx="5">
                  <c:v>35</c:v>
                </c:pt>
                <c:pt idx="6">
                  <c:v>66</c:v>
                </c:pt>
                <c:pt idx="7">
                  <c:v>45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EAF-4584-9E29-E91D7788EADF}"/>
            </c:ext>
          </c:extLst>
        </c:ser>
        <c:ser>
          <c:idx val="6"/>
          <c:order val="6"/>
          <c:tx>
            <c:strRef>
              <c:f>LD!$H$30:$H$31</c:f>
              <c:strCache>
                <c:ptCount val="1"/>
                <c:pt idx="0">
                  <c:v>HINO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LD!$H$32:$H$41</c:f>
              <c:numCache>
                <c:formatCode>General</c:formatCode>
                <c:ptCount val="9"/>
                <c:pt idx="0">
                  <c:v>669</c:v>
                </c:pt>
                <c:pt idx="1">
                  <c:v>455</c:v>
                </c:pt>
                <c:pt idx="2">
                  <c:v>396</c:v>
                </c:pt>
                <c:pt idx="3">
                  <c:v>350</c:v>
                </c:pt>
                <c:pt idx="4">
                  <c:v>366</c:v>
                </c:pt>
                <c:pt idx="5">
                  <c:v>174</c:v>
                </c:pt>
                <c:pt idx="6">
                  <c:v>258</c:v>
                </c:pt>
                <c:pt idx="7">
                  <c:v>282</c:v>
                </c:pt>
                <c:pt idx="8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AF-4584-9E29-E91D7788EADF}"/>
            </c:ext>
          </c:extLst>
        </c:ser>
        <c:ser>
          <c:idx val="7"/>
          <c:order val="7"/>
          <c:tx>
            <c:strRef>
              <c:f>LD!$I$30:$I$31</c:f>
              <c:strCache>
                <c:ptCount val="1"/>
                <c:pt idx="0">
                  <c:v>HYUNDAI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LD!$I$32:$I$41</c:f>
              <c:numCache>
                <c:formatCode>General</c:formatCode>
                <c:ptCount val="9"/>
                <c:pt idx="0">
                  <c:v>21</c:v>
                </c:pt>
                <c:pt idx="1">
                  <c:v>30</c:v>
                </c:pt>
                <c:pt idx="2">
                  <c:v>32</c:v>
                </c:pt>
                <c:pt idx="3">
                  <c:v>25</c:v>
                </c:pt>
                <c:pt idx="4">
                  <c:v>10</c:v>
                </c:pt>
                <c:pt idx="5">
                  <c:v>7</c:v>
                </c:pt>
                <c:pt idx="6">
                  <c:v>15</c:v>
                </c:pt>
                <c:pt idx="7">
                  <c:v>14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AF-4584-9E29-E91D7788EADF}"/>
            </c:ext>
          </c:extLst>
        </c:ser>
        <c:ser>
          <c:idx val="8"/>
          <c:order val="8"/>
          <c:tx>
            <c:strRef>
              <c:f>LD!$J$30:$J$31</c:f>
              <c:strCache>
                <c:ptCount val="1"/>
                <c:pt idx="0">
                  <c:v>ISUZU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LD!$J$32:$J$41</c:f>
              <c:numCache>
                <c:formatCode>General</c:formatCode>
                <c:ptCount val="9"/>
                <c:pt idx="0">
                  <c:v>2573</c:v>
                </c:pt>
                <c:pt idx="1">
                  <c:v>1977</c:v>
                </c:pt>
                <c:pt idx="2">
                  <c:v>2288</c:v>
                </c:pt>
                <c:pt idx="3">
                  <c:v>2015</c:v>
                </c:pt>
                <c:pt idx="4">
                  <c:v>1767</c:v>
                </c:pt>
                <c:pt idx="5">
                  <c:v>921</c:v>
                </c:pt>
                <c:pt idx="6">
                  <c:v>1099</c:v>
                </c:pt>
                <c:pt idx="7">
                  <c:v>1241</c:v>
                </c:pt>
                <c:pt idx="8">
                  <c:v>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AF-4584-9E29-E91D7788EADF}"/>
            </c:ext>
          </c:extLst>
        </c:ser>
        <c:ser>
          <c:idx val="9"/>
          <c:order val="9"/>
          <c:tx>
            <c:strRef>
              <c:f>LD!$K$30:$K$31</c:f>
              <c:strCache>
                <c:ptCount val="1"/>
                <c:pt idx="0">
                  <c:v>IVECO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LD!$K$32:$K$41</c:f>
              <c:numCache>
                <c:formatCode>General</c:formatCode>
                <c:ptCount val="9"/>
                <c:pt idx="0">
                  <c:v>2</c:v>
                </c:pt>
                <c:pt idx="1">
                  <c:v>13</c:v>
                </c:pt>
                <c:pt idx="2">
                  <c:v>12</c:v>
                </c:pt>
                <c:pt idx="3">
                  <c:v>6</c:v>
                </c:pt>
                <c:pt idx="4">
                  <c:v>4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EAF-4584-9E29-E91D7788EADF}"/>
            </c:ext>
          </c:extLst>
        </c:ser>
        <c:ser>
          <c:idx val="10"/>
          <c:order val="10"/>
          <c:tx>
            <c:strRef>
              <c:f>LD!$L$30:$L$31</c:f>
              <c:strCache>
                <c:ptCount val="1"/>
                <c:pt idx="0">
                  <c:v>JAC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LD!$L$32:$L$41</c:f>
              <c:numCache>
                <c:formatCode>General</c:formatCode>
                <c:ptCount val="9"/>
                <c:pt idx="0">
                  <c:v>65</c:v>
                </c:pt>
                <c:pt idx="1">
                  <c:v>105</c:v>
                </c:pt>
                <c:pt idx="2">
                  <c:v>131</c:v>
                </c:pt>
                <c:pt idx="3">
                  <c:v>193</c:v>
                </c:pt>
                <c:pt idx="4">
                  <c:v>106</c:v>
                </c:pt>
                <c:pt idx="5">
                  <c:v>90</c:v>
                </c:pt>
                <c:pt idx="6">
                  <c:v>73</c:v>
                </c:pt>
                <c:pt idx="7">
                  <c:v>60</c:v>
                </c:pt>
                <c:pt idx="8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EAF-4584-9E29-E91D7788EADF}"/>
            </c:ext>
          </c:extLst>
        </c:ser>
        <c:ser>
          <c:idx val="11"/>
          <c:order val="11"/>
          <c:tx>
            <c:strRef>
              <c:f>LD!$M$30:$M$31</c:f>
              <c:strCache>
                <c:ptCount val="1"/>
                <c:pt idx="0">
                  <c:v>KIA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LD!$M$32:$M$41</c:f>
              <c:numCache>
                <c:formatCode>General</c:formatCode>
                <c:ptCount val="9"/>
                <c:pt idx="0">
                  <c:v>274</c:v>
                </c:pt>
                <c:pt idx="1">
                  <c:v>170</c:v>
                </c:pt>
                <c:pt idx="2">
                  <c:v>151</c:v>
                </c:pt>
                <c:pt idx="3">
                  <c:v>85</c:v>
                </c:pt>
                <c:pt idx="4">
                  <c:v>65</c:v>
                </c:pt>
                <c:pt idx="5">
                  <c:v>72</c:v>
                </c:pt>
                <c:pt idx="6">
                  <c:v>54</c:v>
                </c:pt>
                <c:pt idx="7">
                  <c:v>58</c:v>
                </c:pt>
                <c:pt idx="8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EAF-4584-9E29-E91D7788EADF}"/>
            </c:ext>
          </c:extLst>
        </c:ser>
        <c:ser>
          <c:idx val="12"/>
          <c:order val="12"/>
          <c:tx>
            <c:strRef>
              <c:f>LD!$N$30:$N$31</c:f>
              <c:strCache>
                <c:ptCount val="1"/>
                <c:pt idx="0">
                  <c:v>MAN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LD!$N$32:$N$41</c:f>
              <c:numCache>
                <c:formatCode>General</c:formatCode>
                <c:ptCount val="9"/>
                <c:pt idx="1">
                  <c:v>2</c:v>
                </c:pt>
                <c:pt idx="3">
                  <c:v>1</c:v>
                </c:pt>
                <c:pt idx="5">
                  <c:v>3</c:v>
                </c:pt>
                <c:pt idx="6">
                  <c:v>2</c:v>
                </c:pt>
                <c:pt idx="7">
                  <c:v>10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AF-4584-9E29-E91D7788EADF}"/>
            </c:ext>
          </c:extLst>
        </c:ser>
        <c:ser>
          <c:idx val="13"/>
          <c:order val="13"/>
          <c:tx>
            <c:strRef>
              <c:f>LD!$O$30:$O$31</c:f>
              <c:strCache>
                <c:ptCount val="1"/>
                <c:pt idx="0">
                  <c:v>MAXUS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LD!$O$32:$O$41</c:f>
              <c:numCache>
                <c:formatCode>General</c:formatCode>
                <c:ptCount val="9"/>
                <c:pt idx="2">
                  <c:v>2</c:v>
                </c:pt>
                <c:pt idx="3">
                  <c:v>2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EAF-4584-9E29-E91D7788EADF}"/>
            </c:ext>
          </c:extLst>
        </c:ser>
        <c:ser>
          <c:idx val="14"/>
          <c:order val="14"/>
          <c:tx>
            <c:strRef>
              <c:f>LD!$P$30:$P$31</c:f>
              <c:strCache>
                <c:ptCount val="1"/>
                <c:pt idx="0">
                  <c:v>MERCEDES BENZ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LD!$P$32:$P$41</c:f>
              <c:numCache>
                <c:formatCode>General</c:formatCode>
                <c:ptCount val="9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6</c:v>
                </c:pt>
                <c:pt idx="7">
                  <c:v>5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EAF-4584-9E29-E91D7788EADF}"/>
            </c:ext>
          </c:extLst>
        </c:ser>
        <c:ser>
          <c:idx val="15"/>
          <c:order val="15"/>
          <c:tx>
            <c:strRef>
              <c:f>LD!$Q$30:$Q$31</c:f>
              <c:strCache>
                <c:ptCount val="1"/>
                <c:pt idx="0">
                  <c:v>MITSUBISHI FUSO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LD!$Q$32:$Q$41</c:f>
              <c:numCache>
                <c:formatCode>General</c:formatCode>
                <c:ptCount val="9"/>
                <c:pt idx="0">
                  <c:v>379</c:v>
                </c:pt>
                <c:pt idx="1">
                  <c:v>234</c:v>
                </c:pt>
                <c:pt idx="2">
                  <c:v>117</c:v>
                </c:pt>
                <c:pt idx="3">
                  <c:v>167</c:v>
                </c:pt>
                <c:pt idx="4">
                  <c:v>195</c:v>
                </c:pt>
                <c:pt idx="5">
                  <c:v>50</c:v>
                </c:pt>
                <c:pt idx="6">
                  <c:v>94</c:v>
                </c:pt>
                <c:pt idx="7">
                  <c:v>89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EAF-4584-9E29-E91D7788EADF}"/>
            </c:ext>
          </c:extLst>
        </c:ser>
        <c:ser>
          <c:idx val="16"/>
          <c:order val="16"/>
          <c:tx>
            <c:strRef>
              <c:f>LD!$R$30:$R$31</c:f>
              <c:strCache>
                <c:ptCount val="1"/>
                <c:pt idx="0">
                  <c:v>SHUI CHEONG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LD!$R$32:$R$41</c:f>
              <c:numCache>
                <c:formatCode>General</c:formatCode>
                <c:ptCount val="9"/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EAF-4584-9E29-E91D7788EADF}"/>
            </c:ext>
          </c:extLst>
        </c:ser>
        <c:ser>
          <c:idx val="17"/>
          <c:order val="17"/>
          <c:tx>
            <c:strRef>
              <c:f>LD!$S$30:$S$31</c:f>
              <c:strCache>
                <c:ptCount val="1"/>
                <c:pt idx="0">
                  <c:v>UD TRUCKS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LD!$S$32:$S$41</c:f>
              <c:numCache>
                <c:formatCode>General</c:formatCode>
                <c:ptCount val="9"/>
                <c:pt idx="0">
                  <c:v>15</c:v>
                </c:pt>
                <c:pt idx="1">
                  <c:v>11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EAF-4584-9E29-E91D7788EADF}"/>
            </c:ext>
          </c:extLst>
        </c:ser>
        <c:ser>
          <c:idx val="18"/>
          <c:order val="18"/>
          <c:tx>
            <c:strRef>
              <c:f>LD!$T$30:$T$31</c:f>
              <c:strCache>
                <c:ptCount val="1"/>
                <c:pt idx="0">
                  <c:v>VOLKSWAGEN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LD!$A$32:$A$41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LD!$T$32:$T$41</c:f>
              <c:numCache>
                <c:formatCode>General</c:formatCode>
                <c:ptCount val="9"/>
                <c:pt idx="6">
                  <c:v>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EAF-4584-9E29-E91D7788E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5537312"/>
        <c:axId val="715534400"/>
      </c:barChart>
      <c:catAx>
        <c:axId val="71553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15534400"/>
        <c:crosses val="autoZero"/>
        <c:auto val="1"/>
        <c:lblAlgn val="ctr"/>
        <c:lblOffset val="100"/>
        <c:noMultiLvlLbl val="0"/>
      </c:catAx>
      <c:valAx>
        <c:axId val="71553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1553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[Summary hk updated ver.xlsx]MD!樞紐分析表1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MD Truck</a:t>
            </a:r>
            <a:r>
              <a:rPr lang="en-US" altLang="zh-TW" baseline="0"/>
              <a:t> 12T-16T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MD!$B$3:$B$4</c:f>
              <c:strCache>
                <c:ptCount val="1"/>
                <c:pt idx="0">
                  <c:v>MGV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MD!$A$5:$A$14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MD!$B$5:$B$14</c:f>
              <c:numCache>
                <c:formatCode>General</c:formatCode>
                <c:ptCount val="9"/>
                <c:pt idx="0">
                  <c:v>1452</c:v>
                </c:pt>
                <c:pt idx="1">
                  <c:v>1063</c:v>
                </c:pt>
                <c:pt idx="2">
                  <c:v>1108</c:v>
                </c:pt>
                <c:pt idx="3">
                  <c:v>1019</c:v>
                </c:pt>
                <c:pt idx="4">
                  <c:v>761</c:v>
                </c:pt>
                <c:pt idx="5">
                  <c:v>337</c:v>
                </c:pt>
                <c:pt idx="6">
                  <c:v>675</c:v>
                </c:pt>
                <c:pt idx="7">
                  <c:v>499</c:v>
                </c:pt>
                <c:pt idx="8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B6-4CD2-93AE-467895192F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381124272"/>
        <c:axId val="1381128848"/>
      </c:barChart>
      <c:catAx>
        <c:axId val="1381124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81128848"/>
        <c:crosses val="autoZero"/>
        <c:auto val="1"/>
        <c:lblAlgn val="ctr"/>
        <c:lblOffset val="100"/>
        <c:noMultiLvlLbl val="0"/>
      </c:catAx>
      <c:valAx>
        <c:axId val="1381128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8112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[Summary hk updated ver.xlsx]MD!樞紐分析表2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MD!$B$27:$B$28</c:f>
              <c:strCache>
                <c:ptCount val="1"/>
                <c:pt idx="0">
                  <c:v>DAF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MD!$B$29:$B$38</c:f>
              <c:numCache>
                <c:formatCode>General</c:formatCode>
                <c:ptCount val="9"/>
                <c:pt idx="0">
                  <c:v>17</c:v>
                </c:pt>
                <c:pt idx="1">
                  <c:v>14</c:v>
                </c:pt>
                <c:pt idx="2">
                  <c:v>11</c:v>
                </c:pt>
                <c:pt idx="3">
                  <c:v>10</c:v>
                </c:pt>
                <c:pt idx="4">
                  <c:v>4</c:v>
                </c:pt>
                <c:pt idx="5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21-4CC3-B218-A76EBB72F00C}"/>
            </c:ext>
          </c:extLst>
        </c:ser>
        <c:ser>
          <c:idx val="1"/>
          <c:order val="1"/>
          <c:tx>
            <c:strRef>
              <c:f>MD!$C$27:$C$28</c:f>
              <c:strCache>
                <c:ptCount val="1"/>
                <c:pt idx="0">
                  <c:v>DONGFENG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MD!$C$29:$C$38</c:f>
              <c:numCache>
                <c:formatCode>General</c:formatCode>
                <c:ptCount val="9"/>
                <c:pt idx="0">
                  <c:v>62</c:v>
                </c:pt>
                <c:pt idx="1">
                  <c:v>24</c:v>
                </c:pt>
                <c:pt idx="2">
                  <c:v>41</c:v>
                </c:pt>
                <c:pt idx="3">
                  <c:v>25</c:v>
                </c:pt>
                <c:pt idx="4">
                  <c:v>28</c:v>
                </c:pt>
                <c:pt idx="5">
                  <c:v>5</c:v>
                </c:pt>
                <c:pt idx="6">
                  <c:v>4</c:v>
                </c:pt>
                <c:pt idx="7">
                  <c:v>10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21-4CC3-B218-A76EBB72F00C}"/>
            </c:ext>
          </c:extLst>
        </c:ser>
        <c:ser>
          <c:idx val="2"/>
          <c:order val="2"/>
          <c:tx>
            <c:strRef>
              <c:f>MD!$D$27:$D$28</c:f>
              <c:strCache>
                <c:ptCount val="1"/>
                <c:pt idx="0">
                  <c:v>FAW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MD!$D$29:$D$38</c:f>
              <c:numCache>
                <c:formatCode>General</c:formatCode>
                <c:ptCount val="9"/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21-4CC3-B218-A76EBB72F00C}"/>
            </c:ext>
          </c:extLst>
        </c:ser>
        <c:ser>
          <c:idx val="3"/>
          <c:order val="3"/>
          <c:tx>
            <c:strRef>
              <c:f>MD!$E$27:$E$28</c:f>
              <c:strCache>
                <c:ptCount val="1"/>
                <c:pt idx="0">
                  <c:v>HINO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MD!$E$29:$E$38</c:f>
              <c:numCache>
                <c:formatCode>General</c:formatCode>
                <c:ptCount val="9"/>
                <c:pt idx="0">
                  <c:v>611</c:v>
                </c:pt>
                <c:pt idx="1">
                  <c:v>407</c:v>
                </c:pt>
                <c:pt idx="2">
                  <c:v>440</c:v>
                </c:pt>
                <c:pt idx="3">
                  <c:v>465</c:v>
                </c:pt>
                <c:pt idx="4">
                  <c:v>319</c:v>
                </c:pt>
                <c:pt idx="5">
                  <c:v>125</c:v>
                </c:pt>
                <c:pt idx="6">
                  <c:v>260</c:v>
                </c:pt>
                <c:pt idx="7">
                  <c:v>178</c:v>
                </c:pt>
                <c:pt idx="8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21-4CC3-B218-A76EBB72F00C}"/>
            </c:ext>
          </c:extLst>
        </c:ser>
        <c:ser>
          <c:idx val="4"/>
          <c:order val="4"/>
          <c:tx>
            <c:strRef>
              <c:f>MD!$F$27:$F$28</c:f>
              <c:strCache>
                <c:ptCount val="1"/>
                <c:pt idx="0">
                  <c:v>ISUZU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MD!$F$29:$F$38</c:f>
              <c:numCache>
                <c:formatCode>General</c:formatCode>
                <c:ptCount val="9"/>
                <c:pt idx="0">
                  <c:v>535</c:v>
                </c:pt>
                <c:pt idx="1">
                  <c:v>436</c:v>
                </c:pt>
                <c:pt idx="2">
                  <c:v>471</c:v>
                </c:pt>
                <c:pt idx="3">
                  <c:v>415</c:v>
                </c:pt>
                <c:pt idx="4">
                  <c:v>329</c:v>
                </c:pt>
                <c:pt idx="5">
                  <c:v>142</c:v>
                </c:pt>
                <c:pt idx="6">
                  <c:v>286</c:v>
                </c:pt>
                <c:pt idx="7">
                  <c:v>250</c:v>
                </c:pt>
                <c:pt idx="8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21-4CC3-B218-A76EBB72F00C}"/>
            </c:ext>
          </c:extLst>
        </c:ser>
        <c:ser>
          <c:idx val="5"/>
          <c:order val="5"/>
          <c:tx>
            <c:strRef>
              <c:f>MD!$G$27:$G$28</c:f>
              <c:strCache>
                <c:ptCount val="1"/>
                <c:pt idx="0">
                  <c:v>IVECO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MD!$G$29:$G$38</c:f>
              <c:numCache>
                <c:formatCode>General</c:formatCode>
                <c:ptCount val="9"/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2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721-4CC3-B218-A76EBB72F00C}"/>
            </c:ext>
          </c:extLst>
        </c:ser>
        <c:ser>
          <c:idx val="6"/>
          <c:order val="6"/>
          <c:tx>
            <c:strRef>
              <c:f>MD!$H$27:$H$28</c:f>
              <c:strCache>
                <c:ptCount val="1"/>
                <c:pt idx="0">
                  <c:v>MAN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MD!$H$29:$H$38</c:f>
              <c:numCache>
                <c:formatCode>General</c:formatCode>
                <c:ptCount val="9"/>
                <c:pt idx="0">
                  <c:v>6</c:v>
                </c:pt>
                <c:pt idx="1">
                  <c:v>9</c:v>
                </c:pt>
                <c:pt idx="2">
                  <c:v>4</c:v>
                </c:pt>
                <c:pt idx="3">
                  <c:v>11</c:v>
                </c:pt>
                <c:pt idx="4">
                  <c:v>5</c:v>
                </c:pt>
                <c:pt idx="5">
                  <c:v>13</c:v>
                </c:pt>
                <c:pt idx="6">
                  <c:v>7</c:v>
                </c:pt>
                <c:pt idx="7">
                  <c:v>4</c:v>
                </c:pt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21-4CC3-B218-A76EBB72F00C}"/>
            </c:ext>
          </c:extLst>
        </c:ser>
        <c:ser>
          <c:idx val="7"/>
          <c:order val="7"/>
          <c:tx>
            <c:strRef>
              <c:f>MD!$I$27:$I$28</c:f>
              <c:strCache>
                <c:ptCount val="1"/>
                <c:pt idx="0">
                  <c:v>MERCEDES BENZ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MD!$I$29:$I$38</c:f>
              <c:numCache>
                <c:formatCode>General</c:formatCode>
                <c:ptCount val="9"/>
                <c:pt idx="0">
                  <c:v>11</c:v>
                </c:pt>
                <c:pt idx="1">
                  <c:v>16</c:v>
                </c:pt>
                <c:pt idx="2">
                  <c:v>19</c:v>
                </c:pt>
                <c:pt idx="3">
                  <c:v>26</c:v>
                </c:pt>
                <c:pt idx="4">
                  <c:v>23</c:v>
                </c:pt>
                <c:pt idx="5">
                  <c:v>7</c:v>
                </c:pt>
                <c:pt idx="6">
                  <c:v>28</c:v>
                </c:pt>
                <c:pt idx="7">
                  <c:v>17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721-4CC3-B218-A76EBB72F00C}"/>
            </c:ext>
          </c:extLst>
        </c:ser>
        <c:ser>
          <c:idx val="8"/>
          <c:order val="8"/>
          <c:tx>
            <c:strRef>
              <c:f>MD!$J$27:$J$28</c:f>
              <c:strCache>
                <c:ptCount val="1"/>
                <c:pt idx="0">
                  <c:v>MITSUBISHI FUSO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MD!$J$29:$J$38</c:f>
              <c:numCache>
                <c:formatCode>General</c:formatCode>
                <c:ptCount val="9"/>
                <c:pt idx="0">
                  <c:v>66</c:v>
                </c:pt>
                <c:pt idx="1">
                  <c:v>25</c:v>
                </c:pt>
                <c:pt idx="2">
                  <c:v>30</c:v>
                </c:pt>
                <c:pt idx="3">
                  <c:v>32</c:v>
                </c:pt>
                <c:pt idx="4">
                  <c:v>5</c:v>
                </c:pt>
                <c:pt idx="5">
                  <c:v>4</c:v>
                </c:pt>
                <c:pt idx="6">
                  <c:v>12</c:v>
                </c:pt>
                <c:pt idx="7">
                  <c:v>10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21-4CC3-B218-A76EBB72F00C}"/>
            </c:ext>
          </c:extLst>
        </c:ser>
        <c:ser>
          <c:idx val="9"/>
          <c:order val="9"/>
          <c:tx>
            <c:strRef>
              <c:f>MD!$K$27:$K$28</c:f>
              <c:strCache>
                <c:ptCount val="1"/>
                <c:pt idx="0">
                  <c:v>SCANIA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MD!$K$29:$K$38</c:f>
              <c:numCache>
                <c:formatCode>General</c:formatCode>
                <c:ptCount val="9"/>
                <c:pt idx="1">
                  <c:v>64</c:v>
                </c:pt>
                <c:pt idx="2">
                  <c:v>54</c:v>
                </c:pt>
                <c:pt idx="3">
                  <c:v>23</c:v>
                </c:pt>
                <c:pt idx="4">
                  <c:v>30</c:v>
                </c:pt>
                <c:pt idx="5">
                  <c:v>31</c:v>
                </c:pt>
                <c:pt idx="6">
                  <c:v>69</c:v>
                </c:pt>
                <c:pt idx="7">
                  <c:v>23</c:v>
                </c:pt>
                <c:pt idx="8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721-4CC3-B218-A76EBB72F00C}"/>
            </c:ext>
          </c:extLst>
        </c:ser>
        <c:ser>
          <c:idx val="10"/>
          <c:order val="10"/>
          <c:tx>
            <c:strRef>
              <c:f>MD!$L$27:$L$28</c:f>
              <c:strCache>
                <c:ptCount val="1"/>
                <c:pt idx="0">
                  <c:v>SINOTRUK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MD!$L$29:$L$38</c:f>
              <c:numCache>
                <c:formatCode>General</c:formatCode>
                <c:ptCount val="9"/>
                <c:pt idx="0">
                  <c:v>15</c:v>
                </c:pt>
                <c:pt idx="1">
                  <c:v>10</c:v>
                </c:pt>
                <c:pt idx="2">
                  <c:v>6</c:v>
                </c:pt>
                <c:pt idx="3">
                  <c:v>1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21-4CC3-B218-A76EBB72F00C}"/>
            </c:ext>
          </c:extLst>
        </c:ser>
        <c:ser>
          <c:idx val="11"/>
          <c:order val="11"/>
          <c:tx>
            <c:strRef>
              <c:f>MD!$M$27:$M$28</c:f>
              <c:strCache>
                <c:ptCount val="1"/>
                <c:pt idx="0">
                  <c:v>UD TRUCKS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MD!$M$29:$M$38</c:f>
              <c:numCache>
                <c:formatCode>General</c:formatCode>
                <c:ptCount val="9"/>
                <c:pt idx="0">
                  <c:v>92</c:v>
                </c:pt>
                <c:pt idx="1">
                  <c:v>37</c:v>
                </c:pt>
                <c:pt idx="2">
                  <c:v>15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721-4CC3-B218-A76EBB72F00C}"/>
            </c:ext>
          </c:extLst>
        </c:ser>
        <c:ser>
          <c:idx val="12"/>
          <c:order val="12"/>
          <c:tx>
            <c:strRef>
              <c:f>MD!$N$27:$N$28</c:f>
              <c:strCache>
                <c:ptCount val="1"/>
                <c:pt idx="0">
                  <c:v>VOLVO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MD!$A$29:$A$38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MD!$N$29:$N$38</c:f>
              <c:numCache>
                <c:formatCode>General</c:formatCode>
                <c:ptCount val="9"/>
                <c:pt idx="0">
                  <c:v>37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  <c:pt idx="4">
                  <c:v>11</c:v>
                </c:pt>
                <c:pt idx="5">
                  <c:v>1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21-4CC3-B218-A76EBB72F0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5549792"/>
        <c:axId val="715533984"/>
      </c:barChart>
      <c:catAx>
        <c:axId val="71554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15533984"/>
        <c:crosses val="autoZero"/>
        <c:auto val="1"/>
        <c:lblAlgn val="ctr"/>
        <c:lblOffset val="100"/>
        <c:noMultiLvlLbl val="0"/>
      </c:catAx>
      <c:valAx>
        <c:axId val="715533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15549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86387F-064E-4DA2-A064-19C7F9B265D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FFB53C5E-066D-475C-968C-A972A5B72C45}">
      <dgm:prSet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600" dirty="0" smtClean="0"/>
            <a:t>Willy Chen</a:t>
          </a:r>
        </a:p>
        <a:p>
          <a:pPr algn="l" rtl="0">
            <a:lnSpc>
              <a:spcPct val="100000"/>
            </a:lnSpc>
          </a:pPr>
          <a:r>
            <a:rPr lang="en-US" altLang="zh-TW" sz="1200" dirty="0" smtClean="0"/>
            <a:t>Executive Director</a:t>
          </a:r>
          <a:endParaRPr lang="zh-TW" sz="1200" dirty="0"/>
        </a:p>
      </dgm:t>
    </dgm:pt>
    <dgm:pt modelId="{4E54D29F-48C0-486B-AC30-9E4B6F9B1541}" type="parTrans" cxnId="{94BD316B-A744-44B1-B264-05F4F60A66E4}">
      <dgm:prSet/>
      <dgm:spPr/>
      <dgm:t>
        <a:bodyPr/>
        <a:lstStyle/>
        <a:p>
          <a:endParaRPr lang="zh-TW" altLang="en-US"/>
        </a:p>
      </dgm:t>
    </dgm:pt>
    <dgm:pt modelId="{B2BDAB1D-7F58-460E-AFF4-6269145ED7DC}" type="sibTrans" cxnId="{94BD316B-A744-44B1-B264-05F4F60A66E4}">
      <dgm:prSet/>
      <dgm:spPr/>
      <dgm:t>
        <a:bodyPr/>
        <a:lstStyle/>
        <a:p>
          <a:endParaRPr lang="zh-TW" altLang="en-US"/>
        </a:p>
      </dgm:t>
    </dgm:pt>
    <dgm:pt modelId="{8AE5A0CB-2B0C-464C-A959-07ACCB288DA2}">
      <dgm:prSet custT="1"/>
      <dgm:spPr/>
      <dgm:t>
        <a:bodyPr/>
        <a:lstStyle/>
        <a:p>
          <a:pPr algn="l" rtl="0"/>
          <a:r>
            <a:rPr lang="en-US" sz="1600" dirty="0" smtClean="0"/>
            <a:t>Tony Ng</a:t>
          </a:r>
        </a:p>
        <a:p>
          <a:pPr algn="l" rtl="0"/>
          <a:r>
            <a:rPr lang="en-US" altLang="zh-TW" sz="1200" dirty="0" smtClean="0"/>
            <a:t>Aftersales Manager</a:t>
          </a:r>
          <a:endParaRPr lang="zh-TW" sz="1200" dirty="0"/>
        </a:p>
      </dgm:t>
    </dgm:pt>
    <dgm:pt modelId="{1D785D7A-1100-4911-B281-582A7450D123}" type="parTrans" cxnId="{8208C968-ED3B-41A0-8356-49583D579B37}">
      <dgm:prSet/>
      <dgm:spPr/>
      <dgm:t>
        <a:bodyPr/>
        <a:lstStyle/>
        <a:p>
          <a:endParaRPr lang="zh-TW" altLang="en-US"/>
        </a:p>
      </dgm:t>
    </dgm:pt>
    <dgm:pt modelId="{7596EC45-9115-4A3F-9831-10C3625CCE9B}" type="sibTrans" cxnId="{8208C968-ED3B-41A0-8356-49583D579B37}">
      <dgm:prSet/>
      <dgm:spPr/>
      <dgm:t>
        <a:bodyPr/>
        <a:lstStyle/>
        <a:p>
          <a:endParaRPr lang="zh-TW" altLang="en-US"/>
        </a:p>
      </dgm:t>
    </dgm:pt>
    <dgm:pt modelId="{05D98A35-5511-487C-AF3F-7B376341BD22}">
      <dgm:prSet custT="1"/>
      <dgm:spPr/>
      <dgm:t>
        <a:bodyPr/>
        <a:lstStyle/>
        <a:p>
          <a:pPr algn="l" rtl="0"/>
          <a:r>
            <a:rPr lang="en-US" sz="1600" dirty="0" smtClean="0"/>
            <a:t>Kinson Tang</a:t>
          </a:r>
        </a:p>
        <a:p>
          <a:pPr algn="l" rtl="0"/>
          <a:r>
            <a:rPr lang="en-US" altLang="zh-TW" sz="1200" dirty="0" smtClean="0"/>
            <a:t>Sales Manager</a:t>
          </a:r>
          <a:endParaRPr lang="zh-TW" sz="1200" dirty="0"/>
        </a:p>
      </dgm:t>
    </dgm:pt>
    <dgm:pt modelId="{60C551C6-065D-4149-B704-EC06903EA226}" type="parTrans" cxnId="{C095CD11-FB0F-499A-AD0F-E57B4A7316E7}">
      <dgm:prSet/>
      <dgm:spPr/>
      <dgm:t>
        <a:bodyPr/>
        <a:lstStyle/>
        <a:p>
          <a:endParaRPr lang="zh-TW" altLang="en-US"/>
        </a:p>
      </dgm:t>
    </dgm:pt>
    <dgm:pt modelId="{ACFA6631-A92C-4F59-AD7E-3F75F5E0AD14}" type="sibTrans" cxnId="{C095CD11-FB0F-499A-AD0F-E57B4A7316E7}">
      <dgm:prSet/>
      <dgm:spPr/>
      <dgm:t>
        <a:bodyPr/>
        <a:lstStyle/>
        <a:p>
          <a:endParaRPr lang="zh-TW" altLang="en-US"/>
        </a:p>
      </dgm:t>
    </dgm:pt>
    <dgm:pt modelId="{ABC73D61-A26F-47B5-9B0E-5FE66EF340D1}">
      <dgm:prSet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Laurent Tse</a:t>
          </a:r>
        </a:p>
        <a:p>
          <a:pPr algn="l" rtl="0"/>
          <a:r>
            <a:rPr lang="en-US" altLang="zh-TW" sz="1400" dirty="0" smtClean="0"/>
            <a:t>Commercial Manager</a:t>
          </a:r>
          <a:endParaRPr lang="zh-TW" sz="1400" dirty="0"/>
        </a:p>
      </dgm:t>
    </dgm:pt>
    <dgm:pt modelId="{2482F18A-E012-49FF-A631-9BD95036B791}" type="parTrans" cxnId="{4F8C3A65-1609-430E-86B9-C46FCFCF6BE9}">
      <dgm:prSet/>
      <dgm:spPr/>
      <dgm:t>
        <a:bodyPr/>
        <a:lstStyle/>
        <a:p>
          <a:endParaRPr lang="zh-TW" altLang="en-US"/>
        </a:p>
      </dgm:t>
    </dgm:pt>
    <dgm:pt modelId="{C92EC231-5F79-450F-9C3A-2760685D8A0F}" type="sibTrans" cxnId="{4F8C3A65-1609-430E-86B9-C46FCFCF6BE9}">
      <dgm:prSet/>
      <dgm:spPr/>
      <dgm:t>
        <a:bodyPr/>
        <a:lstStyle/>
        <a:p>
          <a:endParaRPr lang="zh-TW" altLang="en-US"/>
        </a:p>
      </dgm:t>
    </dgm:pt>
    <dgm:pt modelId="{6C1FA1E0-33CA-4D53-B038-F7F1720FBB4E}">
      <dgm:prSet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Roy Lam</a:t>
          </a:r>
        </a:p>
        <a:p>
          <a:pPr algn="l" rtl="0"/>
          <a:r>
            <a:rPr lang="en-US" altLang="zh-TW" sz="1400" dirty="0" smtClean="0"/>
            <a:t>Product Manager</a:t>
          </a:r>
          <a:endParaRPr lang="zh-TW" sz="1400" dirty="0"/>
        </a:p>
      </dgm:t>
    </dgm:pt>
    <dgm:pt modelId="{7B867273-FDCC-48B5-9F90-89202DDE2F65}" type="parTrans" cxnId="{F811FC24-FF09-483E-9D6A-FB41E5333E28}">
      <dgm:prSet/>
      <dgm:spPr/>
      <dgm:t>
        <a:bodyPr/>
        <a:lstStyle/>
        <a:p>
          <a:endParaRPr lang="zh-TW" altLang="en-US"/>
        </a:p>
      </dgm:t>
    </dgm:pt>
    <dgm:pt modelId="{38DA5E01-C56E-4749-B01C-19E05158A873}" type="sibTrans" cxnId="{F811FC24-FF09-483E-9D6A-FB41E5333E28}">
      <dgm:prSet/>
      <dgm:spPr/>
      <dgm:t>
        <a:bodyPr/>
        <a:lstStyle/>
        <a:p>
          <a:endParaRPr lang="zh-TW" altLang="en-US"/>
        </a:p>
      </dgm:t>
    </dgm:pt>
    <dgm:pt modelId="{847A5894-322C-48FC-A2C5-71E5661B3D34}">
      <dgm:prSet custT="1"/>
      <dgm:spPr/>
      <dgm:t>
        <a:bodyPr/>
        <a:lstStyle/>
        <a:p>
          <a:pPr algn="l" rtl="0"/>
          <a:r>
            <a:rPr lang="en-US" sz="1600" dirty="0" smtClean="0"/>
            <a:t>Dick Chan</a:t>
          </a:r>
        </a:p>
        <a:p>
          <a:pPr algn="l" rtl="0"/>
          <a:r>
            <a:rPr lang="en-US" altLang="zh-TW" sz="1100" dirty="0" smtClean="0"/>
            <a:t>Sales Operation Manager</a:t>
          </a:r>
          <a:endParaRPr lang="zh-TW" sz="1100" dirty="0"/>
        </a:p>
      </dgm:t>
    </dgm:pt>
    <dgm:pt modelId="{784ED82C-D9FA-42CB-B9BE-A3B712B85583}" type="parTrans" cxnId="{E20C9DEF-D6E5-468D-B6A2-9BCA2A66BD21}">
      <dgm:prSet/>
      <dgm:spPr/>
      <dgm:t>
        <a:bodyPr/>
        <a:lstStyle/>
        <a:p>
          <a:endParaRPr lang="zh-TW" altLang="en-US"/>
        </a:p>
      </dgm:t>
    </dgm:pt>
    <dgm:pt modelId="{9BBCF981-892A-407A-BF99-42FFD07F30EA}" type="sibTrans" cxnId="{E20C9DEF-D6E5-468D-B6A2-9BCA2A66BD21}">
      <dgm:prSet/>
      <dgm:spPr/>
      <dgm:t>
        <a:bodyPr/>
        <a:lstStyle/>
        <a:p>
          <a:endParaRPr lang="zh-TW" altLang="en-US"/>
        </a:p>
      </dgm:t>
    </dgm:pt>
    <dgm:pt modelId="{64EEB269-F86A-4117-842F-FC2956DDD19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Reinhard Wang</a:t>
          </a:r>
        </a:p>
        <a:p>
          <a:pPr algn="l" rtl="0"/>
          <a:r>
            <a:rPr lang="en-US" altLang="zh-TW" sz="900" dirty="0" smtClean="0"/>
            <a:t>Assistant General Manager- Aftersales</a:t>
          </a:r>
          <a:endParaRPr lang="zh-TW" sz="900" dirty="0"/>
        </a:p>
      </dgm:t>
    </dgm:pt>
    <dgm:pt modelId="{E1490BA8-E709-4407-9D48-08B373928F82}" type="parTrans" cxnId="{558B463C-562A-4823-9BF3-D6FCA4402A1D}">
      <dgm:prSet/>
      <dgm:spPr/>
      <dgm:t>
        <a:bodyPr/>
        <a:lstStyle/>
        <a:p>
          <a:endParaRPr lang="zh-TW" altLang="en-US"/>
        </a:p>
      </dgm:t>
    </dgm:pt>
    <dgm:pt modelId="{DB4344A6-2A43-4540-B5C0-52307BEAA7FC}" type="sibTrans" cxnId="{558B463C-562A-4823-9BF3-D6FCA4402A1D}">
      <dgm:prSet/>
      <dgm:spPr/>
      <dgm:t>
        <a:bodyPr/>
        <a:lstStyle/>
        <a:p>
          <a:endParaRPr lang="zh-TW" altLang="en-US"/>
        </a:p>
      </dgm:t>
    </dgm:pt>
    <dgm:pt modelId="{586C8819-DD27-4D4E-AF27-3732B1161BCA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Vincent Sun</a:t>
          </a:r>
        </a:p>
        <a:p>
          <a:pPr algn="l" rtl="0"/>
          <a:r>
            <a:rPr lang="en-US" altLang="zh-TW" sz="1400" dirty="0" smtClean="0"/>
            <a:t>Product Manager</a:t>
          </a:r>
          <a:endParaRPr lang="zh-TW" sz="1400" dirty="0"/>
        </a:p>
      </dgm:t>
    </dgm:pt>
    <dgm:pt modelId="{D87C37EE-E86B-4BB3-AF0E-1965CA05CD4E}" type="parTrans" cxnId="{12219D45-3A74-42C9-BEED-894FFC143E82}">
      <dgm:prSet/>
      <dgm:spPr/>
      <dgm:t>
        <a:bodyPr/>
        <a:lstStyle/>
        <a:p>
          <a:endParaRPr lang="zh-TW" altLang="en-US"/>
        </a:p>
      </dgm:t>
    </dgm:pt>
    <dgm:pt modelId="{25F8A21F-EE1F-4F41-BF85-CE43DC8D692F}" type="sibTrans" cxnId="{12219D45-3A74-42C9-BEED-894FFC143E82}">
      <dgm:prSet/>
      <dgm:spPr/>
      <dgm:t>
        <a:bodyPr/>
        <a:lstStyle/>
        <a:p>
          <a:endParaRPr lang="zh-TW" altLang="en-US"/>
        </a:p>
      </dgm:t>
    </dgm:pt>
    <dgm:pt modelId="{37696F74-80AA-4AE1-90EF-2D4D3966C304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Phyona Wang</a:t>
          </a:r>
        </a:p>
        <a:p>
          <a:pPr algn="l" rtl="0"/>
          <a:r>
            <a:rPr lang="en-US" altLang="zh-TW" sz="1000" dirty="0" smtClean="0"/>
            <a:t>Assistant General Manager- Truck Operation</a:t>
          </a:r>
          <a:endParaRPr lang="zh-TW" sz="1000" dirty="0"/>
        </a:p>
      </dgm:t>
    </dgm:pt>
    <dgm:pt modelId="{0DD9529C-5A01-442F-BABB-32F10B8AA26D}" type="parTrans" cxnId="{4F996DBA-F100-4940-B563-051929CC2715}">
      <dgm:prSet/>
      <dgm:spPr/>
      <dgm:t>
        <a:bodyPr/>
        <a:lstStyle/>
        <a:p>
          <a:endParaRPr lang="zh-TW" altLang="en-US"/>
        </a:p>
      </dgm:t>
    </dgm:pt>
    <dgm:pt modelId="{A6C456A1-0E7A-4AE3-85CE-F6D2088126B3}" type="sibTrans" cxnId="{4F996DBA-F100-4940-B563-051929CC2715}">
      <dgm:prSet/>
      <dgm:spPr/>
      <dgm:t>
        <a:bodyPr/>
        <a:lstStyle/>
        <a:p>
          <a:endParaRPr lang="zh-TW" altLang="en-US"/>
        </a:p>
      </dgm:t>
    </dgm:pt>
    <dgm:pt modelId="{1F05CBD4-7482-4614-8A36-CFEF49343F7B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Bonnie Chen</a:t>
          </a:r>
        </a:p>
        <a:p>
          <a:pPr algn="l" rtl="0"/>
          <a:r>
            <a:rPr lang="en-US" altLang="zh-TW" sz="1000" dirty="0" smtClean="0"/>
            <a:t>Assistant General Manager- Bus Operation &amp; Marketing</a:t>
          </a:r>
          <a:endParaRPr lang="zh-TW" sz="1000" dirty="0"/>
        </a:p>
      </dgm:t>
    </dgm:pt>
    <dgm:pt modelId="{39DCD6CB-7602-4DDA-B2A5-F632156BA612}" type="parTrans" cxnId="{A9411D43-6AB8-4D94-98C2-FBEDDC2C7716}">
      <dgm:prSet/>
      <dgm:spPr/>
      <dgm:t>
        <a:bodyPr/>
        <a:lstStyle/>
        <a:p>
          <a:endParaRPr lang="zh-TW" altLang="en-US"/>
        </a:p>
      </dgm:t>
    </dgm:pt>
    <dgm:pt modelId="{FB426470-5F0A-4E6C-AB17-DF727143849B}" type="sibTrans" cxnId="{A9411D43-6AB8-4D94-98C2-FBEDDC2C7716}">
      <dgm:prSet/>
      <dgm:spPr/>
      <dgm:t>
        <a:bodyPr/>
        <a:lstStyle/>
        <a:p>
          <a:endParaRPr lang="zh-TW" altLang="en-US"/>
        </a:p>
      </dgm:t>
    </dgm:pt>
    <dgm:pt modelId="{27A1E807-A01B-47D8-BB3A-94D34502040B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sz="1600" dirty="0" smtClean="0"/>
            <a:t>Page Chang</a:t>
          </a:r>
        </a:p>
        <a:p>
          <a:pPr algn="l" rtl="0"/>
          <a:r>
            <a:rPr lang="en-US" altLang="zh-TW" sz="1300" dirty="0" smtClean="0"/>
            <a:t>Logistic &amp; Sales Support Manager</a:t>
          </a:r>
          <a:endParaRPr lang="zh-TW" sz="1300" dirty="0"/>
        </a:p>
      </dgm:t>
    </dgm:pt>
    <dgm:pt modelId="{5D2A7CE1-1DE7-4B8E-87E1-77DBEA63CE47}" type="parTrans" cxnId="{FEE1B84D-2E90-46FC-988D-71C6100AFA34}">
      <dgm:prSet/>
      <dgm:spPr/>
      <dgm:t>
        <a:bodyPr/>
        <a:lstStyle/>
        <a:p>
          <a:endParaRPr lang="zh-TW" altLang="en-US"/>
        </a:p>
      </dgm:t>
    </dgm:pt>
    <dgm:pt modelId="{E68F9EFD-214D-4272-9DB4-26E5689DC22B}" type="sibTrans" cxnId="{FEE1B84D-2E90-46FC-988D-71C6100AFA34}">
      <dgm:prSet/>
      <dgm:spPr/>
      <dgm:t>
        <a:bodyPr/>
        <a:lstStyle/>
        <a:p>
          <a:endParaRPr lang="zh-TW" altLang="en-US"/>
        </a:p>
      </dgm:t>
    </dgm:pt>
    <dgm:pt modelId="{75CC0A18-F9AE-457D-9359-6C0BF6D5907D}" type="pres">
      <dgm:prSet presAssocID="{7F86387F-064E-4DA2-A064-19C7F9B265D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6419E882-D25F-4240-8AD8-94C128012CF7}" type="pres">
      <dgm:prSet presAssocID="{FFB53C5E-066D-475C-968C-A972A5B72C45}" presName="root1" presStyleCnt="0"/>
      <dgm:spPr/>
    </dgm:pt>
    <dgm:pt modelId="{C63E7635-0569-4DB1-BB1C-99160353E6B9}" type="pres">
      <dgm:prSet presAssocID="{FFB53C5E-066D-475C-968C-A972A5B72C45}" presName="LevelOneTextNode" presStyleLbl="node0" presStyleIdx="0" presStyleCnt="1" custAng="5400000" custScaleX="129314" custScaleY="63142" custLinFactX="-200000" custLinFactNeighborX="-258842" custLinFactNeighborY="-886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77069D1-5B8C-4592-82A2-8EAD05C3A14D}" type="pres">
      <dgm:prSet presAssocID="{FFB53C5E-066D-475C-968C-A972A5B72C45}" presName="level2hierChild" presStyleCnt="0"/>
      <dgm:spPr/>
    </dgm:pt>
    <dgm:pt modelId="{BC0CCD5A-46A8-4F59-9E53-351099EA1AB8}" type="pres">
      <dgm:prSet presAssocID="{1D785D7A-1100-4911-B281-582A7450D123}" presName="conn2-1" presStyleLbl="parChTrans1D2" presStyleIdx="0" presStyleCnt="8"/>
      <dgm:spPr/>
      <dgm:t>
        <a:bodyPr/>
        <a:lstStyle/>
        <a:p>
          <a:endParaRPr lang="zh-TW" altLang="en-US"/>
        </a:p>
      </dgm:t>
    </dgm:pt>
    <dgm:pt modelId="{22641416-B9E4-4806-9431-3A8D2EB1F6AE}" type="pres">
      <dgm:prSet presAssocID="{1D785D7A-1100-4911-B281-582A7450D123}" presName="connTx" presStyleLbl="parChTrans1D2" presStyleIdx="0" presStyleCnt="8"/>
      <dgm:spPr/>
      <dgm:t>
        <a:bodyPr/>
        <a:lstStyle/>
        <a:p>
          <a:endParaRPr lang="zh-TW" altLang="en-US"/>
        </a:p>
      </dgm:t>
    </dgm:pt>
    <dgm:pt modelId="{B76EA6BD-9ACC-458C-977E-F6F9F0079A28}" type="pres">
      <dgm:prSet presAssocID="{8AE5A0CB-2B0C-464C-A959-07ACCB288DA2}" presName="root2" presStyleCnt="0"/>
      <dgm:spPr/>
    </dgm:pt>
    <dgm:pt modelId="{CD49C6A8-CED4-4BF5-B1FA-525EB37ABA71}" type="pres">
      <dgm:prSet presAssocID="{8AE5A0CB-2B0C-464C-A959-07ACCB288DA2}" presName="LevelTwoTextNode" presStyleLbl="node2" presStyleIdx="0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F090398-7901-48EE-AAA6-F624CA73AA44}" type="pres">
      <dgm:prSet presAssocID="{8AE5A0CB-2B0C-464C-A959-07ACCB288DA2}" presName="level3hierChild" presStyleCnt="0"/>
      <dgm:spPr/>
    </dgm:pt>
    <dgm:pt modelId="{768EF0FD-ADFD-46D6-AF5C-7ECD76AA83E0}" type="pres">
      <dgm:prSet presAssocID="{60C551C6-065D-4149-B704-EC06903EA226}" presName="conn2-1" presStyleLbl="parChTrans1D2" presStyleIdx="1" presStyleCnt="8"/>
      <dgm:spPr/>
      <dgm:t>
        <a:bodyPr/>
        <a:lstStyle/>
        <a:p>
          <a:endParaRPr lang="zh-TW" altLang="en-US"/>
        </a:p>
      </dgm:t>
    </dgm:pt>
    <dgm:pt modelId="{504A714B-9BBB-465B-95C9-5DF8D95F3325}" type="pres">
      <dgm:prSet presAssocID="{60C551C6-065D-4149-B704-EC06903EA226}" presName="connTx" presStyleLbl="parChTrans1D2" presStyleIdx="1" presStyleCnt="8"/>
      <dgm:spPr/>
      <dgm:t>
        <a:bodyPr/>
        <a:lstStyle/>
        <a:p>
          <a:endParaRPr lang="zh-TW" altLang="en-US"/>
        </a:p>
      </dgm:t>
    </dgm:pt>
    <dgm:pt modelId="{5C7B63C2-32AE-4137-A46E-B0B31880E29A}" type="pres">
      <dgm:prSet presAssocID="{05D98A35-5511-487C-AF3F-7B376341BD22}" presName="root2" presStyleCnt="0"/>
      <dgm:spPr/>
    </dgm:pt>
    <dgm:pt modelId="{CEF7B46F-E6BE-4BCC-95E1-BE7A243D6863}" type="pres">
      <dgm:prSet presAssocID="{05D98A35-5511-487C-AF3F-7B376341BD22}" presName="LevelTwoTextNode" presStyleLbl="node2" presStyleIdx="1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282F2CA-B823-452C-B7BC-5775FB900FCC}" type="pres">
      <dgm:prSet presAssocID="{05D98A35-5511-487C-AF3F-7B376341BD22}" presName="level3hierChild" presStyleCnt="0"/>
      <dgm:spPr/>
    </dgm:pt>
    <dgm:pt modelId="{12640A86-50B8-40C2-9105-39BCA4829F74}" type="pres">
      <dgm:prSet presAssocID="{2482F18A-E012-49FF-A631-9BD95036B791}" presName="conn2-1" presStyleLbl="parChTrans1D3" presStyleIdx="0" presStyleCnt="2"/>
      <dgm:spPr/>
      <dgm:t>
        <a:bodyPr/>
        <a:lstStyle/>
        <a:p>
          <a:endParaRPr lang="zh-TW" altLang="en-US"/>
        </a:p>
      </dgm:t>
    </dgm:pt>
    <dgm:pt modelId="{97FA6F0A-1559-4E8E-939E-935CA81A1D0A}" type="pres">
      <dgm:prSet presAssocID="{2482F18A-E012-49FF-A631-9BD95036B791}" presName="connTx" presStyleLbl="parChTrans1D3" presStyleIdx="0" presStyleCnt="2"/>
      <dgm:spPr/>
      <dgm:t>
        <a:bodyPr/>
        <a:lstStyle/>
        <a:p>
          <a:endParaRPr lang="zh-TW" altLang="en-US"/>
        </a:p>
      </dgm:t>
    </dgm:pt>
    <dgm:pt modelId="{28D8F920-438A-4D60-9B70-4896C4B8F21E}" type="pres">
      <dgm:prSet presAssocID="{ABC73D61-A26F-47B5-9B0E-5FE66EF340D1}" presName="root2" presStyleCnt="0"/>
      <dgm:spPr/>
    </dgm:pt>
    <dgm:pt modelId="{95C2708C-112B-49DA-A823-B1E01A531D72}" type="pres">
      <dgm:prSet presAssocID="{ABC73D61-A26F-47B5-9B0E-5FE66EF340D1}" presName="LevelTwoTextNode" presStyleLbl="node3" presStyleIdx="0" presStyleCnt="2" custScaleX="14127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E2274DD-256A-45F5-A852-757760F75CD3}" type="pres">
      <dgm:prSet presAssocID="{ABC73D61-A26F-47B5-9B0E-5FE66EF340D1}" presName="level3hierChild" presStyleCnt="0"/>
      <dgm:spPr/>
    </dgm:pt>
    <dgm:pt modelId="{336BE6C8-733B-4235-BA78-83961585CFC2}" type="pres">
      <dgm:prSet presAssocID="{7B867273-FDCC-48B5-9F90-89202DDE2F65}" presName="conn2-1" presStyleLbl="parChTrans1D3" presStyleIdx="1" presStyleCnt="2"/>
      <dgm:spPr/>
      <dgm:t>
        <a:bodyPr/>
        <a:lstStyle/>
        <a:p>
          <a:endParaRPr lang="zh-TW" altLang="en-US"/>
        </a:p>
      </dgm:t>
    </dgm:pt>
    <dgm:pt modelId="{810B14A7-C8B3-4DC1-8F8A-EED050037F4C}" type="pres">
      <dgm:prSet presAssocID="{7B867273-FDCC-48B5-9F90-89202DDE2F65}" presName="connTx" presStyleLbl="parChTrans1D3" presStyleIdx="1" presStyleCnt="2"/>
      <dgm:spPr/>
      <dgm:t>
        <a:bodyPr/>
        <a:lstStyle/>
        <a:p>
          <a:endParaRPr lang="zh-TW" altLang="en-US"/>
        </a:p>
      </dgm:t>
    </dgm:pt>
    <dgm:pt modelId="{369AC3EA-5284-4C15-867C-60F7716A1029}" type="pres">
      <dgm:prSet presAssocID="{6C1FA1E0-33CA-4D53-B038-F7F1720FBB4E}" presName="root2" presStyleCnt="0"/>
      <dgm:spPr/>
    </dgm:pt>
    <dgm:pt modelId="{D48FFF62-7151-4E1B-AE45-11910F2AFD3C}" type="pres">
      <dgm:prSet presAssocID="{6C1FA1E0-33CA-4D53-B038-F7F1720FBB4E}" presName="LevelTwoTextNode" presStyleLbl="node3" presStyleIdx="1" presStyleCnt="2" custScaleX="14127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D14AF9-7C4C-41AC-B022-B12EB774ACDC}" type="pres">
      <dgm:prSet presAssocID="{6C1FA1E0-33CA-4D53-B038-F7F1720FBB4E}" presName="level3hierChild" presStyleCnt="0"/>
      <dgm:spPr/>
    </dgm:pt>
    <dgm:pt modelId="{3FFBC60D-67DD-4F0E-8752-FA694D17FF20}" type="pres">
      <dgm:prSet presAssocID="{784ED82C-D9FA-42CB-B9BE-A3B712B85583}" presName="conn2-1" presStyleLbl="parChTrans1D2" presStyleIdx="2" presStyleCnt="8"/>
      <dgm:spPr/>
      <dgm:t>
        <a:bodyPr/>
        <a:lstStyle/>
        <a:p>
          <a:endParaRPr lang="zh-TW" altLang="en-US"/>
        </a:p>
      </dgm:t>
    </dgm:pt>
    <dgm:pt modelId="{65311676-4BCC-4129-B58F-B8DD00208DCB}" type="pres">
      <dgm:prSet presAssocID="{784ED82C-D9FA-42CB-B9BE-A3B712B85583}" presName="connTx" presStyleLbl="parChTrans1D2" presStyleIdx="2" presStyleCnt="8"/>
      <dgm:spPr/>
      <dgm:t>
        <a:bodyPr/>
        <a:lstStyle/>
        <a:p>
          <a:endParaRPr lang="zh-TW" altLang="en-US"/>
        </a:p>
      </dgm:t>
    </dgm:pt>
    <dgm:pt modelId="{A6D46CD0-2A08-4152-A301-76BCF5F7A4E3}" type="pres">
      <dgm:prSet presAssocID="{847A5894-322C-48FC-A2C5-71E5661B3D34}" presName="root2" presStyleCnt="0"/>
      <dgm:spPr/>
    </dgm:pt>
    <dgm:pt modelId="{C9299AB1-50BA-49FA-AAE3-A9D67DD232DE}" type="pres">
      <dgm:prSet presAssocID="{847A5894-322C-48FC-A2C5-71E5661B3D34}" presName="LevelTwoTextNode" presStyleLbl="node2" presStyleIdx="2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2E29342-6B26-4BA1-A519-802A95821CBF}" type="pres">
      <dgm:prSet presAssocID="{847A5894-322C-48FC-A2C5-71E5661B3D34}" presName="level3hierChild" presStyleCnt="0"/>
      <dgm:spPr/>
    </dgm:pt>
    <dgm:pt modelId="{2052CD65-8B77-4294-B3B2-489FF288D113}" type="pres">
      <dgm:prSet presAssocID="{E1490BA8-E709-4407-9D48-08B373928F82}" presName="conn2-1" presStyleLbl="parChTrans1D2" presStyleIdx="3" presStyleCnt="8"/>
      <dgm:spPr/>
      <dgm:t>
        <a:bodyPr/>
        <a:lstStyle/>
        <a:p>
          <a:endParaRPr lang="zh-TW" altLang="en-US"/>
        </a:p>
      </dgm:t>
    </dgm:pt>
    <dgm:pt modelId="{0E2B3707-D782-4C5E-8825-68D068B1C6D3}" type="pres">
      <dgm:prSet presAssocID="{E1490BA8-E709-4407-9D48-08B373928F82}" presName="connTx" presStyleLbl="parChTrans1D2" presStyleIdx="3" presStyleCnt="8"/>
      <dgm:spPr/>
      <dgm:t>
        <a:bodyPr/>
        <a:lstStyle/>
        <a:p>
          <a:endParaRPr lang="zh-TW" altLang="en-US"/>
        </a:p>
      </dgm:t>
    </dgm:pt>
    <dgm:pt modelId="{D6C21851-15FA-4773-9AAF-D16B09F9F411}" type="pres">
      <dgm:prSet presAssocID="{64EEB269-F86A-4117-842F-FC2956DDD190}" presName="root2" presStyleCnt="0"/>
      <dgm:spPr/>
    </dgm:pt>
    <dgm:pt modelId="{0516F1BE-5A15-4557-B06F-04CEFA22D649}" type="pres">
      <dgm:prSet presAssocID="{64EEB269-F86A-4117-842F-FC2956DDD190}" presName="LevelTwoTextNode" presStyleLbl="node2" presStyleIdx="3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5BEE415-E2E4-496F-8D87-3B7C5963925E}" type="pres">
      <dgm:prSet presAssocID="{64EEB269-F86A-4117-842F-FC2956DDD190}" presName="level3hierChild" presStyleCnt="0"/>
      <dgm:spPr/>
    </dgm:pt>
    <dgm:pt modelId="{83149BA0-BE0E-4D21-B14F-B8375596C4DC}" type="pres">
      <dgm:prSet presAssocID="{D87C37EE-E86B-4BB3-AF0E-1965CA05CD4E}" presName="conn2-1" presStyleLbl="parChTrans1D2" presStyleIdx="4" presStyleCnt="8"/>
      <dgm:spPr/>
      <dgm:t>
        <a:bodyPr/>
        <a:lstStyle/>
        <a:p>
          <a:endParaRPr lang="zh-TW" altLang="en-US"/>
        </a:p>
      </dgm:t>
    </dgm:pt>
    <dgm:pt modelId="{B95770B4-99AC-4860-AF5E-59179AF2ADDB}" type="pres">
      <dgm:prSet presAssocID="{D87C37EE-E86B-4BB3-AF0E-1965CA05CD4E}" presName="connTx" presStyleLbl="parChTrans1D2" presStyleIdx="4" presStyleCnt="8"/>
      <dgm:spPr/>
      <dgm:t>
        <a:bodyPr/>
        <a:lstStyle/>
        <a:p>
          <a:endParaRPr lang="zh-TW" altLang="en-US"/>
        </a:p>
      </dgm:t>
    </dgm:pt>
    <dgm:pt modelId="{DCB63761-22FD-4777-9391-092C1C211EF1}" type="pres">
      <dgm:prSet presAssocID="{586C8819-DD27-4D4E-AF27-3732B1161BCA}" presName="root2" presStyleCnt="0"/>
      <dgm:spPr/>
    </dgm:pt>
    <dgm:pt modelId="{B4ED94B7-93E9-4235-A278-5730CF3F464E}" type="pres">
      <dgm:prSet presAssocID="{586C8819-DD27-4D4E-AF27-3732B1161BCA}" presName="LevelTwoTextNode" presStyleLbl="node2" presStyleIdx="4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0C318E6-AECC-4C1A-9E6E-8D5F7E8F5F87}" type="pres">
      <dgm:prSet presAssocID="{586C8819-DD27-4D4E-AF27-3732B1161BCA}" presName="level3hierChild" presStyleCnt="0"/>
      <dgm:spPr/>
    </dgm:pt>
    <dgm:pt modelId="{840C6133-7AAD-4F9D-8796-5B60E9167162}" type="pres">
      <dgm:prSet presAssocID="{0DD9529C-5A01-442F-BABB-32F10B8AA26D}" presName="conn2-1" presStyleLbl="parChTrans1D2" presStyleIdx="5" presStyleCnt="8"/>
      <dgm:spPr/>
      <dgm:t>
        <a:bodyPr/>
        <a:lstStyle/>
        <a:p>
          <a:endParaRPr lang="zh-TW" altLang="en-US"/>
        </a:p>
      </dgm:t>
    </dgm:pt>
    <dgm:pt modelId="{0F2D17D1-A843-4820-9453-84292B4BF21E}" type="pres">
      <dgm:prSet presAssocID="{0DD9529C-5A01-442F-BABB-32F10B8AA26D}" presName="connTx" presStyleLbl="parChTrans1D2" presStyleIdx="5" presStyleCnt="8"/>
      <dgm:spPr/>
      <dgm:t>
        <a:bodyPr/>
        <a:lstStyle/>
        <a:p>
          <a:endParaRPr lang="zh-TW" altLang="en-US"/>
        </a:p>
      </dgm:t>
    </dgm:pt>
    <dgm:pt modelId="{459E7575-5F54-4F12-A72B-311D2251CA66}" type="pres">
      <dgm:prSet presAssocID="{37696F74-80AA-4AE1-90EF-2D4D3966C304}" presName="root2" presStyleCnt="0"/>
      <dgm:spPr/>
    </dgm:pt>
    <dgm:pt modelId="{478AC853-9700-4255-AEA0-3C9078E36C51}" type="pres">
      <dgm:prSet presAssocID="{37696F74-80AA-4AE1-90EF-2D4D3966C304}" presName="LevelTwoTextNode" presStyleLbl="node2" presStyleIdx="5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DE7D943-33B8-4F61-9742-7B7A627722DA}" type="pres">
      <dgm:prSet presAssocID="{37696F74-80AA-4AE1-90EF-2D4D3966C304}" presName="level3hierChild" presStyleCnt="0"/>
      <dgm:spPr/>
    </dgm:pt>
    <dgm:pt modelId="{541459A8-4FF6-4F2D-83F9-C844A2C03DFC}" type="pres">
      <dgm:prSet presAssocID="{39DCD6CB-7602-4DDA-B2A5-F632156BA612}" presName="conn2-1" presStyleLbl="parChTrans1D2" presStyleIdx="6" presStyleCnt="8"/>
      <dgm:spPr/>
      <dgm:t>
        <a:bodyPr/>
        <a:lstStyle/>
        <a:p>
          <a:endParaRPr lang="zh-TW" altLang="en-US"/>
        </a:p>
      </dgm:t>
    </dgm:pt>
    <dgm:pt modelId="{0EE635B7-73C4-42EE-A2A5-3C2503B03BEF}" type="pres">
      <dgm:prSet presAssocID="{39DCD6CB-7602-4DDA-B2A5-F632156BA612}" presName="connTx" presStyleLbl="parChTrans1D2" presStyleIdx="6" presStyleCnt="8"/>
      <dgm:spPr/>
      <dgm:t>
        <a:bodyPr/>
        <a:lstStyle/>
        <a:p>
          <a:endParaRPr lang="zh-TW" altLang="en-US"/>
        </a:p>
      </dgm:t>
    </dgm:pt>
    <dgm:pt modelId="{4CB315B0-3E20-4517-B453-86DDCF6F6584}" type="pres">
      <dgm:prSet presAssocID="{1F05CBD4-7482-4614-8A36-CFEF49343F7B}" presName="root2" presStyleCnt="0"/>
      <dgm:spPr/>
    </dgm:pt>
    <dgm:pt modelId="{6BB264E9-8B38-4784-A4BA-96E539D10D82}" type="pres">
      <dgm:prSet presAssocID="{1F05CBD4-7482-4614-8A36-CFEF49343F7B}" presName="LevelTwoTextNode" presStyleLbl="node2" presStyleIdx="6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9A0C1E3-6EC5-4A6B-916F-717E758FB44F}" type="pres">
      <dgm:prSet presAssocID="{1F05CBD4-7482-4614-8A36-CFEF49343F7B}" presName="level3hierChild" presStyleCnt="0"/>
      <dgm:spPr/>
    </dgm:pt>
    <dgm:pt modelId="{5E0004BE-4E93-4F95-A249-F680F0D01598}" type="pres">
      <dgm:prSet presAssocID="{5D2A7CE1-1DE7-4B8E-87E1-77DBEA63CE47}" presName="conn2-1" presStyleLbl="parChTrans1D2" presStyleIdx="7" presStyleCnt="8"/>
      <dgm:spPr/>
      <dgm:t>
        <a:bodyPr/>
        <a:lstStyle/>
        <a:p>
          <a:endParaRPr lang="zh-TW" altLang="en-US"/>
        </a:p>
      </dgm:t>
    </dgm:pt>
    <dgm:pt modelId="{F6AA580B-C073-416D-8AC5-589EC5FE623D}" type="pres">
      <dgm:prSet presAssocID="{5D2A7CE1-1DE7-4B8E-87E1-77DBEA63CE47}" presName="connTx" presStyleLbl="parChTrans1D2" presStyleIdx="7" presStyleCnt="8"/>
      <dgm:spPr/>
      <dgm:t>
        <a:bodyPr/>
        <a:lstStyle/>
        <a:p>
          <a:endParaRPr lang="zh-TW" altLang="en-US"/>
        </a:p>
      </dgm:t>
    </dgm:pt>
    <dgm:pt modelId="{C06DAB48-5B6D-476B-AE32-1EED9C1770C0}" type="pres">
      <dgm:prSet presAssocID="{27A1E807-A01B-47D8-BB3A-94D34502040B}" presName="root2" presStyleCnt="0"/>
      <dgm:spPr/>
    </dgm:pt>
    <dgm:pt modelId="{7E5569AA-4B97-4D64-B212-4DAFC1412046}" type="pres">
      <dgm:prSet presAssocID="{27A1E807-A01B-47D8-BB3A-94D34502040B}" presName="LevelTwoTextNode" presStyleLbl="node2" presStyleIdx="7" presStyleCnt="8" custScaleX="238712" custLinFactNeighborX="-301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1C4A27E9-4FF3-446F-82AA-4F8F9D40EA67}" type="pres">
      <dgm:prSet presAssocID="{27A1E807-A01B-47D8-BB3A-94D34502040B}" presName="level3hierChild" presStyleCnt="0"/>
      <dgm:spPr/>
    </dgm:pt>
  </dgm:ptLst>
  <dgm:cxnLst>
    <dgm:cxn modelId="{9058CF54-0CF8-46E9-B2BD-673DA00B5EAF}" type="presOf" srcId="{D87C37EE-E86B-4BB3-AF0E-1965CA05CD4E}" destId="{83149BA0-BE0E-4D21-B14F-B8375596C4DC}" srcOrd="0" destOrd="0" presId="urn:microsoft.com/office/officeart/2008/layout/HorizontalMultiLevelHierarchy"/>
    <dgm:cxn modelId="{EC7D842D-C16F-4801-A4CC-4FD4F36ABE6E}" type="presOf" srcId="{FFB53C5E-066D-475C-968C-A972A5B72C45}" destId="{C63E7635-0569-4DB1-BB1C-99160353E6B9}" srcOrd="0" destOrd="0" presId="urn:microsoft.com/office/officeart/2008/layout/HorizontalMultiLevelHierarchy"/>
    <dgm:cxn modelId="{1CB2EDD6-58B6-4561-96DA-277E9BD2184F}" type="presOf" srcId="{7B867273-FDCC-48B5-9F90-89202DDE2F65}" destId="{810B14A7-C8B3-4DC1-8F8A-EED050037F4C}" srcOrd="1" destOrd="0" presId="urn:microsoft.com/office/officeart/2008/layout/HorizontalMultiLevelHierarchy"/>
    <dgm:cxn modelId="{27BB5629-992F-4CDC-BCE0-BD777B3C7481}" type="presOf" srcId="{847A5894-322C-48FC-A2C5-71E5661B3D34}" destId="{C9299AB1-50BA-49FA-AAE3-A9D67DD232DE}" srcOrd="0" destOrd="0" presId="urn:microsoft.com/office/officeart/2008/layout/HorizontalMultiLevelHierarchy"/>
    <dgm:cxn modelId="{E008C97D-353B-4B35-B1F4-1955B6804B26}" type="presOf" srcId="{E1490BA8-E709-4407-9D48-08B373928F82}" destId="{2052CD65-8B77-4294-B3B2-489FF288D113}" srcOrd="0" destOrd="0" presId="urn:microsoft.com/office/officeart/2008/layout/HorizontalMultiLevelHierarchy"/>
    <dgm:cxn modelId="{259CD52F-E449-4CD2-9BE2-B6BC74465ED3}" type="presOf" srcId="{60C551C6-065D-4149-B704-EC06903EA226}" destId="{768EF0FD-ADFD-46D6-AF5C-7ECD76AA83E0}" srcOrd="0" destOrd="0" presId="urn:microsoft.com/office/officeart/2008/layout/HorizontalMultiLevelHierarchy"/>
    <dgm:cxn modelId="{A9411D43-6AB8-4D94-98C2-FBEDDC2C7716}" srcId="{FFB53C5E-066D-475C-968C-A972A5B72C45}" destId="{1F05CBD4-7482-4614-8A36-CFEF49343F7B}" srcOrd="6" destOrd="0" parTransId="{39DCD6CB-7602-4DDA-B2A5-F632156BA612}" sibTransId="{FB426470-5F0A-4E6C-AB17-DF727143849B}"/>
    <dgm:cxn modelId="{3FF1700D-39B2-434D-98A6-D12B50C7BDA0}" type="presOf" srcId="{784ED82C-D9FA-42CB-B9BE-A3B712B85583}" destId="{65311676-4BCC-4129-B58F-B8DD00208DCB}" srcOrd="1" destOrd="0" presId="urn:microsoft.com/office/officeart/2008/layout/HorizontalMultiLevelHierarchy"/>
    <dgm:cxn modelId="{4EBEE69D-0631-4700-82AF-7020608B5D3A}" type="presOf" srcId="{60C551C6-065D-4149-B704-EC06903EA226}" destId="{504A714B-9BBB-465B-95C9-5DF8D95F3325}" srcOrd="1" destOrd="0" presId="urn:microsoft.com/office/officeart/2008/layout/HorizontalMultiLevelHierarchy"/>
    <dgm:cxn modelId="{00043884-52C0-4EAB-A4E1-079BFF978874}" type="presOf" srcId="{ABC73D61-A26F-47B5-9B0E-5FE66EF340D1}" destId="{95C2708C-112B-49DA-A823-B1E01A531D72}" srcOrd="0" destOrd="0" presId="urn:microsoft.com/office/officeart/2008/layout/HorizontalMultiLevelHierarchy"/>
    <dgm:cxn modelId="{36470FA8-0B31-4CDB-94A5-83247157FAAA}" type="presOf" srcId="{05D98A35-5511-487C-AF3F-7B376341BD22}" destId="{CEF7B46F-E6BE-4BCC-95E1-BE7A243D6863}" srcOrd="0" destOrd="0" presId="urn:microsoft.com/office/officeart/2008/layout/HorizontalMultiLevelHierarchy"/>
    <dgm:cxn modelId="{8208C968-ED3B-41A0-8356-49583D579B37}" srcId="{FFB53C5E-066D-475C-968C-A972A5B72C45}" destId="{8AE5A0CB-2B0C-464C-A959-07ACCB288DA2}" srcOrd="0" destOrd="0" parTransId="{1D785D7A-1100-4911-B281-582A7450D123}" sibTransId="{7596EC45-9115-4A3F-9831-10C3625CCE9B}"/>
    <dgm:cxn modelId="{4F8C3A65-1609-430E-86B9-C46FCFCF6BE9}" srcId="{05D98A35-5511-487C-AF3F-7B376341BD22}" destId="{ABC73D61-A26F-47B5-9B0E-5FE66EF340D1}" srcOrd="0" destOrd="0" parTransId="{2482F18A-E012-49FF-A631-9BD95036B791}" sibTransId="{C92EC231-5F79-450F-9C3A-2760685D8A0F}"/>
    <dgm:cxn modelId="{274ED6FB-970E-48D1-A0BD-32F1B8998DE9}" type="presOf" srcId="{E1490BA8-E709-4407-9D48-08B373928F82}" destId="{0E2B3707-D782-4C5E-8825-68D068B1C6D3}" srcOrd="1" destOrd="0" presId="urn:microsoft.com/office/officeart/2008/layout/HorizontalMultiLevelHierarchy"/>
    <dgm:cxn modelId="{3A511343-8F66-4D0F-9741-043682D006D3}" type="presOf" srcId="{1D785D7A-1100-4911-B281-582A7450D123}" destId="{22641416-B9E4-4806-9431-3A8D2EB1F6AE}" srcOrd="1" destOrd="0" presId="urn:microsoft.com/office/officeart/2008/layout/HorizontalMultiLevelHierarchy"/>
    <dgm:cxn modelId="{65458507-5141-44DE-8032-FFD9CF12C3AD}" type="presOf" srcId="{7F86387F-064E-4DA2-A064-19C7F9B265D5}" destId="{75CC0A18-F9AE-457D-9359-6C0BF6D5907D}" srcOrd="0" destOrd="0" presId="urn:microsoft.com/office/officeart/2008/layout/HorizontalMultiLevelHierarchy"/>
    <dgm:cxn modelId="{4F996DBA-F100-4940-B563-051929CC2715}" srcId="{FFB53C5E-066D-475C-968C-A972A5B72C45}" destId="{37696F74-80AA-4AE1-90EF-2D4D3966C304}" srcOrd="5" destOrd="0" parTransId="{0DD9529C-5A01-442F-BABB-32F10B8AA26D}" sibTransId="{A6C456A1-0E7A-4AE3-85CE-F6D2088126B3}"/>
    <dgm:cxn modelId="{028FB7EF-5C5C-48C7-9C59-D3092C9CDFD7}" type="presOf" srcId="{0DD9529C-5A01-442F-BABB-32F10B8AA26D}" destId="{0F2D17D1-A843-4820-9453-84292B4BF21E}" srcOrd="1" destOrd="0" presId="urn:microsoft.com/office/officeart/2008/layout/HorizontalMultiLevelHierarchy"/>
    <dgm:cxn modelId="{E66B6081-A76D-42BE-A53F-E8043997A9D6}" type="presOf" srcId="{7B867273-FDCC-48B5-9F90-89202DDE2F65}" destId="{336BE6C8-733B-4235-BA78-83961585CFC2}" srcOrd="0" destOrd="0" presId="urn:microsoft.com/office/officeart/2008/layout/HorizontalMultiLevelHierarchy"/>
    <dgm:cxn modelId="{F811FC24-FF09-483E-9D6A-FB41E5333E28}" srcId="{05D98A35-5511-487C-AF3F-7B376341BD22}" destId="{6C1FA1E0-33CA-4D53-B038-F7F1720FBB4E}" srcOrd="1" destOrd="0" parTransId="{7B867273-FDCC-48B5-9F90-89202DDE2F65}" sibTransId="{38DA5E01-C56E-4749-B01C-19E05158A873}"/>
    <dgm:cxn modelId="{5D941361-04BF-4DDC-8FEC-E01DC03E9378}" type="presOf" srcId="{39DCD6CB-7602-4DDA-B2A5-F632156BA612}" destId="{541459A8-4FF6-4F2D-83F9-C844A2C03DFC}" srcOrd="0" destOrd="0" presId="urn:microsoft.com/office/officeart/2008/layout/HorizontalMultiLevelHierarchy"/>
    <dgm:cxn modelId="{558B463C-562A-4823-9BF3-D6FCA4402A1D}" srcId="{FFB53C5E-066D-475C-968C-A972A5B72C45}" destId="{64EEB269-F86A-4117-842F-FC2956DDD190}" srcOrd="3" destOrd="0" parTransId="{E1490BA8-E709-4407-9D48-08B373928F82}" sibTransId="{DB4344A6-2A43-4540-B5C0-52307BEAA7FC}"/>
    <dgm:cxn modelId="{7F04E09E-6B69-470D-92DF-998C6E3DDB8B}" type="presOf" srcId="{2482F18A-E012-49FF-A631-9BD95036B791}" destId="{97FA6F0A-1559-4E8E-939E-935CA81A1D0A}" srcOrd="1" destOrd="0" presId="urn:microsoft.com/office/officeart/2008/layout/HorizontalMultiLevelHierarchy"/>
    <dgm:cxn modelId="{633DA822-B441-45B6-9D1E-5D933E694D11}" type="presOf" srcId="{8AE5A0CB-2B0C-464C-A959-07ACCB288DA2}" destId="{CD49C6A8-CED4-4BF5-B1FA-525EB37ABA71}" srcOrd="0" destOrd="0" presId="urn:microsoft.com/office/officeart/2008/layout/HorizontalMultiLevelHierarchy"/>
    <dgm:cxn modelId="{E20C9DEF-D6E5-468D-B6A2-9BCA2A66BD21}" srcId="{FFB53C5E-066D-475C-968C-A972A5B72C45}" destId="{847A5894-322C-48FC-A2C5-71E5661B3D34}" srcOrd="2" destOrd="0" parTransId="{784ED82C-D9FA-42CB-B9BE-A3B712B85583}" sibTransId="{9BBCF981-892A-407A-BF99-42FFD07F30EA}"/>
    <dgm:cxn modelId="{62D93507-B124-4E1F-8F3A-85B463B07D88}" type="presOf" srcId="{0DD9529C-5A01-442F-BABB-32F10B8AA26D}" destId="{840C6133-7AAD-4F9D-8796-5B60E9167162}" srcOrd="0" destOrd="0" presId="urn:microsoft.com/office/officeart/2008/layout/HorizontalMultiLevelHierarchy"/>
    <dgm:cxn modelId="{3D506DCA-76CB-42B2-A2D1-89705AFA5166}" type="presOf" srcId="{784ED82C-D9FA-42CB-B9BE-A3B712B85583}" destId="{3FFBC60D-67DD-4F0E-8752-FA694D17FF20}" srcOrd="0" destOrd="0" presId="urn:microsoft.com/office/officeart/2008/layout/HorizontalMultiLevelHierarchy"/>
    <dgm:cxn modelId="{1EC76B3F-861E-4728-8C9B-30A10FA42269}" type="presOf" srcId="{27A1E807-A01B-47D8-BB3A-94D34502040B}" destId="{7E5569AA-4B97-4D64-B212-4DAFC1412046}" srcOrd="0" destOrd="0" presId="urn:microsoft.com/office/officeart/2008/layout/HorizontalMultiLevelHierarchy"/>
    <dgm:cxn modelId="{4AEC4B0B-5717-4EA4-ABAB-E9A233741F99}" type="presOf" srcId="{2482F18A-E012-49FF-A631-9BD95036B791}" destId="{12640A86-50B8-40C2-9105-39BCA4829F74}" srcOrd="0" destOrd="0" presId="urn:microsoft.com/office/officeart/2008/layout/HorizontalMultiLevelHierarchy"/>
    <dgm:cxn modelId="{87D4E79B-2D7B-4F0F-90FE-522E8EE1FBE6}" type="presOf" srcId="{37696F74-80AA-4AE1-90EF-2D4D3966C304}" destId="{478AC853-9700-4255-AEA0-3C9078E36C51}" srcOrd="0" destOrd="0" presId="urn:microsoft.com/office/officeart/2008/layout/HorizontalMultiLevelHierarchy"/>
    <dgm:cxn modelId="{12219D45-3A74-42C9-BEED-894FFC143E82}" srcId="{FFB53C5E-066D-475C-968C-A972A5B72C45}" destId="{586C8819-DD27-4D4E-AF27-3732B1161BCA}" srcOrd="4" destOrd="0" parTransId="{D87C37EE-E86B-4BB3-AF0E-1965CA05CD4E}" sibTransId="{25F8A21F-EE1F-4F41-BF85-CE43DC8D692F}"/>
    <dgm:cxn modelId="{602D451F-E42E-4036-B772-2867B08730B7}" type="presOf" srcId="{39DCD6CB-7602-4DDA-B2A5-F632156BA612}" destId="{0EE635B7-73C4-42EE-A2A5-3C2503B03BEF}" srcOrd="1" destOrd="0" presId="urn:microsoft.com/office/officeart/2008/layout/HorizontalMultiLevelHierarchy"/>
    <dgm:cxn modelId="{FEE1B84D-2E90-46FC-988D-71C6100AFA34}" srcId="{FFB53C5E-066D-475C-968C-A972A5B72C45}" destId="{27A1E807-A01B-47D8-BB3A-94D34502040B}" srcOrd="7" destOrd="0" parTransId="{5D2A7CE1-1DE7-4B8E-87E1-77DBEA63CE47}" sibTransId="{E68F9EFD-214D-4272-9DB4-26E5689DC22B}"/>
    <dgm:cxn modelId="{EB526EE0-D46C-443E-8EF0-00421C35FDA9}" type="presOf" srcId="{586C8819-DD27-4D4E-AF27-3732B1161BCA}" destId="{B4ED94B7-93E9-4235-A278-5730CF3F464E}" srcOrd="0" destOrd="0" presId="urn:microsoft.com/office/officeart/2008/layout/HorizontalMultiLevelHierarchy"/>
    <dgm:cxn modelId="{FD13C0E8-074F-451B-8CCC-EDD443138902}" type="presOf" srcId="{D87C37EE-E86B-4BB3-AF0E-1965CA05CD4E}" destId="{B95770B4-99AC-4860-AF5E-59179AF2ADDB}" srcOrd="1" destOrd="0" presId="urn:microsoft.com/office/officeart/2008/layout/HorizontalMultiLevelHierarchy"/>
    <dgm:cxn modelId="{9E37BA0E-976A-4FD9-A1CB-9228199EB3B1}" type="presOf" srcId="{6C1FA1E0-33CA-4D53-B038-F7F1720FBB4E}" destId="{D48FFF62-7151-4E1B-AE45-11910F2AFD3C}" srcOrd="0" destOrd="0" presId="urn:microsoft.com/office/officeart/2008/layout/HorizontalMultiLevelHierarchy"/>
    <dgm:cxn modelId="{FDB6458C-D3E2-4878-96AD-5937FCE0BE4D}" type="presOf" srcId="{5D2A7CE1-1DE7-4B8E-87E1-77DBEA63CE47}" destId="{5E0004BE-4E93-4F95-A249-F680F0D01598}" srcOrd="0" destOrd="0" presId="urn:microsoft.com/office/officeart/2008/layout/HorizontalMultiLevelHierarchy"/>
    <dgm:cxn modelId="{E663E1CA-C85D-4325-B4F4-093A03A7D12B}" type="presOf" srcId="{64EEB269-F86A-4117-842F-FC2956DDD190}" destId="{0516F1BE-5A15-4557-B06F-04CEFA22D649}" srcOrd="0" destOrd="0" presId="urn:microsoft.com/office/officeart/2008/layout/HorizontalMultiLevelHierarchy"/>
    <dgm:cxn modelId="{94BD316B-A744-44B1-B264-05F4F60A66E4}" srcId="{7F86387F-064E-4DA2-A064-19C7F9B265D5}" destId="{FFB53C5E-066D-475C-968C-A972A5B72C45}" srcOrd="0" destOrd="0" parTransId="{4E54D29F-48C0-486B-AC30-9E4B6F9B1541}" sibTransId="{B2BDAB1D-7F58-460E-AFF4-6269145ED7DC}"/>
    <dgm:cxn modelId="{AF6F3873-902D-4793-8D9F-19601F19A0C8}" type="presOf" srcId="{5D2A7CE1-1DE7-4B8E-87E1-77DBEA63CE47}" destId="{F6AA580B-C073-416D-8AC5-589EC5FE623D}" srcOrd="1" destOrd="0" presId="urn:microsoft.com/office/officeart/2008/layout/HorizontalMultiLevelHierarchy"/>
    <dgm:cxn modelId="{1BB57D59-3EED-44D9-8B0A-FAC7AED5BEB5}" type="presOf" srcId="{1D785D7A-1100-4911-B281-582A7450D123}" destId="{BC0CCD5A-46A8-4F59-9E53-351099EA1AB8}" srcOrd="0" destOrd="0" presId="urn:microsoft.com/office/officeart/2008/layout/HorizontalMultiLevelHierarchy"/>
    <dgm:cxn modelId="{B1194BAD-C9E2-479F-B7F4-2F4D2E71E8D2}" type="presOf" srcId="{1F05CBD4-7482-4614-8A36-CFEF49343F7B}" destId="{6BB264E9-8B38-4784-A4BA-96E539D10D82}" srcOrd="0" destOrd="0" presId="urn:microsoft.com/office/officeart/2008/layout/HorizontalMultiLevelHierarchy"/>
    <dgm:cxn modelId="{C095CD11-FB0F-499A-AD0F-E57B4A7316E7}" srcId="{FFB53C5E-066D-475C-968C-A972A5B72C45}" destId="{05D98A35-5511-487C-AF3F-7B376341BD22}" srcOrd="1" destOrd="0" parTransId="{60C551C6-065D-4149-B704-EC06903EA226}" sibTransId="{ACFA6631-A92C-4F59-AD7E-3F75F5E0AD14}"/>
    <dgm:cxn modelId="{0C340748-1ABD-407C-BEC7-89F7B0D87CB2}" type="presParOf" srcId="{75CC0A18-F9AE-457D-9359-6C0BF6D5907D}" destId="{6419E882-D25F-4240-8AD8-94C128012CF7}" srcOrd="0" destOrd="0" presId="urn:microsoft.com/office/officeart/2008/layout/HorizontalMultiLevelHierarchy"/>
    <dgm:cxn modelId="{E2D00734-7676-4BAE-9BC3-607439B73EC2}" type="presParOf" srcId="{6419E882-D25F-4240-8AD8-94C128012CF7}" destId="{C63E7635-0569-4DB1-BB1C-99160353E6B9}" srcOrd="0" destOrd="0" presId="urn:microsoft.com/office/officeart/2008/layout/HorizontalMultiLevelHierarchy"/>
    <dgm:cxn modelId="{5F516DC5-F691-41F2-85FA-F49CCDF5B73E}" type="presParOf" srcId="{6419E882-D25F-4240-8AD8-94C128012CF7}" destId="{F77069D1-5B8C-4592-82A2-8EAD05C3A14D}" srcOrd="1" destOrd="0" presId="urn:microsoft.com/office/officeart/2008/layout/HorizontalMultiLevelHierarchy"/>
    <dgm:cxn modelId="{A3139AEA-EE4B-4DE8-83B8-568693F1C076}" type="presParOf" srcId="{F77069D1-5B8C-4592-82A2-8EAD05C3A14D}" destId="{BC0CCD5A-46A8-4F59-9E53-351099EA1AB8}" srcOrd="0" destOrd="0" presId="urn:microsoft.com/office/officeart/2008/layout/HorizontalMultiLevelHierarchy"/>
    <dgm:cxn modelId="{8418BE79-1E5A-4601-9F23-1034FFB5E2EE}" type="presParOf" srcId="{BC0CCD5A-46A8-4F59-9E53-351099EA1AB8}" destId="{22641416-B9E4-4806-9431-3A8D2EB1F6AE}" srcOrd="0" destOrd="0" presId="urn:microsoft.com/office/officeart/2008/layout/HorizontalMultiLevelHierarchy"/>
    <dgm:cxn modelId="{44ACFAD3-B3A0-4335-A353-15915914A247}" type="presParOf" srcId="{F77069D1-5B8C-4592-82A2-8EAD05C3A14D}" destId="{B76EA6BD-9ACC-458C-977E-F6F9F0079A28}" srcOrd="1" destOrd="0" presId="urn:microsoft.com/office/officeart/2008/layout/HorizontalMultiLevelHierarchy"/>
    <dgm:cxn modelId="{EC0F089A-0112-4FE2-AF7E-6B3F02A9BD8B}" type="presParOf" srcId="{B76EA6BD-9ACC-458C-977E-F6F9F0079A28}" destId="{CD49C6A8-CED4-4BF5-B1FA-525EB37ABA71}" srcOrd="0" destOrd="0" presId="urn:microsoft.com/office/officeart/2008/layout/HorizontalMultiLevelHierarchy"/>
    <dgm:cxn modelId="{4E9C421C-217D-412E-8937-601E9207390D}" type="presParOf" srcId="{B76EA6BD-9ACC-458C-977E-F6F9F0079A28}" destId="{4F090398-7901-48EE-AAA6-F624CA73AA44}" srcOrd="1" destOrd="0" presId="urn:microsoft.com/office/officeart/2008/layout/HorizontalMultiLevelHierarchy"/>
    <dgm:cxn modelId="{D5E0677B-BAD2-4DCA-BDA0-B72AE2952E8E}" type="presParOf" srcId="{F77069D1-5B8C-4592-82A2-8EAD05C3A14D}" destId="{768EF0FD-ADFD-46D6-AF5C-7ECD76AA83E0}" srcOrd="2" destOrd="0" presId="urn:microsoft.com/office/officeart/2008/layout/HorizontalMultiLevelHierarchy"/>
    <dgm:cxn modelId="{D40660D1-1F8A-46A3-9B65-78C7C9917081}" type="presParOf" srcId="{768EF0FD-ADFD-46D6-AF5C-7ECD76AA83E0}" destId="{504A714B-9BBB-465B-95C9-5DF8D95F3325}" srcOrd="0" destOrd="0" presId="urn:microsoft.com/office/officeart/2008/layout/HorizontalMultiLevelHierarchy"/>
    <dgm:cxn modelId="{4BF31A40-E014-4F03-9FD2-B91830619215}" type="presParOf" srcId="{F77069D1-5B8C-4592-82A2-8EAD05C3A14D}" destId="{5C7B63C2-32AE-4137-A46E-B0B31880E29A}" srcOrd="3" destOrd="0" presId="urn:microsoft.com/office/officeart/2008/layout/HorizontalMultiLevelHierarchy"/>
    <dgm:cxn modelId="{EB5F8E6E-54B5-4189-9D0B-1A895BE59299}" type="presParOf" srcId="{5C7B63C2-32AE-4137-A46E-B0B31880E29A}" destId="{CEF7B46F-E6BE-4BCC-95E1-BE7A243D6863}" srcOrd="0" destOrd="0" presId="urn:microsoft.com/office/officeart/2008/layout/HorizontalMultiLevelHierarchy"/>
    <dgm:cxn modelId="{11F74C0F-CAFE-408A-B579-743009C239F9}" type="presParOf" srcId="{5C7B63C2-32AE-4137-A46E-B0B31880E29A}" destId="{8282F2CA-B823-452C-B7BC-5775FB900FCC}" srcOrd="1" destOrd="0" presId="urn:microsoft.com/office/officeart/2008/layout/HorizontalMultiLevelHierarchy"/>
    <dgm:cxn modelId="{FEED1C54-777E-44C5-8BB2-F44CF9416AAB}" type="presParOf" srcId="{8282F2CA-B823-452C-B7BC-5775FB900FCC}" destId="{12640A86-50B8-40C2-9105-39BCA4829F74}" srcOrd="0" destOrd="0" presId="urn:microsoft.com/office/officeart/2008/layout/HorizontalMultiLevelHierarchy"/>
    <dgm:cxn modelId="{FDE5A315-0097-4524-BB95-6E96A6EDABB6}" type="presParOf" srcId="{12640A86-50B8-40C2-9105-39BCA4829F74}" destId="{97FA6F0A-1559-4E8E-939E-935CA81A1D0A}" srcOrd="0" destOrd="0" presId="urn:microsoft.com/office/officeart/2008/layout/HorizontalMultiLevelHierarchy"/>
    <dgm:cxn modelId="{BB66B834-9842-466F-A9FC-C7506C7A507A}" type="presParOf" srcId="{8282F2CA-B823-452C-B7BC-5775FB900FCC}" destId="{28D8F920-438A-4D60-9B70-4896C4B8F21E}" srcOrd="1" destOrd="0" presId="urn:microsoft.com/office/officeart/2008/layout/HorizontalMultiLevelHierarchy"/>
    <dgm:cxn modelId="{57E1C96A-E9F2-4D29-AF30-0061BE2DBFC7}" type="presParOf" srcId="{28D8F920-438A-4D60-9B70-4896C4B8F21E}" destId="{95C2708C-112B-49DA-A823-B1E01A531D72}" srcOrd="0" destOrd="0" presId="urn:microsoft.com/office/officeart/2008/layout/HorizontalMultiLevelHierarchy"/>
    <dgm:cxn modelId="{0698D60C-D664-4284-9047-02E15C1A6E25}" type="presParOf" srcId="{28D8F920-438A-4D60-9B70-4896C4B8F21E}" destId="{AE2274DD-256A-45F5-A852-757760F75CD3}" srcOrd="1" destOrd="0" presId="urn:microsoft.com/office/officeart/2008/layout/HorizontalMultiLevelHierarchy"/>
    <dgm:cxn modelId="{AE8A3EF7-226D-43F8-BD26-024433556914}" type="presParOf" srcId="{8282F2CA-B823-452C-B7BC-5775FB900FCC}" destId="{336BE6C8-733B-4235-BA78-83961585CFC2}" srcOrd="2" destOrd="0" presId="urn:microsoft.com/office/officeart/2008/layout/HorizontalMultiLevelHierarchy"/>
    <dgm:cxn modelId="{C7EAA728-30CF-40A8-822B-BCBF0CB73A36}" type="presParOf" srcId="{336BE6C8-733B-4235-BA78-83961585CFC2}" destId="{810B14A7-C8B3-4DC1-8F8A-EED050037F4C}" srcOrd="0" destOrd="0" presId="urn:microsoft.com/office/officeart/2008/layout/HorizontalMultiLevelHierarchy"/>
    <dgm:cxn modelId="{8C455285-E84A-4B64-8622-EE089E1FF866}" type="presParOf" srcId="{8282F2CA-B823-452C-B7BC-5775FB900FCC}" destId="{369AC3EA-5284-4C15-867C-60F7716A1029}" srcOrd="3" destOrd="0" presId="urn:microsoft.com/office/officeart/2008/layout/HorizontalMultiLevelHierarchy"/>
    <dgm:cxn modelId="{7034068A-FA87-4F5D-B98B-15FA8C4764AB}" type="presParOf" srcId="{369AC3EA-5284-4C15-867C-60F7716A1029}" destId="{D48FFF62-7151-4E1B-AE45-11910F2AFD3C}" srcOrd="0" destOrd="0" presId="urn:microsoft.com/office/officeart/2008/layout/HorizontalMultiLevelHierarchy"/>
    <dgm:cxn modelId="{1FA1D69A-A7E4-4192-9753-D7C82BB4B984}" type="presParOf" srcId="{369AC3EA-5284-4C15-867C-60F7716A1029}" destId="{E4D14AF9-7C4C-41AC-B022-B12EB774ACDC}" srcOrd="1" destOrd="0" presId="urn:microsoft.com/office/officeart/2008/layout/HorizontalMultiLevelHierarchy"/>
    <dgm:cxn modelId="{45480EC4-5F4E-461D-8508-87596C28CE60}" type="presParOf" srcId="{F77069D1-5B8C-4592-82A2-8EAD05C3A14D}" destId="{3FFBC60D-67DD-4F0E-8752-FA694D17FF20}" srcOrd="4" destOrd="0" presId="urn:microsoft.com/office/officeart/2008/layout/HorizontalMultiLevelHierarchy"/>
    <dgm:cxn modelId="{35F183C0-FE5D-437E-9A7D-8626FC01FF7B}" type="presParOf" srcId="{3FFBC60D-67DD-4F0E-8752-FA694D17FF20}" destId="{65311676-4BCC-4129-B58F-B8DD00208DCB}" srcOrd="0" destOrd="0" presId="urn:microsoft.com/office/officeart/2008/layout/HorizontalMultiLevelHierarchy"/>
    <dgm:cxn modelId="{602FB6A5-5C2F-43BB-9ED0-AEFEACCF5408}" type="presParOf" srcId="{F77069D1-5B8C-4592-82A2-8EAD05C3A14D}" destId="{A6D46CD0-2A08-4152-A301-76BCF5F7A4E3}" srcOrd="5" destOrd="0" presId="urn:microsoft.com/office/officeart/2008/layout/HorizontalMultiLevelHierarchy"/>
    <dgm:cxn modelId="{5EFF5F14-6155-4DBD-8CD4-CB6EA5B162D2}" type="presParOf" srcId="{A6D46CD0-2A08-4152-A301-76BCF5F7A4E3}" destId="{C9299AB1-50BA-49FA-AAE3-A9D67DD232DE}" srcOrd="0" destOrd="0" presId="urn:microsoft.com/office/officeart/2008/layout/HorizontalMultiLevelHierarchy"/>
    <dgm:cxn modelId="{752601A2-96EB-4AA6-A4E7-39B0B427171D}" type="presParOf" srcId="{A6D46CD0-2A08-4152-A301-76BCF5F7A4E3}" destId="{42E29342-6B26-4BA1-A519-802A95821CBF}" srcOrd="1" destOrd="0" presId="urn:microsoft.com/office/officeart/2008/layout/HorizontalMultiLevelHierarchy"/>
    <dgm:cxn modelId="{6D7383D7-1FA6-4B11-ACF2-B719E1FB5143}" type="presParOf" srcId="{F77069D1-5B8C-4592-82A2-8EAD05C3A14D}" destId="{2052CD65-8B77-4294-B3B2-489FF288D113}" srcOrd="6" destOrd="0" presId="urn:microsoft.com/office/officeart/2008/layout/HorizontalMultiLevelHierarchy"/>
    <dgm:cxn modelId="{4C7F930B-6093-4E7A-B057-38FAAE8E056C}" type="presParOf" srcId="{2052CD65-8B77-4294-B3B2-489FF288D113}" destId="{0E2B3707-D782-4C5E-8825-68D068B1C6D3}" srcOrd="0" destOrd="0" presId="urn:microsoft.com/office/officeart/2008/layout/HorizontalMultiLevelHierarchy"/>
    <dgm:cxn modelId="{05A56BEB-6C14-41B7-9706-BDE27676BB02}" type="presParOf" srcId="{F77069D1-5B8C-4592-82A2-8EAD05C3A14D}" destId="{D6C21851-15FA-4773-9AAF-D16B09F9F411}" srcOrd="7" destOrd="0" presId="urn:microsoft.com/office/officeart/2008/layout/HorizontalMultiLevelHierarchy"/>
    <dgm:cxn modelId="{640E6F01-D18F-4FDF-B62D-298998A8E53B}" type="presParOf" srcId="{D6C21851-15FA-4773-9AAF-D16B09F9F411}" destId="{0516F1BE-5A15-4557-B06F-04CEFA22D649}" srcOrd="0" destOrd="0" presId="urn:microsoft.com/office/officeart/2008/layout/HorizontalMultiLevelHierarchy"/>
    <dgm:cxn modelId="{1154D399-4D06-44A4-880F-816824E0BB16}" type="presParOf" srcId="{D6C21851-15FA-4773-9AAF-D16B09F9F411}" destId="{E5BEE415-E2E4-496F-8D87-3B7C5963925E}" srcOrd="1" destOrd="0" presId="urn:microsoft.com/office/officeart/2008/layout/HorizontalMultiLevelHierarchy"/>
    <dgm:cxn modelId="{23C5BB48-5F84-4D97-8D2F-8AF7F0EDBCBB}" type="presParOf" srcId="{F77069D1-5B8C-4592-82A2-8EAD05C3A14D}" destId="{83149BA0-BE0E-4D21-B14F-B8375596C4DC}" srcOrd="8" destOrd="0" presId="urn:microsoft.com/office/officeart/2008/layout/HorizontalMultiLevelHierarchy"/>
    <dgm:cxn modelId="{5768D94C-F4C8-4A39-92EC-E0E72C7F76CC}" type="presParOf" srcId="{83149BA0-BE0E-4D21-B14F-B8375596C4DC}" destId="{B95770B4-99AC-4860-AF5E-59179AF2ADDB}" srcOrd="0" destOrd="0" presId="urn:microsoft.com/office/officeart/2008/layout/HorizontalMultiLevelHierarchy"/>
    <dgm:cxn modelId="{38F98EE2-E727-47E2-BCE7-29E6ACEA548C}" type="presParOf" srcId="{F77069D1-5B8C-4592-82A2-8EAD05C3A14D}" destId="{DCB63761-22FD-4777-9391-092C1C211EF1}" srcOrd="9" destOrd="0" presId="urn:microsoft.com/office/officeart/2008/layout/HorizontalMultiLevelHierarchy"/>
    <dgm:cxn modelId="{62E1E5EF-F1D6-400A-B367-0BD1793CFA21}" type="presParOf" srcId="{DCB63761-22FD-4777-9391-092C1C211EF1}" destId="{B4ED94B7-93E9-4235-A278-5730CF3F464E}" srcOrd="0" destOrd="0" presId="urn:microsoft.com/office/officeart/2008/layout/HorizontalMultiLevelHierarchy"/>
    <dgm:cxn modelId="{39C56DFE-A889-4BC7-9860-E3632B988D7E}" type="presParOf" srcId="{DCB63761-22FD-4777-9391-092C1C211EF1}" destId="{80C318E6-AECC-4C1A-9E6E-8D5F7E8F5F87}" srcOrd="1" destOrd="0" presId="urn:microsoft.com/office/officeart/2008/layout/HorizontalMultiLevelHierarchy"/>
    <dgm:cxn modelId="{D24F4C13-D825-49B0-8C9D-1F0B3E2298FA}" type="presParOf" srcId="{F77069D1-5B8C-4592-82A2-8EAD05C3A14D}" destId="{840C6133-7AAD-4F9D-8796-5B60E9167162}" srcOrd="10" destOrd="0" presId="urn:microsoft.com/office/officeart/2008/layout/HorizontalMultiLevelHierarchy"/>
    <dgm:cxn modelId="{90B57675-92F6-4489-9F19-2B0E734AF939}" type="presParOf" srcId="{840C6133-7AAD-4F9D-8796-5B60E9167162}" destId="{0F2D17D1-A843-4820-9453-84292B4BF21E}" srcOrd="0" destOrd="0" presId="urn:microsoft.com/office/officeart/2008/layout/HorizontalMultiLevelHierarchy"/>
    <dgm:cxn modelId="{67E85E9A-91F2-4436-9031-E8F7BA6240DD}" type="presParOf" srcId="{F77069D1-5B8C-4592-82A2-8EAD05C3A14D}" destId="{459E7575-5F54-4F12-A72B-311D2251CA66}" srcOrd="11" destOrd="0" presId="urn:microsoft.com/office/officeart/2008/layout/HorizontalMultiLevelHierarchy"/>
    <dgm:cxn modelId="{99FEA18D-D274-48A7-8F75-FC16F6A1684B}" type="presParOf" srcId="{459E7575-5F54-4F12-A72B-311D2251CA66}" destId="{478AC853-9700-4255-AEA0-3C9078E36C51}" srcOrd="0" destOrd="0" presId="urn:microsoft.com/office/officeart/2008/layout/HorizontalMultiLevelHierarchy"/>
    <dgm:cxn modelId="{0916676C-4C54-4F21-BA4C-24A475A6DD86}" type="presParOf" srcId="{459E7575-5F54-4F12-A72B-311D2251CA66}" destId="{6DE7D943-33B8-4F61-9742-7B7A627722DA}" srcOrd="1" destOrd="0" presId="urn:microsoft.com/office/officeart/2008/layout/HorizontalMultiLevelHierarchy"/>
    <dgm:cxn modelId="{20916C26-EA37-487C-86CF-B255B24304B1}" type="presParOf" srcId="{F77069D1-5B8C-4592-82A2-8EAD05C3A14D}" destId="{541459A8-4FF6-4F2D-83F9-C844A2C03DFC}" srcOrd="12" destOrd="0" presId="urn:microsoft.com/office/officeart/2008/layout/HorizontalMultiLevelHierarchy"/>
    <dgm:cxn modelId="{5207A8D3-4353-47AB-8EB6-D9BD8E8D2F93}" type="presParOf" srcId="{541459A8-4FF6-4F2D-83F9-C844A2C03DFC}" destId="{0EE635B7-73C4-42EE-A2A5-3C2503B03BEF}" srcOrd="0" destOrd="0" presId="urn:microsoft.com/office/officeart/2008/layout/HorizontalMultiLevelHierarchy"/>
    <dgm:cxn modelId="{248D2173-5BFA-470B-8053-E993ECCC1594}" type="presParOf" srcId="{F77069D1-5B8C-4592-82A2-8EAD05C3A14D}" destId="{4CB315B0-3E20-4517-B453-86DDCF6F6584}" srcOrd="13" destOrd="0" presId="urn:microsoft.com/office/officeart/2008/layout/HorizontalMultiLevelHierarchy"/>
    <dgm:cxn modelId="{4733E201-0DC3-432A-876C-522D4E1839AB}" type="presParOf" srcId="{4CB315B0-3E20-4517-B453-86DDCF6F6584}" destId="{6BB264E9-8B38-4784-A4BA-96E539D10D82}" srcOrd="0" destOrd="0" presId="urn:microsoft.com/office/officeart/2008/layout/HorizontalMultiLevelHierarchy"/>
    <dgm:cxn modelId="{BF72B0FB-CA87-4AD4-BC52-C99CE44A051F}" type="presParOf" srcId="{4CB315B0-3E20-4517-B453-86DDCF6F6584}" destId="{B9A0C1E3-6EC5-4A6B-916F-717E758FB44F}" srcOrd="1" destOrd="0" presId="urn:microsoft.com/office/officeart/2008/layout/HorizontalMultiLevelHierarchy"/>
    <dgm:cxn modelId="{BBDDD0DF-4499-4D5C-9BD6-98566AF9566A}" type="presParOf" srcId="{F77069D1-5B8C-4592-82A2-8EAD05C3A14D}" destId="{5E0004BE-4E93-4F95-A249-F680F0D01598}" srcOrd="14" destOrd="0" presId="urn:microsoft.com/office/officeart/2008/layout/HorizontalMultiLevelHierarchy"/>
    <dgm:cxn modelId="{B9EE5E35-EC70-45FD-9945-0CF92402B99E}" type="presParOf" srcId="{5E0004BE-4E93-4F95-A249-F680F0D01598}" destId="{F6AA580B-C073-416D-8AC5-589EC5FE623D}" srcOrd="0" destOrd="0" presId="urn:microsoft.com/office/officeart/2008/layout/HorizontalMultiLevelHierarchy"/>
    <dgm:cxn modelId="{4229EA7A-91B8-4C1E-B9D3-69ACB286F0B3}" type="presParOf" srcId="{F77069D1-5B8C-4592-82A2-8EAD05C3A14D}" destId="{C06DAB48-5B6D-476B-AE32-1EED9C1770C0}" srcOrd="15" destOrd="0" presId="urn:microsoft.com/office/officeart/2008/layout/HorizontalMultiLevelHierarchy"/>
    <dgm:cxn modelId="{13B0A965-22D0-4363-AE9A-31196AEC6688}" type="presParOf" srcId="{C06DAB48-5B6D-476B-AE32-1EED9C1770C0}" destId="{7E5569AA-4B97-4D64-B212-4DAFC1412046}" srcOrd="0" destOrd="0" presId="urn:microsoft.com/office/officeart/2008/layout/HorizontalMultiLevelHierarchy"/>
    <dgm:cxn modelId="{514A3499-DCFC-4C5D-B7FF-96A093E87072}" type="presParOf" srcId="{C06DAB48-5B6D-476B-AE32-1EED9C1770C0}" destId="{1C4A27E9-4FF3-446F-82AA-4F8F9D40EA6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5B9914-F768-4861-8BAE-FBDCB447B474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TW" altLang="en-US"/>
        </a:p>
      </dgm:t>
    </dgm:pt>
    <dgm:pt modelId="{F1DE67AA-E373-471E-B663-168FCE8AA58E}">
      <dgm:prSet custT="1"/>
      <dgm:spPr/>
      <dgm:t>
        <a:bodyPr/>
        <a:lstStyle/>
        <a:p>
          <a:pPr algn="l" rtl="0"/>
          <a:r>
            <a:rPr lang="en-US" sz="2000" dirty="0" smtClean="0"/>
            <a:t>HK Market</a:t>
          </a:r>
          <a:endParaRPr lang="zh-TW" sz="2000" dirty="0"/>
        </a:p>
      </dgm:t>
    </dgm:pt>
    <dgm:pt modelId="{CCE5A832-500E-431B-8D4B-1AACFAB95B0A}" type="parTrans" cxnId="{BDEFD9CA-280D-45A0-A679-CDCDABAE8377}">
      <dgm:prSet/>
      <dgm:spPr/>
      <dgm:t>
        <a:bodyPr/>
        <a:lstStyle/>
        <a:p>
          <a:pPr algn="l"/>
          <a:endParaRPr lang="zh-TW" altLang="en-US" sz="3600"/>
        </a:p>
      </dgm:t>
    </dgm:pt>
    <dgm:pt modelId="{6FB9BACA-6052-4848-9F4B-D6317CE237B8}" type="sibTrans" cxnId="{BDEFD9CA-280D-45A0-A679-CDCDABAE8377}">
      <dgm:prSet/>
      <dgm:spPr/>
      <dgm:t>
        <a:bodyPr/>
        <a:lstStyle/>
        <a:p>
          <a:pPr algn="l"/>
          <a:endParaRPr lang="zh-TW" altLang="en-US" sz="3600"/>
        </a:p>
      </dgm:t>
    </dgm:pt>
    <dgm:pt modelId="{49780AB4-F41D-45A1-AB66-7BF01CCE2219}">
      <dgm:prSet custT="1"/>
      <dgm:spPr/>
      <dgm:t>
        <a:bodyPr/>
        <a:lstStyle/>
        <a:p>
          <a:pPr algn="l" rtl="0"/>
          <a:r>
            <a:rPr lang="en-US" sz="2000" dirty="0" smtClean="0"/>
            <a:t>HINO is the only brand focusing on marketing</a:t>
          </a:r>
          <a:endParaRPr lang="zh-TW" sz="2000" dirty="0"/>
        </a:p>
      </dgm:t>
    </dgm:pt>
    <dgm:pt modelId="{79BFF4F1-09D0-4375-94CE-608B3230E19B}" type="parTrans" cxnId="{FC159E7A-1697-46EC-BE97-F7B2ECDA38CC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1DC5DE5A-1226-4785-A8F6-27C85862AF6B}" type="sibTrans" cxnId="{FC159E7A-1697-46EC-BE97-F7B2ECDA38CC}">
      <dgm:prSet/>
      <dgm:spPr/>
      <dgm:t>
        <a:bodyPr/>
        <a:lstStyle/>
        <a:p>
          <a:pPr algn="l"/>
          <a:endParaRPr lang="zh-TW" altLang="en-US" sz="3600"/>
        </a:p>
      </dgm:t>
    </dgm:pt>
    <dgm:pt modelId="{9A8DD9FA-7875-4885-8865-11A8A6EB9172}">
      <dgm:prSet custT="1"/>
      <dgm:spPr/>
      <dgm:t>
        <a:bodyPr/>
        <a:lstStyle/>
        <a:p>
          <a:pPr algn="l" rtl="0"/>
          <a:r>
            <a:rPr lang="en-US" sz="2000" dirty="0" smtClean="0"/>
            <a:t>Keep updating FB </a:t>
          </a:r>
          <a:endParaRPr lang="zh-TW" sz="2000" dirty="0"/>
        </a:p>
      </dgm:t>
    </dgm:pt>
    <dgm:pt modelId="{CE763556-FE74-4CEC-A510-F71D2161B175}" type="parTrans" cxnId="{5E95272D-3D8E-40A3-9EC1-9E113CBBF395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61E15C97-7D08-44CE-A827-5E00B9A7F1AE}" type="sibTrans" cxnId="{5E95272D-3D8E-40A3-9EC1-9E113CBBF395}">
      <dgm:prSet/>
      <dgm:spPr/>
      <dgm:t>
        <a:bodyPr/>
        <a:lstStyle/>
        <a:p>
          <a:pPr algn="l"/>
          <a:endParaRPr lang="zh-TW" altLang="en-US" sz="3600"/>
        </a:p>
      </dgm:t>
    </dgm:pt>
    <dgm:pt modelId="{85715533-7E3E-4B96-B36B-DF9716CB92F6}">
      <dgm:prSet custT="1"/>
      <dgm:spPr/>
      <dgm:t>
        <a:bodyPr/>
        <a:lstStyle/>
        <a:p>
          <a:pPr algn="l" rtl="0"/>
          <a:r>
            <a:rPr lang="en-US" sz="2000" smtClean="0"/>
            <a:t>Brand Advocate: </a:t>
          </a:r>
          <a:r>
            <a:rPr lang="zh-TW" sz="2000" smtClean="0"/>
            <a:t>林雪</a:t>
          </a:r>
          <a:r>
            <a:rPr lang="en-US" sz="2000" smtClean="0"/>
            <a:t>/</a:t>
          </a:r>
          <a:r>
            <a:rPr lang="zh-TW" sz="2000" smtClean="0"/>
            <a:t>鄺芷凡</a:t>
          </a:r>
          <a:endParaRPr lang="zh-TW" sz="2000"/>
        </a:p>
      </dgm:t>
    </dgm:pt>
    <dgm:pt modelId="{1653329B-3D0F-4B9D-82E0-E5C288871AFF}" type="parTrans" cxnId="{78C9D866-25B5-4405-B2AE-A57ABDDFE355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4740D9B4-B8B8-47B5-BD7F-EE3CCA0ECF38}" type="sibTrans" cxnId="{78C9D866-25B5-4405-B2AE-A57ABDDFE355}">
      <dgm:prSet/>
      <dgm:spPr/>
      <dgm:t>
        <a:bodyPr/>
        <a:lstStyle/>
        <a:p>
          <a:pPr algn="l"/>
          <a:endParaRPr lang="zh-TW" altLang="en-US" sz="3600"/>
        </a:p>
      </dgm:t>
    </dgm:pt>
    <dgm:pt modelId="{B8BED318-F66E-48DD-87FC-E3A44384E312}">
      <dgm:prSet custT="1"/>
      <dgm:spPr/>
      <dgm:t>
        <a:bodyPr/>
        <a:lstStyle/>
        <a:p>
          <a:pPr algn="l" rtl="0"/>
          <a:r>
            <a:rPr lang="en-US" sz="2000" dirty="0" smtClean="0"/>
            <a:t>ISUZU has both YT and FB, but rarely update</a:t>
          </a:r>
          <a:endParaRPr lang="zh-TW" sz="2000" dirty="0"/>
        </a:p>
      </dgm:t>
    </dgm:pt>
    <dgm:pt modelId="{8AE05DF0-2130-43AB-A670-AA10EDBE02F4}" type="parTrans" cxnId="{92738487-E326-49E1-B71C-1F3CEDC1FD0E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2071AEDF-EB36-47CF-BFE5-45FDADA7411F}" type="sibTrans" cxnId="{92738487-E326-49E1-B71C-1F3CEDC1FD0E}">
      <dgm:prSet/>
      <dgm:spPr/>
      <dgm:t>
        <a:bodyPr/>
        <a:lstStyle/>
        <a:p>
          <a:pPr algn="l"/>
          <a:endParaRPr lang="zh-TW" altLang="en-US" sz="3600"/>
        </a:p>
      </dgm:t>
    </dgm:pt>
    <dgm:pt modelId="{DEF078E6-45A6-47E3-96AE-2DE3E9BD5F3F}">
      <dgm:prSet custT="1"/>
      <dgm:spPr/>
      <dgm:t>
        <a:bodyPr/>
        <a:lstStyle/>
        <a:p>
          <a:pPr algn="l" rtl="0"/>
          <a:r>
            <a:rPr lang="en-US" sz="2000" smtClean="0"/>
            <a:t>FUSO has no SMS</a:t>
          </a:r>
          <a:endParaRPr lang="zh-TW" sz="2000"/>
        </a:p>
      </dgm:t>
    </dgm:pt>
    <dgm:pt modelId="{19A724CD-90EE-4E13-9A49-A10418B8D8D5}" type="parTrans" cxnId="{96C0A46C-4709-4B06-9D93-A1965C4584D3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561940A9-10CF-431F-9585-A709FCFE987B}" type="sibTrans" cxnId="{96C0A46C-4709-4B06-9D93-A1965C4584D3}">
      <dgm:prSet/>
      <dgm:spPr/>
      <dgm:t>
        <a:bodyPr/>
        <a:lstStyle/>
        <a:p>
          <a:pPr algn="l"/>
          <a:endParaRPr lang="zh-TW" altLang="en-US" sz="3600"/>
        </a:p>
      </dgm:t>
    </dgm:pt>
    <dgm:pt modelId="{CC3D4AC1-976A-4B55-96E0-959C83F9EF70}">
      <dgm:prSet custT="1"/>
      <dgm:spPr/>
      <dgm:t>
        <a:bodyPr/>
        <a:lstStyle/>
        <a:p>
          <a:pPr algn="l" rtl="0"/>
          <a:r>
            <a:rPr lang="en-US" sz="2000" smtClean="0"/>
            <a:t>TW Market</a:t>
          </a:r>
          <a:endParaRPr lang="zh-TW" sz="2000"/>
        </a:p>
      </dgm:t>
    </dgm:pt>
    <dgm:pt modelId="{62D69A7E-F33D-4A56-93D5-F00EAF3676BF}" type="parTrans" cxnId="{6B52B4DE-4DB0-4CE1-8081-A951E94F7062}">
      <dgm:prSet/>
      <dgm:spPr/>
      <dgm:t>
        <a:bodyPr/>
        <a:lstStyle/>
        <a:p>
          <a:pPr algn="l"/>
          <a:endParaRPr lang="zh-TW" altLang="en-US" sz="3600"/>
        </a:p>
      </dgm:t>
    </dgm:pt>
    <dgm:pt modelId="{D73D0C51-D512-48A8-8CFA-6BB35FDD8DE0}" type="sibTrans" cxnId="{6B52B4DE-4DB0-4CE1-8081-A951E94F7062}">
      <dgm:prSet/>
      <dgm:spPr/>
      <dgm:t>
        <a:bodyPr/>
        <a:lstStyle/>
        <a:p>
          <a:pPr algn="l"/>
          <a:endParaRPr lang="zh-TW" altLang="en-US" sz="3600"/>
        </a:p>
      </dgm:t>
    </dgm:pt>
    <dgm:pt modelId="{173316F4-B0AB-4588-AF81-6F06D3795BBF}">
      <dgm:prSet custT="1"/>
      <dgm:spPr/>
      <dgm:t>
        <a:bodyPr/>
        <a:lstStyle/>
        <a:p>
          <a:pPr algn="l" rtl="0"/>
          <a:r>
            <a:rPr lang="en-US" sz="2000" dirty="0" smtClean="0"/>
            <a:t>IZUSU mainly shares the knowledge about trucks.</a:t>
          </a:r>
          <a:endParaRPr lang="zh-TW" sz="2000" dirty="0"/>
        </a:p>
      </dgm:t>
    </dgm:pt>
    <dgm:pt modelId="{726B7F78-CEF1-427D-863C-AFABB55D338C}" type="parTrans" cxnId="{DAA43DFC-755D-470F-ADBF-413556CB082A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DFE7E2D5-DB5A-4A0E-A731-0528544A3AA4}" type="sibTrans" cxnId="{DAA43DFC-755D-470F-ADBF-413556CB082A}">
      <dgm:prSet/>
      <dgm:spPr/>
      <dgm:t>
        <a:bodyPr/>
        <a:lstStyle/>
        <a:p>
          <a:pPr algn="l"/>
          <a:endParaRPr lang="zh-TW" altLang="en-US" sz="3600"/>
        </a:p>
      </dgm:t>
    </dgm:pt>
    <dgm:pt modelId="{F234DAE9-3452-485A-AA40-F5A188AC3B8D}">
      <dgm:prSet custT="1"/>
      <dgm:spPr/>
      <dgm:t>
        <a:bodyPr/>
        <a:lstStyle/>
        <a:p>
          <a:pPr algn="l" rtl="0"/>
          <a:r>
            <a:rPr lang="en-US" sz="2000" dirty="0" smtClean="0"/>
            <a:t>HINO cooperates with celebrities and share different contents </a:t>
          </a:r>
          <a:endParaRPr lang="zh-TW" sz="2000" dirty="0"/>
        </a:p>
      </dgm:t>
    </dgm:pt>
    <dgm:pt modelId="{52540242-F465-46AD-9735-FB7BDB4EAFDC}" type="parTrans" cxnId="{945503DD-E53B-482C-B1A7-4EAC533B41A2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2051F24F-2C68-403A-898B-6A6CD8A8AF82}" type="sibTrans" cxnId="{945503DD-E53B-482C-B1A7-4EAC533B41A2}">
      <dgm:prSet/>
      <dgm:spPr/>
      <dgm:t>
        <a:bodyPr/>
        <a:lstStyle/>
        <a:p>
          <a:pPr algn="l"/>
          <a:endParaRPr lang="zh-TW" altLang="en-US" sz="3600"/>
        </a:p>
      </dgm:t>
    </dgm:pt>
    <dgm:pt modelId="{751946B1-137B-43F9-9EA9-BA4CFD5E5558}">
      <dgm:prSet custT="1"/>
      <dgm:spPr/>
      <dgm:t>
        <a:bodyPr/>
        <a:lstStyle/>
        <a:p>
          <a:pPr algn="l" rtl="0"/>
          <a:r>
            <a:rPr lang="en-US" sz="2000" dirty="0" smtClean="0"/>
            <a:t>Comics about drivers</a:t>
          </a:r>
          <a:endParaRPr lang="zh-TW" sz="2000" dirty="0"/>
        </a:p>
      </dgm:t>
    </dgm:pt>
    <dgm:pt modelId="{FED42694-3B5E-4E7D-A2AA-E06104ADAFEA}" type="parTrans" cxnId="{67ECB150-0CF6-494B-942F-68D0A65EDA28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1C7F345D-61E0-4359-B5CB-1E2178F822A5}" type="sibTrans" cxnId="{67ECB150-0CF6-494B-942F-68D0A65EDA28}">
      <dgm:prSet/>
      <dgm:spPr/>
      <dgm:t>
        <a:bodyPr/>
        <a:lstStyle/>
        <a:p>
          <a:pPr algn="l"/>
          <a:endParaRPr lang="zh-TW" altLang="en-US" sz="3600"/>
        </a:p>
      </dgm:t>
    </dgm:pt>
    <dgm:pt modelId="{FF9EFC17-25B7-4B39-85DD-A1183A5616B2}">
      <dgm:prSet custT="1"/>
      <dgm:spPr/>
      <dgm:t>
        <a:bodyPr/>
        <a:lstStyle/>
        <a:p>
          <a:pPr algn="l" rtl="0"/>
          <a:r>
            <a:rPr lang="en-US" sz="2000" smtClean="0"/>
            <a:t>Story about drivers</a:t>
          </a:r>
          <a:endParaRPr lang="zh-TW" sz="2000"/>
        </a:p>
      </dgm:t>
    </dgm:pt>
    <dgm:pt modelId="{4BC94A60-00B7-4081-987A-307D2B3F8018}" type="parTrans" cxnId="{ECC4C6D0-BFCA-4BCF-AD4D-FE6AF0D1F90E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C7CABA6B-3125-4F03-B319-1A8BA2982A11}" type="sibTrans" cxnId="{ECC4C6D0-BFCA-4BCF-AD4D-FE6AF0D1F90E}">
      <dgm:prSet/>
      <dgm:spPr/>
      <dgm:t>
        <a:bodyPr/>
        <a:lstStyle/>
        <a:p>
          <a:pPr algn="l"/>
          <a:endParaRPr lang="zh-TW" altLang="en-US" sz="3600"/>
        </a:p>
      </dgm:t>
    </dgm:pt>
    <dgm:pt modelId="{6F530F4C-9B57-4F29-AC02-3C95A7E2F988}">
      <dgm:prSet custT="1"/>
      <dgm:spPr/>
      <dgm:t>
        <a:bodyPr/>
        <a:lstStyle/>
        <a:p>
          <a:pPr algn="l" rtl="0"/>
          <a:r>
            <a:rPr lang="en-US" sz="2000" dirty="0" smtClean="0"/>
            <a:t>FUSO cooperates with YTRs</a:t>
          </a:r>
          <a:r>
            <a:rPr lang="zh-TW" sz="2000" dirty="0" smtClean="0"/>
            <a:t> </a:t>
          </a:r>
          <a:r>
            <a:rPr lang="en-US" sz="2000" dirty="0" smtClean="0"/>
            <a:t>to reach more audience</a:t>
          </a:r>
          <a:endParaRPr lang="zh-TW" sz="2000" dirty="0"/>
        </a:p>
      </dgm:t>
    </dgm:pt>
    <dgm:pt modelId="{97840D71-1FCD-4D1D-9FD1-60BF1DAF3A85}" type="parTrans" cxnId="{39E03144-4F95-4D25-A884-9635A94D7991}">
      <dgm:prSet custT="1"/>
      <dgm:spPr/>
      <dgm:t>
        <a:bodyPr/>
        <a:lstStyle/>
        <a:p>
          <a:pPr algn="l"/>
          <a:endParaRPr lang="zh-TW" altLang="en-US" sz="1000"/>
        </a:p>
      </dgm:t>
    </dgm:pt>
    <dgm:pt modelId="{B697BEFD-8559-4B20-B22D-427FDB0252FB}" type="sibTrans" cxnId="{39E03144-4F95-4D25-A884-9635A94D7991}">
      <dgm:prSet/>
      <dgm:spPr/>
      <dgm:t>
        <a:bodyPr/>
        <a:lstStyle/>
        <a:p>
          <a:pPr algn="l"/>
          <a:endParaRPr lang="zh-TW" altLang="en-US" sz="3600"/>
        </a:p>
      </dgm:t>
    </dgm:pt>
    <dgm:pt modelId="{2161EB5C-88C9-4221-B1D6-11E0A007AD1E}" type="pres">
      <dgm:prSet presAssocID="{D45B9914-F768-4861-8BAE-FBDCB447B4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A2F02493-4A51-4A55-AB35-AE2CD09C4F37}" type="pres">
      <dgm:prSet presAssocID="{F1DE67AA-E373-471E-B663-168FCE8AA58E}" presName="root1" presStyleCnt="0"/>
      <dgm:spPr/>
    </dgm:pt>
    <dgm:pt modelId="{3F820B61-0C2D-4140-BC26-7B674EABDA5F}" type="pres">
      <dgm:prSet presAssocID="{F1DE67AA-E373-471E-B663-168FCE8AA58E}" presName="LevelOneTextNod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E8698C3-400E-4216-A085-42D832D1FC39}" type="pres">
      <dgm:prSet presAssocID="{F1DE67AA-E373-471E-B663-168FCE8AA58E}" presName="level2hierChild" presStyleCnt="0"/>
      <dgm:spPr/>
    </dgm:pt>
    <dgm:pt modelId="{C9D6217A-372E-4DDB-98D0-956FCEE71863}" type="pres">
      <dgm:prSet presAssocID="{79BFF4F1-09D0-4375-94CE-608B3230E19B}" presName="conn2-1" presStyleLbl="parChTrans1D2" presStyleIdx="0" presStyleCnt="6"/>
      <dgm:spPr/>
      <dgm:t>
        <a:bodyPr/>
        <a:lstStyle/>
        <a:p>
          <a:endParaRPr lang="zh-TW" altLang="en-US"/>
        </a:p>
      </dgm:t>
    </dgm:pt>
    <dgm:pt modelId="{A08FDAA9-A620-4ED6-8DD3-05CDD693FED4}" type="pres">
      <dgm:prSet presAssocID="{79BFF4F1-09D0-4375-94CE-608B3230E19B}" presName="connTx" presStyleLbl="parChTrans1D2" presStyleIdx="0" presStyleCnt="6"/>
      <dgm:spPr/>
      <dgm:t>
        <a:bodyPr/>
        <a:lstStyle/>
        <a:p>
          <a:endParaRPr lang="zh-TW" altLang="en-US"/>
        </a:p>
      </dgm:t>
    </dgm:pt>
    <dgm:pt modelId="{9D0388BA-A8F4-450A-BD72-08CF0250B0FB}" type="pres">
      <dgm:prSet presAssocID="{49780AB4-F41D-45A1-AB66-7BF01CCE2219}" presName="root2" presStyleCnt="0"/>
      <dgm:spPr/>
    </dgm:pt>
    <dgm:pt modelId="{1285FA12-AE30-4F65-AEDA-E96D43B29487}" type="pres">
      <dgm:prSet presAssocID="{49780AB4-F41D-45A1-AB66-7BF01CCE2219}" presName="LevelTwoTextNode" presStyleLbl="node2" presStyleIdx="0" presStyleCnt="6" custScaleX="45683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61E11FD-2480-4E6F-A476-8B3C4EE076F6}" type="pres">
      <dgm:prSet presAssocID="{49780AB4-F41D-45A1-AB66-7BF01CCE2219}" presName="level3hierChild" presStyleCnt="0"/>
      <dgm:spPr/>
    </dgm:pt>
    <dgm:pt modelId="{AC09F62E-D9D5-46AC-97C9-B0BF4D2ABA18}" type="pres">
      <dgm:prSet presAssocID="{CE763556-FE74-4CEC-A510-F71D2161B175}" presName="conn2-1" presStyleLbl="parChTrans1D3" presStyleIdx="0" presStyleCnt="4"/>
      <dgm:spPr/>
      <dgm:t>
        <a:bodyPr/>
        <a:lstStyle/>
        <a:p>
          <a:endParaRPr lang="zh-TW" altLang="en-US"/>
        </a:p>
      </dgm:t>
    </dgm:pt>
    <dgm:pt modelId="{D63A6CFD-9FA8-4CB6-8D70-C9DBA805FF83}" type="pres">
      <dgm:prSet presAssocID="{CE763556-FE74-4CEC-A510-F71D2161B175}" presName="connTx" presStyleLbl="parChTrans1D3" presStyleIdx="0" presStyleCnt="4"/>
      <dgm:spPr/>
      <dgm:t>
        <a:bodyPr/>
        <a:lstStyle/>
        <a:p>
          <a:endParaRPr lang="zh-TW" altLang="en-US"/>
        </a:p>
      </dgm:t>
    </dgm:pt>
    <dgm:pt modelId="{449EC46A-DA3E-4C92-9A06-C44F492A9739}" type="pres">
      <dgm:prSet presAssocID="{9A8DD9FA-7875-4885-8865-11A8A6EB9172}" presName="root2" presStyleCnt="0"/>
      <dgm:spPr/>
    </dgm:pt>
    <dgm:pt modelId="{1C6B492A-0192-4551-B04E-C73EEA8AD78C}" type="pres">
      <dgm:prSet presAssocID="{9A8DD9FA-7875-4885-8865-11A8A6EB9172}" presName="LevelTwoTextNode" presStyleLbl="node3" presStyleIdx="0" presStyleCnt="4" custScaleX="25321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2D8609E-ECB4-4BD2-8C4D-094E0ED5C024}" type="pres">
      <dgm:prSet presAssocID="{9A8DD9FA-7875-4885-8865-11A8A6EB9172}" presName="level3hierChild" presStyleCnt="0"/>
      <dgm:spPr/>
    </dgm:pt>
    <dgm:pt modelId="{D54C7EE5-F2D2-4A2A-B53C-141E25AA569A}" type="pres">
      <dgm:prSet presAssocID="{1653329B-3D0F-4B9D-82E0-E5C288871AFF}" presName="conn2-1" presStyleLbl="parChTrans1D3" presStyleIdx="1" presStyleCnt="4"/>
      <dgm:spPr/>
      <dgm:t>
        <a:bodyPr/>
        <a:lstStyle/>
        <a:p>
          <a:endParaRPr lang="zh-TW" altLang="en-US"/>
        </a:p>
      </dgm:t>
    </dgm:pt>
    <dgm:pt modelId="{34B97019-996C-4BFA-99B4-2AD1BDD89AF4}" type="pres">
      <dgm:prSet presAssocID="{1653329B-3D0F-4B9D-82E0-E5C288871AFF}" presName="connTx" presStyleLbl="parChTrans1D3" presStyleIdx="1" presStyleCnt="4"/>
      <dgm:spPr/>
      <dgm:t>
        <a:bodyPr/>
        <a:lstStyle/>
        <a:p>
          <a:endParaRPr lang="zh-TW" altLang="en-US"/>
        </a:p>
      </dgm:t>
    </dgm:pt>
    <dgm:pt modelId="{9328B33C-2517-4058-950C-21A666B47249}" type="pres">
      <dgm:prSet presAssocID="{85715533-7E3E-4B96-B36B-DF9716CB92F6}" presName="root2" presStyleCnt="0"/>
      <dgm:spPr/>
    </dgm:pt>
    <dgm:pt modelId="{781B8999-E221-4C48-BB59-524EE71F6FD3}" type="pres">
      <dgm:prSet presAssocID="{85715533-7E3E-4B96-B36B-DF9716CB92F6}" presName="LevelTwoTextNode" presStyleLbl="node3" presStyleIdx="1" presStyleCnt="4" custScaleX="25321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EDE2360-815E-4233-A660-B75350BA648A}" type="pres">
      <dgm:prSet presAssocID="{85715533-7E3E-4B96-B36B-DF9716CB92F6}" presName="level3hierChild" presStyleCnt="0"/>
      <dgm:spPr/>
    </dgm:pt>
    <dgm:pt modelId="{B00085C0-D982-43D9-AA41-6EE7AF47BB4E}" type="pres">
      <dgm:prSet presAssocID="{8AE05DF0-2130-43AB-A670-AA10EDBE02F4}" presName="conn2-1" presStyleLbl="parChTrans1D2" presStyleIdx="1" presStyleCnt="6"/>
      <dgm:spPr/>
      <dgm:t>
        <a:bodyPr/>
        <a:lstStyle/>
        <a:p>
          <a:endParaRPr lang="zh-TW" altLang="en-US"/>
        </a:p>
      </dgm:t>
    </dgm:pt>
    <dgm:pt modelId="{8CB1FBA2-0514-4E7B-A90A-B228BD01B860}" type="pres">
      <dgm:prSet presAssocID="{8AE05DF0-2130-43AB-A670-AA10EDBE02F4}" presName="connTx" presStyleLbl="parChTrans1D2" presStyleIdx="1" presStyleCnt="6"/>
      <dgm:spPr/>
      <dgm:t>
        <a:bodyPr/>
        <a:lstStyle/>
        <a:p>
          <a:endParaRPr lang="zh-TW" altLang="en-US"/>
        </a:p>
      </dgm:t>
    </dgm:pt>
    <dgm:pt modelId="{D1881F9E-5351-44DF-A70B-9DA0BAF9CD23}" type="pres">
      <dgm:prSet presAssocID="{B8BED318-F66E-48DD-87FC-E3A44384E312}" presName="root2" presStyleCnt="0"/>
      <dgm:spPr/>
    </dgm:pt>
    <dgm:pt modelId="{4DABE6E4-D790-4C12-918F-583FC9E55055}" type="pres">
      <dgm:prSet presAssocID="{B8BED318-F66E-48DD-87FC-E3A44384E312}" presName="LevelTwoTextNode" presStyleLbl="node2" presStyleIdx="1" presStyleCnt="6" custScaleX="45683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617D842-BC84-4B93-ACAD-A1E9C3CA66D7}" type="pres">
      <dgm:prSet presAssocID="{B8BED318-F66E-48DD-87FC-E3A44384E312}" presName="level3hierChild" presStyleCnt="0"/>
      <dgm:spPr/>
    </dgm:pt>
    <dgm:pt modelId="{B8DEC803-4F7F-406C-BBC8-DA63F083FCCE}" type="pres">
      <dgm:prSet presAssocID="{19A724CD-90EE-4E13-9A49-A10418B8D8D5}" presName="conn2-1" presStyleLbl="parChTrans1D2" presStyleIdx="2" presStyleCnt="6"/>
      <dgm:spPr/>
      <dgm:t>
        <a:bodyPr/>
        <a:lstStyle/>
        <a:p>
          <a:endParaRPr lang="zh-TW" altLang="en-US"/>
        </a:p>
      </dgm:t>
    </dgm:pt>
    <dgm:pt modelId="{670C1942-EF38-4A15-8192-67246401D43D}" type="pres">
      <dgm:prSet presAssocID="{19A724CD-90EE-4E13-9A49-A10418B8D8D5}" presName="connTx" presStyleLbl="parChTrans1D2" presStyleIdx="2" presStyleCnt="6"/>
      <dgm:spPr/>
      <dgm:t>
        <a:bodyPr/>
        <a:lstStyle/>
        <a:p>
          <a:endParaRPr lang="zh-TW" altLang="en-US"/>
        </a:p>
      </dgm:t>
    </dgm:pt>
    <dgm:pt modelId="{F21C250E-64FE-4212-AB2D-4F9BE7622C35}" type="pres">
      <dgm:prSet presAssocID="{DEF078E6-45A6-47E3-96AE-2DE3E9BD5F3F}" presName="root2" presStyleCnt="0"/>
      <dgm:spPr/>
    </dgm:pt>
    <dgm:pt modelId="{5D20A75E-366B-45C8-87EA-05808E311D64}" type="pres">
      <dgm:prSet presAssocID="{DEF078E6-45A6-47E3-96AE-2DE3E9BD5F3F}" presName="LevelTwoTextNode" presStyleLbl="node2" presStyleIdx="2" presStyleCnt="6" custScaleX="45683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53B67DA-2697-4CE2-B167-C2043960D631}" type="pres">
      <dgm:prSet presAssocID="{DEF078E6-45A6-47E3-96AE-2DE3E9BD5F3F}" presName="level3hierChild" presStyleCnt="0"/>
      <dgm:spPr/>
    </dgm:pt>
    <dgm:pt modelId="{991CF148-7482-4238-8F26-8377683D954A}" type="pres">
      <dgm:prSet presAssocID="{CC3D4AC1-976A-4B55-96E0-959C83F9EF70}" presName="root1" presStyleCnt="0"/>
      <dgm:spPr/>
    </dgm:pt>
    <dgm:pt modelId="{9BC54249-3646-4983-B237-50047DCF61D4}" type="pres">
      <dgm:prSet presAssocID="{CC3D4AC1-976A-4B55-96E0-959C83F9EF70}" presName="LevelOneTextNod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0D9560A-4B38-413A-9169-B577C408A356}" type="pres">
      <dgm:prSet presAssocID="{CC3D4AC1-976A-4B55-96E0-959C83F9EF70}" presName="level2hierChild" presStyleCnt="0"/>
      <dgm:spPr/>
    </dgm:pt>
    <dgm:pt modelId="{32B1F493-5D6A-46DF-AF82-0C8ECCDBDEE1}" type="pres">
      <dgm:prSet presAssocID="{726B7F78-CEF1-427D-863C-AFABB55D338C}" presName="conn2-1" presStyleLbl="parChTrans1D2" presStyleIdx="3" presStyleCnt="6"/>
      <dgm:spPr/>
      <dgm:t>
        <a:bodyPr/>
        <a:lstStyle/>
        <a:p>
          <a:endParaRPr lang="zh-TW" altLang="en-US"/>
        </a:p>
      </dgm:t>
    </dgm:pt>
    <dgm:pt modelId="{1C44ECDA-28BE-43E8-B320-646196674CB3}" type="pres">
      <dgm:prSet presAssocID="{726B7F78-CEF1-427D-863C-AFABB55D338C}" presName="connTx" presStyleLbl="parChTrans1D2" presStyleIdx="3" presStyleCnt="6"/>
      <dgm:spPr/>
      <dgm:t>
        <a:bodyPr/>
        <a:lstStyle/>
        <a:p>
          <a:endParaRPr lang="zh-TW" altLang="en-US"/>
        </a:p>
      </dgm:t>
    </dgm:pt>
    <dgm:pt modelId="{9D1D43B2-4798-41BE-811E-3B0246F30A17}" type="pres">
      <dgm:prSet presAssocID="{173316F4-B0AB-4588-AF81-6F06D3795BBF}" presName="root2" presStyleCnt="0"/>
      <dgm:spPr/>
    </dgm:pt>
    <dgm:pt modelId="{2E278886-696D-4D2F-B68D-358DA04D930B}" type="pres">
      <dgm:prSet presAssocID="{173316F4-B0AB-4588-AF81-6F06D3795BBF}" presName="LevelTwoTextNode" presStyleLbl="node2" presStyleIdx="3" presStyleCnt="6" custScaleX="45683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DF13C87-421A-47D5-814E-5D26859A72A9}" type="pres">
      <dgm:prSet presAssocID="{173316F4-B0AB-4588-AF81-6F06D3795BBF}" presName="level3hierChild" presStyleCnt="0"/>
      <dgm:spPr/>
    </dgm:pt>
    <dgm:pt modelId="{F4566B5C-D925-45EB-ADCA-C4D1B97E7E6C}" type="pres">
      <dgm:prSet presAssocID="{52540242-F465-46AD-9735-FB7BDB4EAFDC}" presName="conn2-1" presStyleLbl="parChTrans1D2" presStyleIdx="4" presStyleCnt="6"/>
      <dgm:spPr/>
      <dgm:t>
        <a:bodyPr/>
        <a:lstStyle/>
        <a:p>
          <a:endParaRPr lang="zh-TW" altLang="en-US"/>
        </a:p>
      </dgm:t>
    </dgm:pt>
    <dgm:pt modelId="{C7408E1C-4C73-4389-B187-FE10FFA61281}" type="pres">
      <dgm:prSet presAssocID="{52540242-F465-46AD-9735-FB7BDB4EAFDC}" presName="connTx" presStyleLbl="parChTrans1D2" presStyleIdx="4" presStyleCnt="6"/>
      <dgm:spPr/>
      <dgm:t>
        <a:bodyPr/>
        <a:lstStyle/>
        <a:p>
          <a:endParaRPr lang="zh-TW" altLang="en-US"/>
        </a:p>
      </dgm:t>
    </dgm:pt>
    <dgm:pt modelId="{586FA4B6-BC03-4F6C-94BE-5CC03FFE0D10}" type="pres">
      <dgm:prSet presAssocID="{F234DAE9-3452-485A-AA40-F5A188AC3B8D}" presName="root2" presStyleCnt="0"/>
      <dgm:spPr/>
    </dgm:pt>
    <dgm:pt modelId="{1365418D-AE43-4B8E-ACBC-BFB414BB6DFB}" type="pres">
      <dgm:prSet presAssocID="{F234DAE9-3452-485A-AA40-F5A188AC3B8D}" presName="LevelTwoTextNode" presStyleLbl="node2" presStyleIdx="4" presStyleCnt="6" custScaleX="45683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D14AF2B-4452-40B7-997E-7740815261D2}" type="pres">
      <dgm:prSet presAssocID="{F234DAE9-3452-485A-AA40-F5A188AC3B8D}" presName="level3hierChild" presStyleCnt="0"/>
      <dgm:spPr/>
    </dgm:pt>
    <dgm:pt modelId="{A14745D4-2993-46CE-97F7-D92DE39F9F75}" type="pres">
      <dgm:prSet presAssocID="{FED42694-3B5E-4E7D-A2AA-E06104ADAFEA}" presName="conn2-1" presStyleLbl="parChTrans1D3" presStyleIdx="2" presStyleCnt="4"/>
      <dgm:spPr/>
      <dgm:t>
        <a:bodyPr/>
        <a:lstStyle/>
        <a:p>
          <a:endParaRPr lang="zh-TW" altLang="en-US"/>
        </a:p>
      </dgm:t>
    </dgm:pt>
    <dgm:pt modelId="{0D23B78E-7A1F-4524-8CF4-D2882E204287}" type="pres">
      <dgm:prSet presAssocID="{FED42694-3B5E-4E7D-A2AA-E06104ADAFEA}" presName="connTx" presStyleLbl="parChTrans1D3" presStyleIdx="2" presStyleCnt="4"/>
      <dgm:spPr/>
      <dgm:t>
        <a:bodyPr/>
        <a:lstStyle/>
        <a:p>
          <a:endParaRPr lang="zh-TW" altLang="en-US"/>
        </a:p>
      </dgm:t>
    </dgm:pt>
    <dgm:pt modelId="{185C5AA7-C710-4AEA-9E46-FB760E4C25D4}" type="pres">
      <dgm:prSet presAssocID="{751946B1-137B-43F9-9EA9-BA4CFD5E5558}" presName="root2" presStyleCnt="0"/>
      <dgm:spPr/>
    </dgm:pt>
    <dgm:pt modelId="{8DA5A6FB-C289-4995-AFDD-7C6157BF1645}" type="pres">
      <dgm:prSet presAssocID="{751946B1-137B-43F9-9EA9-BA4CFD5E5558}" presName="LevelTwoTextNode" presStyleLbl="node3" presStyleIdx="2" presStyleCnt="4" custScaleX="25321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15F0B31-DDCB-412B-A562-FA8256B68029}" type="pres">
      <dgm:prSet presAssocID="{751946B1-137B-43F9-9EA9-BA4CFD5E5558}" presName="level3hierChild" presStyleCnt="0"/>
      <dgm:spPr/>
    </dgm:pt>
    <dgm:pt modelId="{7A977B25-3681-42A2-B60F-73D3AEB0DAA1}" type="pres">
      <dgm:prSet presAssocID="{4BC94A60-00B7-4081-987A-307D2B3F8018}" presName="conn2-1" presStyleLbl="parChTrans1D3" presStyleIdx="3" presStyleCnt="4"/>
      <dgm:spPr/>
      <dgm:t>
        <a:bodyPr/>
        <a:lstStyle/>
        <a:p>
          <a:endParaRPr lang="zh-TW" altLang="en-US"/>
        </a:p>
      </dgm:t>
    </dgm:pt>
    <dgm:pt modelId="{F25834E5-9909-4F8A-9C19-21D746E1E6F1}" type="pres">
      <dgm:prSet presAssocID="{4BC94A60-00B7-4081-987A-307D2B3F8018}" presName="connTx" presStyleLbl="parChTrans1D3" presStyleIdx="3" presStyleCnt="4"/>
      <dgm:spPr/>
      <dgm:t>
        <a:bodyPr/>
        <a:lstStyle/>
        <a:p>
          <a:endParaRPr lang="zh-TW" altLang="en-US"/>
        </a:p>
      </dgm:t>
    </dgm:pt>
    <dgm:pt modelId="{D5B0ACAA-5190-4692-AB11-E40A4A919BC6}" type="pres">
      <dgm:prSet presAssocID="{FF9EFC17-25B7-4B39-85DD-A1183A5616B2}" presName="root2" presStyleCnt="0"/>
      <dgm:spPr/>
    </dgm:pt>
    <dgm:pt modelId="{E7537538-B700-48A2-8203-6B3C27FA37A7}" type="pres">
      <dgm:prSet presAssocID="{FF9EFC17-25B7-4B39-85DD-A1183A5616B2}" presName="LevelTwoTextNode" presStyleLbl="node3" presStyleIdx="3" presStyleCnt="4" custScaleX="25321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CB299A4-816E-4819-A7E8-C3BE37772F0B}" type="pres">
      <dgm:prSet presAssocID="{FF9EFC17-25B7-4B39-85DD-A1183A5616B2}" presName="level3hierChild" presStyleCnt="0"/>
      <dgm:spPr/>
    </dgm:pt>
    <dgm:pt modelId="{35035302-38C6-4281-8EF1-569D2E226057}" type="pres">
      <dgm:prSet presAssocID="{97840D71-1FCD-4D1D-9FD1-60BF1DAF3A85}" presName="conn2-1" presStyleLbl="parChTrans1D2" presStyleIdx="5" presStyleCnt="6"/>
      <dgm:spPr/>
      <dgm:t>
        <a:bodyPr/>
        <a:lstStyle/>
        <a:p>
          <a:endParaRPr lang="zh-TW" altLang="en-US"/>
        </a:p>
      </dgm:t>
    </dgm:pt>
    <dgm:pt modelId="{D05B5C74-F106-4616-9928-109A68949BD8}" type="pres">
      <dgm:prSet presAssocID="{97840D71-1FCD-4D1D-9FD1-60BF1DAF3A85}" presName="connTx" presStyleLbl="parChTrans1D2" presStyleIdx="5" presStyleCnt="6"/>
      <dgm:spPr/>
      <dgm:t>
        <a:bodyPr/>
        <a:lstStyle/>
        <a:p>
          <a:endParaRPr lang="zh-TW" altLang="en-US"/>
        </a:p>
      </dgm:t>
    </dgm:pt>
    <dgm:pt modelId="{5ED891D4-526C-4F60-94C3-3C84513C437C}" type="pres">
      <dgm:prSet presAssocID="{6F530F4C-9B57-4F29-AC02-3C95A7E2F988}" presName="root2" presStyleCnt="0"/>
      <dgm:spPr/>
    </dgm:pt>
    <dgm:pt modelId="{EA7978AF-FC0C-4267-A9B4-1630067CCF7C}" type="pres">
      <dgm:prSet presAssocID="{6F530F4C-9B57-4F29-AC02-3C95A7E2F988}" presName="LevelTwoTextNode" presStyleLbl="node2" presStyleIdx="5" presStyleCnt="6" custScaleX="456839" custLinFactNeighborX="1183" custLinFactNeighborY="-150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8B26652-B150-4586-ACA4-D5FA66E73EFF}" type="pres">
      <dgm:prSet presAssocID="{6F530F4C-9B57-4F29-AC02-3C95A7E2F988}" presName="level3hierChild" presStyleCnt="0"/>
      <dgm:spPr/>
    </dgm:pt>
  </dgm:ptLst>
  <dgm:cxnLst>
    <dgm:cxn modelId="{92738487-E326-49E1-B71C-1F3CEDC1FD0E}" srcId="{F1DE67AA-E373-471E-B663-168FCE8AA58E}" destId="{B8BED318-F66E-48DD-87FC-E3A44384E312}" srcOrd="1" destOrd="0" parTransId="{8AE05DF0-2130-43AB-A670-AA10EDBE02F4}" sibTransId="{2071AEDF-EB36-47CF-BFE5-45FDADA7411F}"/>
    <dgm:cxn modelId="{F7DB2C4F-74DE-4A3F-AF08-B6B107BA4286}" type="presOf" srcId="{85715533-7E3E-4B96-B36B-DF9716CB92F6}" destId="{781B8999-E221-4C48-BB59-524EE71F6FD3}" srcOrd="0" destOrd="0" presId="urn:microsoft.com/office/officeart/2005/8/layout/hierarchy2"/>
    <dgm:cxn modelId="{5E81DEA5-3F33-4C01-89AE-EF89CCF6A8F8}" type="presOf" srcId="{751946B1-137B-43F9-9EA9-BA4CFD5E5558}" destId="{8DA5A6FB-C289-4995-AFDD-7C6157BF1645}" srcOrd="0" destOrd="0" presId="urn:microsoft.com/office/officeart/2005/8/layout/hierarchy2"/>
    <dgm:cxn modelId="{C9712278-5534-4175-B68A-4EA8BDCAB170}" type="presOf" srcId="{6F530F4C-9B57-4F29-AC02-3C95A7E2F988}" destId="{EA7978AF-FC0C-4267-A9B4-1630067CCF7C}" srcOrd="0" destOrd="0" presId="urn:microsoft.com/office/officeart/2005/8/layout/hierarchy2"/>
    <dgm:cxn modelId="{27D4BFD6-DD16-4BB0-AC0A-A9471FE31B91}" type="presOf" srcId="{F234DAE9-3452-485A-AA40-F5A188AC3B8D}" destId="{1365418D-AE43-4B8E-ACBC-BFB414BB6DFB}" srcOrd="0" destOrd="0" presId="urn:microsoft.com/office/officeart/2005/8/layout/hierarchy2"/>
    <dgm:cxn modelId="{DE38B2BE-3F4B-4EE3-A119-9389BB994360}" type="presOf" srcId="{CC3D4AC1-976A-4B55-96E0-959C83F9EF70}" destId="{9BC54249-3646-4983-B237-50047DCF61D4}" srcOrd="0" destOrd="0" presId="urn:microsoft.com/office/officeart/2005/8/layout/hierarchy2"/>
    <dgm:cxn modelId="{39E03144-4F95-4D25-A884-9635A94D7991}" srcId="{CC3D4AC1-976A-4B55-96E0-959C83F9EF70}" destId="{6F530F4C-9B57-4F29-AC02-3C95A7E2F988}" srcOrd="2" destOrd="0" parTransId="{97840D71-1FCD-4D1D-9FD1-60BF1DAF3A85}" sibTransId="{B697BEFD-8559-4B20-B22D-427FDB0252FB}"/>
    <dgm:cxn modelId="{C80E3EC1-9FC8-430C-98F7-ACC4FF556D45}" type="presOf" srcId="{79BFF4F1-09D0-4375-94CE-608B3230E19B}" destId="{C9D6217A-372E-4DDB-98D0-956FCEE71863}" srcOrd="0" destOrd="0" presId="urn:microsoft.com/office/officeart/2005/8/layout/hierarchy2"/>
    <dgm:cxn modelId="{7F6BB70E-2C91-4AF5-A97B-7403CDFD2DBD}" type="presOf" srcId="{1653329B-3D0F-4B9D-82E0-E5C288871AFF}" destId="{34B97019-996C-4BFA-99B4-2AD1BDD89AF4}" srcOrd="1" destOrd="0" presId="urn:microsoft.com/office/officeart/2005/8/layout/hierarchy2"/>
    <dgm:cxn modelId="{B5852118-2391-4644-9E97-908AA394EE24}" type="presOf" srcId="{8AE05DF0-2130-43AB-A670-AA10EDBE02F4}" destId="{8CB1FBA2-0514-4E7B-A90A-B228BD01B860}" srcOrd="1" destOrd="0" presId="urn:microsoft.com/office/officeart/2005/8/layout/hierarchy2"/>
    <dgm:cxn modelId="{792C217D-E9DE-497E-A616-B19820C9A246}" type="presOf" srcId="{1653329B-3D0F-4B9D-82E0-E5C288871AFF}" destId="{D54C7EE5-F2D2-4A2A-B53C-141E25AA569A}" srcOrd="0" destOrd="0" presId="urn:microsoft.com/office/officeart/2005/8/layout/hierarchy2"/>
    <dgm:cxn modelId="{67ECB150-0CF6-494B-942F-68D0A65EDA28}" srcId="{F234DAE9-3452-485A-AA40-F5A188AC3B8D}" destId="{751946B1-137B-43F9-9EA9-BA4CFD5E5558}" srcOrd="0" destOrd="0" parTransId="{FED42694-3B5E-4E7D-A2AA-E06104ADAFEA}" sibTransId="{1C7F345D-61E0-4359-B5CB-1E2178F822A5}"/>
    <dgm:cxn modelId="{1EB4B02E-FAA7-484A-9122-5E392F67CABF}" type="presOf" srcId="{DEF078E6-45A6-47E3-96AE-2DE3E9BD5F3F}" destId="{5D20A75E-366B-45C8-87EA-05808E311D64}" srcOrd="0" destOrd="0" presId="urn:microsoft.com/office/officeart/2005/8/layout/hierarchy2"/>
    <dgm:cxn modelId="{63BA2049-9FA7-400F-A62A-A49FC83F8E5D}" type="presOf" srcId="{FED42694-3B5E-4E7D-A2AA-E06104ADAFEA}" destId="{A14745D4-2993-46CE-97F7-D92DE39F9F75}" srcOrd="0" destOrd="0" presId="urn:microsoft.com/office/officeart/2005/8/layout/hierarchy2"/>
    <dgm:cxn modelId="{96C0A46C-4709-4B06-9D93-A1965C4584D3}" srcId="{F1DE67AA-E373-471E-B663-168FCE8AA58E}" destId="{DEF078E6-45A6-47E3-96AE-2DE3E9BD5F3F}" srcOrd="2" destOrd="0" parTransId="{19A724CD-90EE-4E13-9A49-A10418B8D8D5}" sibTransId="{561940A9-10CF-431F-9585-A709FCFE987B}"/>
    <dgm:cxn modelId="{945503DD-E53B-482C-B1A7-4EAC533B41A2}" srcId="{CC3D4AC1-976A-4B55-96E0-959C83F9EF70}" destId="{F234DAE9-3452-485A-AA40-F5A188AC3B8D}" srcOrd="1" destOrd="0" parTransId="{52540242-F465-46AD-9735-FB7BDB4EAFDC}" sibTransId="{2051F24F-2C68-403A-898B-6A6CD8A8AF82}"/>
    <dgm:cxn modelId="{DDD9A80F-3E19-42A8-B464-7916298F6AE6}" type="presOf" srcId="{19A724CD-90EE-4E13-9A49-A10418B8D8D5}" destId="{670C1942-EF38-4A15-8192-67246401D43D}" srcOrd="1" destOrd="0" presId="urn:microsoft.com/office/officeart/2005/8/layout/hierarchy2"/>
    <dgm:cxn modelId="{C1A7DA25-8238-46F8-A639-C876C2F1C2CE}" type="presOf" srcId="{52540242-F465-46AD-9735-FB7BDB4EAFDC}" destId="{F4566B5C-D925-45EB-ADCA-C4D1B97E7E6C}" srcOrd="0" destOrd="0" presId="urn:microsoft.com/office/officeart/2005/8/layout/hierarchy2"/>
    <dgm:cxn modelId="{34BFFA77-2C70-4B47-810D-AC10FC39B863}" type="presOf" srcId="{726B7F78-CEF1-427D-863C-AFABB55D338C}" destId="{1C44ECDA-28BE-43E8-B320-646196674CB3}" srcOrd="1" destOrd="0" presId="urn:microsoft.com/office/officeart/2005/8/layout/hierarchy2"/>
    <dgm:cxn modelId="{BD025D88-DFBC-41CB-A7DF-2920AA739F53}" type="presOf" srcId="{4BC94A60-00B7-4081-987A-307D2B3F8018}" destId="{F25834E5-9909-4F8A-9C19-21D746E1E6F1}" srcOrd="1" destOrd="0" presId="urn:microsoft.com/office/officeart/2005/8/layout/hierarchy2"/>
    <dgm:cxn modelId="{F44A0016-88E7-4880-8B41-BF9A3D4C454C}" type="presOf" srcId="{173316F4-B0AB-4588-AF81-6F06D3795BBF}" destId="{2E278886-696D-4D2F-B68D-358DA04D930B}" srcOrd="0" destOrd="0" presId="urn:microsoft.com/office/officeart/2005/8/layout/hierarchy2"/>
    <dgm:cxn modelId="{B591B82A-BFB7-4E6E-B900-B8E54272884E}" type="presOf" srcId="{52540242-F465-46AD-9735-FB7BDB4EAFDC}" destId="{C7408E1C-4C73-4389-B187-FE10FFA61281}" srcOrd="1" destOrd="0" presId="urn:microsoft.com/office/officeart/2005/8/layout/hierarchy2"/>
    <dgm:cxn modelId="{6B52B4DE-4DB0-4CE1-8081-A951E94F7062}" srcId="{D45B9914-F768-4861-8BAE-FBDCB447B474}" destId="{CC3D4AC1-976A-4B55-96E0-959C83F9EF70}" srcOrd="1" destOrd="0" parTransId="{62D69A7E-F33D-4A56-93D5-F00EAF3676BF}" sibTransId="{D73D0C51-D512-48A8-8CFA-6BB35FDD8DE0}"/>
    <dgm:cxn modelId="{7B5D8B1B-CC36-472E-9706-F87244C306DD}" type="presOf" srcId="{97840D71-1FCD-4D1D-9FD1-60BF1DAF3A85}" destId="{35035302-38C6-4281-8EF1-569D2E226057}" srcOrd="0" destOrd="0" presId="urn:microsoft.com/office/officeart/2005/8/layout/hierarchy2"/>
    <dgm:cxn modelId="{EFD1E0C3-F6FD-455F-81C8-CC3F1A375207}" type="presOf" srcId="{4BC94A60-00B7-4081-987A-307D2B3F8018}" destId="{7A977B25-3681-42A2-B60F-73D3AEB0DAA1}" srcOrd="0" destOrd="0" presId="urn:microsoft.com/office/officeart/2005/8/layout/hierarchy2"/>
    <dgm:cxn modelId="{6363A56E-1582-47F3-9ECB-09B2675DA77B}" type="presOf" srcId="{79BFF4F1-09D0-4375-94CE-608B3230E19B}" destId="{A08FDAA9-A620-4ED6-8DD3-05CDD693FED4}" srcOrd="1" destOrd="0" presId="urn:microsoft.com/office/officeart/2005/8/layout/hierarchy2"/>
    <dgm:cxn modelId="{82196024-D9CF-4A94-82F2-C284621C9016}" type="presOf" srcId="{B8BED318-F66E-48DD-87FC-E3A44384E312}" destId="{4DABE6E4-D790-4C12-918F-583FC9E55055}" srcOrd="0" destOrd="0" presId="urn:microsoft.com/office/officeart/2005/8/layout/hierarchy2"/>
    <dgm:cxn modelId="{2FBC897D-EB54-43FC-A7C3-8B6D309291DE}" type="presOf" srcId="{97840D71-1FCD-4D1D-9FD1-60BF1DAF3A85}" destId="{D05B5C74-F106-4616-9928-109A68949BD8}" srcOrd="1" destOrd="0" presId="urn:microsoft.com/office/officeart/2005/8/layout/hierarchy2"/>
    <dgm:cxn modelId="{DAA43DFC-755D-470F-ADBF-413556CB082A}" srcId="{CC3D4AC1-976A-4B55-96E0-959C83F9EF70}" destId="{173316F4-B0AB-4588-AF81-6F06D3795BBF}" srcOrd="0" destOrd="0" parTransId="{726B7F78-CEF1-427D-863C-AFABB55D338C}" sibTransId="{DFE7E2D5-DB5A-4A0E-A731-0528544A3AA4}"/>
    <dgm:cxn modelId="{09FF9F45-48C7-432A-A812-3016A6576FD7}" type="presOf" srcId="{CE763556-FE74-4CEC-A510-F71D2161B175}" destId="{D63A6CFD-9FA8-4CB6-8D70-C9DBA805FF83}" srcOrd="1" destOrd="0" presId="urn:microsoft.com/office/officeart/2005/8/layout/hierarchy2"/>
    <dgm:cxn modelId="{B7E823D1-2A4A-4B76-9531-A23A4A930650}" type="presOf" srcId="{49780AB4-F41D-45A1-AB66-7BF01CCE2219}" destId="{1285FA12-AE30-4F65-AEDA-E96D43B29487}" srcOrd="0" destOrd="0" presId="urn:microsoft.com/office/officeart/2005/8/layout/hierarchy2"/>
    <dgm:cxn modelId="{248E1977-E2C6-4185-9AF8-6F6D28033CA9}" type="presOf" srcId="{8AE05DF0-2130-43AB-A670-AA10EDBE02F4}" destId="{B00085C0-D982-43D9-AA41-6EE7AF47BB4E}" srcOrd="0" destOrd="0" presId="urn:microsoft.com/office/officeart/2005/8/layout/hierarchy2"/>
    <dgm:cxn modelId="{6FE2D75E-2329-4A1F-B47D-1E201BA7BBE4}" type="presOf" srcId="{9A8DD9FA-7875-4885-8865-11A8A6EB9172}" destId="{1C6B492A-0192-4551-B04E-C73EEA8AD78C}" srcOrd="0" destOrd="0" presId="urn:microsoft.com/office/officeart/2005/8/layout/hierarchy2"/>
    <dgm:cxn modelId="{78C9D866-25B5-4405-B2AE-A57ABDDFE355}" srcId="{49780AB4-F41D-45A1-AB66-7BF01CCE2219}" destId="{85715533-7E3E-4B96-B36B-DF9716CB92F6}" srcOrd="1" destOrd="0" parTransId="{1653329B-3D0F-4B9D-82E0-E5C288871AFF}" sibTransId="{4740D9B4-B8B8-47B5-BD7F-EE3CCA0ECF38}"/>
    <dgm:cxn modelId="{9864EF5C-1985-4662-80DF-051AC4856043}" type="presOf" srcId="{FED42694-3B5E-4E7D-A2AA-E06104ADAFEA}" destId="{0D23B78E-7A1F-4524-8CF4-D2882E204287}" srcOrd="1" destOrd="0" presId="urn:microsoft.com/office/officeart/2005/8/layout/hierarchy2"/>
    <dgm:cxn modelId="{245DF46C-3CF1-4907-BA89-4ECCA72CF4BB}" type="presOf" srcId="{F1DE67AA-E373-471E-B663-168FCE8AA58E}" destId="{3F820B61-0C2D-4140-BC26-7B674EABDA5F}" srcOrd="0" destOrd="0" presId="urn:microsoft.com/office/officeart/2005/8/layout/hierarchy2"/>
    <dgm:cxn modelId="{5E95272D-3D8E-40A3-9EC1-9E113CBBF395}" srcId="{49780AB4-F41D-45A1-AB66-7BF01CCE2219}" destId="{9A8DD9FA-7875-4885-8865-11A8A6EB9172}" srcOrd="0" destOrd="0" parTransId="{CE763556-FE74-4CEC-A510-F71D2161B175}" sibTransId="{61E15C97-7D08-44CE-A827-5E00B9A7F1AE}"/>
    <dgm:cxn modelId="{1B7E13D7-B31B-4149-B79B-7BE39C951A8B}" type="presOf" srcId="{FF9EFC17-25B7-4B39-85DD-A1183A5616B2}" destId="{E7537538-B700-48A2-8203-6B3C27FA37A7}" srcOrd="0" destOrd="0" presId="urn:microsoft.com/office/officeart/2005/8/layout/hierarchy2"/>
    <dgm:cxn modelId="{F1200D71-7524-46EF-8C66-F85E2DC3D04D}" type="presOf" srcId="{19A724CD-90EE-4E13-9A49-A10418B8D8D5}" destId="{B8DEC803-4F7F-406C-BBC8-DA63F083FCCE}" srcOrd="0" destOrd="0" presId="urn:microsoft.com/office/officeart/2005/8/layout/hierarchy2"/>
    <dgm:cxn modelId="{79D789CA-CCE8-411E-AD74-0614A5A230B1}" type="presOf" srcId="{726B7F78-CEF1-427D-863C-AFABB55D338C}" destId="{32B1F493-5D6A-46DF-AF82-0C8ECCDBDEE1}" srcOrd="0" destOrd="0" presId="urn:microsoft.com/office/officeart/2005/8/layout/hierarchy2"/>
    <dgm:cxn modelId="{E3818835-6F70-4E95-B97F-0E6CFC643E31}" type="presOf" srcId="{D45B9914-F768-4861-8BAE-FBDCB447B474}" destId="{2161EB5C-88C9-4221-B1D6-11E0A007AD1E}" srcOrd="0" destOrd="0" presId="urn:microsoft.com/office/officeart/2005/8/layout/hierarchy2"/>
    <dgm:cxn modelId="{BDEFD9CA-280D-45A0-A679-CDCDABAE8377}" srcId="{D45B9914-F768-4861-8BAE-FBDCB447B474}" destId="{F1DE67AA-E373-471E-B663-168FCE8AA58E}" srcOrd="0" destOrd="0" parTransId="{CCE5A832-500E-431B-8D4B-1AACFAB95B0A}" sibTransId="{6FB9BACA-6052-4848-9F4B-D6317CE237B8}"/>
    <dgm:cxn modelId="{ECC4C6D0-BFCA-4BCF-AD4D-FE6AF0D1F90E}" srcId="{F234DAE9-3452-485A-AA40-F5A188AC3B8D}" destId="{FF9EFC17-25B7-4B39-85DD-A1183A5616B2}" srcOrd="1" destOrd="0" parTransId="{4BC94A60-00B7-4081-987A-307D2B3F8018}" sibTransId="{C7CABA6B-3125-4F03-B319-1A8BA2982A11}"/>
    <dgm:cxn modelId="{CAA29EE8-5E23-4F68-8131-412585187D46}" type="presOf" srcId="{CE763556-FE74-4CEC-A510-F71D2161B175}" destId="{AC09F62E-D9D5-46AC-97C9-B0BF4D2ABA18}" srcOrd="0" destOrd="0" presId="urn:microsoft.com/office/officeart/2005/8/layout/hierarchy2"/>
    <dgm:cxn modelId="{FC159E7A-1697-46EC-BE97-F7B2ECDA38CC}" srcId="{F1DE67AA-E373-471E-B663-168FCE8AA58E}" destId="{49780AB4-F41D-45A1-AB66-7BF01CCE2219}" srcOrd="0" destOrd="0" parTransId="{79BFF4F1-09D0-4375-94CE-608B3230E19B}" sibTransId="{1DC5DE5A-1226-4785-A8F6-27C85862AF6B}"/>
    <dgm:cxn modelId="{50E9CE0E-8E57-40E1-8EA7-F947C4C66061}" type="presParOf" srcId="{2161EB5C-88C9-4221-B1D6-11E0A007AD1E}" destId="{A2F02493-4A51-4A55-AB35-AE2CD09C4F37}" srcOrd="0" destOrd="0" presId="urn:microsoft.com/office/officeart/2005/8/layout/hierarchy2"/>
    <dgm:cxn modelId="{1CE6C2AA-CD5E-4FFC-B0AA-E77BB1049AE1}" type="presParOf" srcId="{A2F02493-4A51-4A55-AB35-AE2CD09C4F37}" destId="{3F820B61-0C2D-4140-BC26-7B674EABDA5F}" srcOrd="0" destOrd="0" presId="urn:microsoft.com/office/officeart/2005/8/layout/hierarchy2"/>
    <dgm:cxn modelId="{4832521A-A12F-4E3C-8463-F5B1C038372E}" type="presParOf" srcId="{A2F02493-4A51-4A55-AB35-AE2CD09C4F37}" destId="{2E8698C3-400E-4216-A085-42D832D1FC39}" srcOrd="1" destOrd="0" presId="urn:microsoft.com/office/officeart/2005/8/layout/hierarchy2"/>
    <dgm:cxn modelId="{5C5483FA-CDA7-434E-8714-D6E65AFF512F}" type="presParOf" srcId="{2E8698C3-400E-4216-A085-42D832D1FC39}" destId="{C9D6217A-372E-4DDB-98D0-956FCEE71863}" srcOrd="0" destOrd="0" presId="urn:microsoft.com/office/officeart/2005/8/layout/hierarchy2"/>
    <dgm:cxn modelId="{59D9D9F3-2AD4-4489-BD54-055C23F8534B}" type="presParOf" srcId="{C9D6217A-372E-4DDB-98D0-956FCEE71863}" destId="{A08FDAA9-A620-4ED6-8DD3-05CDD693FED4}" srcOrd="0" destOrd="0" presId="urn:microsoft.com/office/officeart/2005/8/layout/hierarchy2"/>
    <dgm:cxn modelId="{B0FC0E80-5D59-4A6A-B501-C1C0BC1013B5}" type="presParOf" srcId="{2E8698C3-400E-4216-A085-42D832D1FC39}" destId="{9D0388BA-A8F4-450A-BD72-08CF0250B0FB}" srcOrd="1" destOrd="0" presId="urn:microsoft.com/office/officeart/2005/8/layout/hierarchy2"/>
    <dgm:cxn modelId="{DF7F26E8-CD9A-4C7B-ABD6-0E59FD7D32F0}" type="presParOf" srcId="{9D0388BA-A8F4-450A-BD72-08CF0250B0FB}" destId="{1285FA12-AE30-4F65-AEDA-E96D43B29487}" srcOrd="0" destOrd="0" presId="urn:microsoft.com/office/officeart/2005/8/layout/hierarchy2"/>
    <dgm:cxn modelId="{4FFA5511-BA8A-47E7-9632-AC213D6EBE53}" type="presParOf" srcId="{9D0388BA-A8F4-450A-BD72-08CF0250B0FB}" destId="{561E11FD-2480-4E6F-A476-8B3C4EE076F6}" srcOrd="1" destOrd="0" presId="urn:microsoft.com/office/officeart/2005/8/layout/hierarchy2"/>
    <dgm:cxn modelId="{E786A583-5378-481B-A81A-7500A0E83F4B}" type="presParOf" srcId="{561E11FD-2480-4E6F-A476-8B3C4EE076F6}" destId="{AC09F62E-D9D5-46AC-97C9-B0BF4D2ABA18}" srcOrd="0" destOrd="0" presId="urn:microsoft.com/office/officeart/2005/8/layout/hierarchy2"/>
    <dgm:cxn modelId="{133FB0C3-2246-4D28-9D38-952C388C6A55}" type="presParOf" srcId="{AC09F62E-D9D5-46AC-97C9-B0BF4D2ABA18}" destId="{D63A6CFD-9FA8-4CB6-8D70-C9DBA805FF83}" srcOrd="0" destOrd="0" presId="urn:microsoft.com/office/officeart/2005/8/layout/hierarchy2"/>
    <dgm:cxn modelId="{7CFE51F5-0E8A-422B-B37A-6E177818CC6B}" type="presParOf" srcId="{561E11FD-2480-4E6F-A476-8B3C4EE076F6}" destId="{449EC46A-DA3E-4C92-9A06-C44F492A9739}" srcOrd="1" destOrd="0" presId="urn:microsoft.com/office/officeart/2005/8/layout/hierarchy2"/>
    <dgm:cxn modelId="{852C7D39-C029-4C91-9933-DF7A4BB8FB29}" type="presParOf" srcId="{449EC46A-DA3E-4C92-9A06-C44F492A9739}" destId="{1C6B492A-0192-4551-B04E-C73EEA8AD78C}" srcOrd="0" destOrd="0" presId="urn:microsoft.com/office/officeart/2005/8/layout/hierarchy2"/>
    <dgm:cxn modelId="{19EBE0A6-D0AF-4A1C-A3A0-49677530A15E}" type="presParOf" srcId="{449EC46A-DA3E-4C92-9A06-C44F492A9739}" destId="{C2D8609E-ECB4-4BD2-8C4D-094E0ED5C024}" srcOrd="1" destOrd="0" presId="urn:microsoft.com/office/officeart/2005/8/layout/hierarchy2"/>
    <dgm:cxn modelId="{3EE95709-3D75-4CE2-A9B5-A1A2AD832729}" type="presParOf" srcId="{561E11FD-2480-4E6F-A476-8B3C4EE076F6}" destId="{D54C7EE5-F2D2-4A2A-B53C-141E25AA569A}" srcOrd="2" destOrd="0" presId="urn:microsoft.com/office/officeart/2005/8/layout/hierarchy2"/>
    <dgm:cxn modelId="{9A7B6CE7-C65C-4B53-96BD-1732703333CB}" type="presParOf" srcId="{D54C7EE5-F2D2-4A2A-B53C-141E25AA569A}" destId="{34B97019-996C-4BFA-99B4-2AD1BDD89AF4}" srcOrd="0" destOrd="0" presId="urn:microsoft.com/office/officeart/2005/8/layout/hierarchy2"/>
    <dgm:cxn modelId="{F31BD108-B54C-4B07-91AD-DD75237E380D}" type="presParOf" srcId="{561E11FD-2480-4E6F-A476-8B3C4EE076F6}" destId="{9328B33C-2517-4058-950C-21A666B47249}" srcOrd="3" destOrd="0" presId="urn:microsoft.com/office/officeart/2005/8/layout/hierarchy2"/>
    <dgm:cxn modelId="{7EBC3FA1-0F6B-47D3-98A8-A9DEB0A03020}" type="presParOf" srcId="{9328B33C-2517-4058-950C-21A666B47249}" destId="{781B8999-E221-4C48-BB59-524EE71F6FD3}" srcOrd="0" destOrd="0" presId="urn:microsoft.com/office/officeart/2005/8/layout/hierarchy2"/>
    <dgm:cxn modelId="{5E2778EC-E7ED-422D-BCC7-0D09C758F55E}" type="presParOf" srcId="{9328B33C-2517-4058-950C-21A666B47249}" destId="{AEDE2360-815E-4233-A660-B75350BA648A}" srcOrd="1" destOrd="0" presId="urn:microsoft.com/office/officeart/2005/8/layout/hierarchy2"/>
    <dgm:cxn modelId="{B4D2C4C8-8B55-4402-8C84-91E63B459FC0}" type="presParOf" srcId="{2E8698C3-400E-4216-A085-42D832D1FC39}" destId="{B00085C0-D982-43D9-AA41-6EE7AF47BB4E}" srcOrd="2" destOrd="0" presId="urn:microsoft.com/office/officeart/2005/8/layout/hierarchy2"/>
    <dgm:cxn modelId="{A2F75ACB-8E80-4B14-B67E-DC92ACAF5F5D}" type="presParOf" srcId="{B00085C0-D982-43D9-AA41-6EE7AF47BB4E}" destId="{8CB1FBA2-0514-4E7B-A90A-B228BD01B860}" srcOrd="0" destOrd="0" presId="urn:microsoft.com/office/officeart/2005/8/layout/hierarchy2"/>
    <dgm:cxn modelId="{219462D4-E3CE-4243-BADB-DD9D03C00A35}" type="presParOf" srcId="{2E8698C3-400E-4216-A085-42D832D1FC39}" destId="{D1881F9E-5351-44DF-A70B-9DA0BAF9CD23}" srcOrd="3" destOrd="0" presId="urn:microsoft.com/office/officeart/2005/8/layout/hierarchy2"/>
    <dgm:cxn modelId="{FE95D6D2-79C4-4871-8E38-13518DB0D927}" type="presParOf" srcId="{D1881F9E-5351-44DF-A70B-9DA0BAF9CD23}" destId="{4DABE6E4-D790-4C12-918F-583FC9E55055}" srcOrd="0" destOrd="0" presId="urn:microsoft.com/office/officeart/2005/8/layout/hierarchy2"/>
    <dgm:cxn modelId="{FAFFE9B8-44F5-4C8E-9E49-1CDB10E50FBA}" type="presParOf" srcId="{D1881F9E-5351-44DF-A70B-9DA0BAF9CD23}" destId="{9617D842-BC84-4B93-ACAD-A1E9C3CA66D7}" srcOrd="1" destOrd="0" presId="urn:microsoft.com/office/officeart/2005/8/layout/hierarchy2"/>
    <dgm:cxn modelId="{46D289C9-29BE-4824-B284-FA3F8F51FDDC}" type="presParOf" srcId="{2E8698C3-400E-4216-A085-42D832D1FC39}" destId="{B8DEC803-4F7F-406C-BBC8-DA63F083FCCE}" srcOrd="4" destOrd="0" presId="urn:microsoft.com/office/officeart/2005/8/layout/hierarchy2"/>
    <dgm:cxn modelId="{9364CE34-6289-41DF-B483-14F77DEB3088}" type="presParOf" srcId="{B8DEC803-4F7F-406C-BBC8-DA63F083FCCE}" destId="{670C1942-EF38-4A15-8192-67246401D43D}" srcOrd="0" destOrd="0" presId="urn:microsoft.com/office/officeart/2005/8/layout/hierarchy2"/>
    <dgm:cxn modelId="{7DA071C7-A216-4DF6-AC2F-B36761376D76}" type="presParOf" srcId="{2E8698C3-400E-4216-A085-42D832D1FC39}" destId="{F21C250E-64FE-4212-AB2D-4F9BE7622C35}" srcOrd="5" destOrd="0" presId="urn:microsoft.com/office/officeart/2005/8/layout/hierarchy2"/>
    <dgm:cxn modelId="{F4EA5E26-87EC-40D9-88FC-D4A64B0D6291}" type="presParOf" srcId="{F21C250E-64FE-4212-AB2D-4F9BE7622C35}" destId="{5D20A75E-366B-45C8-87EA-05808E311D64}" srcOrd="0" destOrd="0" presId="urn:microsoft.com/office/officeart/2005/8/layout/hierarchy2"/>
    <dgm:cxn modelId="{FA99BCEF-083F-4942-90C8-BE585C9D8A61}" type="presParOf" srcId="{F21C250E-64FE-4212-AB2D-4F9BE7622C35}" destId="{F53B67DA-2697-4CE2-B167-C2043960D631}" srcOrd="1" destOrd="0" presId="urn:microsoft.com/office/officeart/2005/8/layout/hierarchy2"/>
    <dgm:cxn modelId="{1D721066-31EF-4908-BE3F-6E3C558169CC}" type="presParOf" srcId="{2161EB5C-88C9-4221-B1D6-11E0A007AD1E}" destId="{991CF148-7482-4238-8F26-8377683D954A}" srcOrd="1" destOrd="0" presId="urn:microsoft.com/office/officeart/2005/8/layout/hierarchy2"/>
    <dgm:cxn modelId="{948E6CEE-04AF-480F-91C8-973FF3B58538}" type="presParOf" srcId="{991CF148-7482-4238-8F26-8377683D954A}" destId="{9BC54249-3646-4983-B237-50047DCF61D4}" srcOrd="0" destOrd="0" presId="urn:microsoft.com/office/officeart/2005/8/layout/hierarchy2"/>
    <dgm:cxn modelId="{DC0E0187-37BF-4D2F-BA5C-63F97C7B5CBF}" type="presParOf" srcId="{991CF148-7482-4238-8F26-8377683D954A}" destId="{F0D9560A-4B38-413A-9169-B577C408A356}" srcOrd="1" destOrd="0" presId="urn:microsoft.com/office/officeart/2005/8/layout/hierarchy2"/>
    <dgm:cxn modelId="{AC7BB3B5-4F6E-408D-9E87-267D24AA5EAE}" type="presParOf" srcId="{F0D9560A-4B38-413A-9169-B577C408A356}" destId="{32B1F493-5D6A-46DF-AF82-0C8ECCDBDEE1}" srcOrd="0" destOrd="0" presId="urn:microsoft.com/office/officeart/2005/8/layout/hierarchy2"/>
    <dgm:cxn modelId="{7272ED0F-D28B-4389-8A33-B13BD954DD4D}" type="presParOf" srcId="{32B1F493-5D6A-46DF-AF82-0C8ECCDBDEE1}" destId="{1C44ECDA-28BE-43E8-B320-646196674CB3}" srcOrd="0" destOrd="0" presId="urn:microsoft.com/office/officeart/2005/8/layout/hierarchy2"/>
    <dgm:cxn modelId="{35313106-CA2A-4031-963B-28752A6BBDF8}" type="presParOf" srcId="{F0D9560A-4B38-413A-9169-B577C408A356}" destId="{9D1D43B2-4798-41BE-811E-3B0246F30A17}" srcOrd="1" destOrd="0" presId="urn:microsoft.com/office/officeart/2005/8/layout/hierarchy2"/>
    <dgm:cxn modelId="{88EF6C39-AE22-4D6F-8FDA-A3BF1031F8FF}" type="presParOf" srcId="{9D1D43B2-4798-41BE-811E-3B0246F30A17}" destId="{2E278886-696D-4D2F-B68D-358DA04D930B}" srcOrd="0" destOrd="0" presId="urn:microsoft.com/office/officeart/2005/8/layout/hierarchy2"/>
    <dgm:cxn modelId="{70A0486F-771B-4E31-A502-AA90F78DC6F9}" type="presParOf" srcId="{9D1D43B2-4798-41BE-811E-3B0246F30A17}" destId="{5DF13C87-421A-47D5-814E-5D26859A72A9}" srcOrd="1" destOrd="0" presId="urn:microsoft.com/office/officeart/2005/8/layout/hierarchy2"/>
    <dgm:cxn modelId="{40C26DE6-C09F-4FAE-B5A1-913B19D12DB6}" type="presParOf" srcId="{F0D9560A-4B38-413A-9169-B577C408A356}" destId="{F4566B5C-D925-45EB-ADCA-C4D1B97E7E6C}" srcOrd="2" destOrd="0" presId="urn:microsoft.com/office/officeart/2005/8/layout/hierarchy2"/>
    <dgm:cxn modelId="{EE0D78B9-7B76-47C6-84DB-2155E504F5DE}" type="presParOf" srcId="{F4566B5C-D925-45EB-ADCA-C4D1B97E7E6C}" destId="{C7408E1C-4C73-4389-B187-FE10FFA61281}" srcOrd="0" destOrd="0" presId="urn:microsoft.com/office/officeart/2005/8/layout/hierarchy2"/>
    <dgm:cxn modelId="{C0642C87-494A-4C53-8EF5-25A3F1658475}" type="presParOf" srcId="{F0D9560A-4B38-413A-9169-B577C408A356}" destId="{586FA4B6-BC03-4F6C-94BE-5CC03FFE0D10}" srcOrd="3" destOrd="0" presId="urn:microsoft.com/office/officeart/2005/8/layout/hierarchy2"/>
    <dgm:cxn modelId="{A640FCB8-2804-4ADA-B316-28CB60299615}" type="presParOf" srcId="{586FA4B6-BC03-4F6C-94BE-5CC03FFE0D10}" destId="{1365418D-AE43-4B8E-ACBC-BFB414BB6DFB}" srcOrd="0" destOrd="0" presId="urn:microsoft.com/office/officeart/2005/8/layout/hierarchy2"/>
    <dgm:cxn modelId="{88397A39-6E58-4394-A3F1-39385837A670}" type="presParOf" srcId="{586FA4B6-BC03-4F6C-94BE-5CC03FFE0D10}" destId="{9D14AF2B-4452-40B7-997E-7740815261D2}" srcOrd="1" destOrd="0" presId="urn:microsoft.com/office/officeart/2005/8/layout/hierarchy2"/>
    <dgm:cxn modelId="{5A01D517-3104-4D34-B90F-926DF1BA1781}" type="presParOf" srcId="{9D14AF2B-4452-40B7-997E-7740815261D2}" destId="{A14745D4-2993-46CE-97F7-D92DE39F9F75}" srcOrd="0" destOrd="0" presId="urn:microsoft.com/office/officeart/2005/8/layout/hierarchy2"/>
    <dgm:cxn modelId="{EB5CAB2F-D6B4-49D4-BBC2-1D190EE15E7F}" type="presParOf" srcId="{A14745D4-2993-46CE-97F7-D92DE39F9F75}" destId="{0D23B78E-7A1F-4524-8CF4-D2882E204287}" srcOrd="0" destOrd="0" presId="urn:microsoft.com/office/officeart/2005/8/layout/hierarchy2"/>
    <dgm:cxn modelId="{1B500DA8-9CBF-4F2D-8037-30F9647B221E}" type="presParOf" srcId="{9D14AF2B-4452-40B7-997E-7740815261D2}" destId="{185C5AA7-C710-4AEA-9E46-FB760E4C25D4}" srcOrd="1" destOrd="0" presId="urn:microsoft.com/office/officeart/2005/8/layout/hierarchy2"/>
    <dgm:cxn modelId="{11A9B823-A04D-464C-93A4-B03ACAF118ED}" type="presParOf" srcId="{185C5AA7-C710-4AEA-9E46-FB760E4C25D4}" destId="{8DA5A6FB-C289-4995-AFDD-7C6157BF1645}" srcOrd="0" destOrd="0" presId="urn:microsoft.com/office/officeart/2005/8/layout/hierarchy2"/>
    <dgm:cxn modelId="{50380377-5405-40C3-983B-D3BE170CC9BE}" type="presParOf" srcId="{185C5AA7-C710-4AEA-9E46-FB760E4C25D4}" destId="{B15F0B31-DDCB-412B-A562-FA8256B68029}" srcOrd="1" destOrd="0" presId="urn:microsoft.com/office/officeart/2005/8/layout/hierarchy2"/>
    <dgm:cxn modelId="{6CFFA0F4-07B4-4B45-B397-2AD66FA9D327}" type="presParOf" srcId="{9D14AF2B-4452-40B7-997E-7740815261D2}" destId="{7A977B25-3681-42A2-B60F-73D3AEB0DAA1}" srcOrd="2" destOrd="0" presId="urn:microsoft.com/office/officeart/2005/8/layout/hierarchy2"/>
    <dgm:cxn modelId="{A9DEC618-B91C-45CA-8D88-C9428DE3FD0D}" type="presParOf" srcId="{7A977B25-3681-42A2-B60F-73D3AEB0DAA1}" destId="{F25834E5-9909-4F8A-9C19-21D746E1E6F1}" srcOrd="0" destOrd="0" presId="urn:microsoft.com/office/officeart/2005/8/layout/hierarchy2"/>
    <dgm:cxn modelId="{4F8A5E22-39C6-41AE-B834-8DEC39C304A5}" type="presParOf" srcId="{9D14AF2B-4452-40B7-997E-7740815261D2}" destId="{D5B0ACAA-5190-4692-AB11-E40A4A919BC6}" srcOrd="3" destOrd="0" presId="urn:microsoft.com/office/officeart/2005/8/layout/hierarchy2"/>
    <dgm:cxn modelId="{B1650F80-350A-4BEF-A952-FA9C691ED98F}" type="presParOf" srcId="{D5B0ACAA-5190-4692-AB11-E40A4A919BC6}" destId="{E7537538-B700-48A2-8203-6B3C27FA37A7}" srcOrd="0" destOrd="0" presId="urn:microsoft.com/office/officeart/2005/8/layout/hierarchy2"/>
    <dgm:cxn modelId="{CC5CE5BD-F240-4DBE-A57C-2289AF97EC7B}" type="presParOf" srcId="{D5B0ACAA-5190-4692-AB11-E40A4A919BC6}" destId="{BCB299A4-816E-4819-A7E8-C3BE37772F0B}" srcOrd="1" destOrd="0" presId="urn:microsoft.com/office/officeart/2005/8/layout/hierarchy2"/>
    <dgm:cxn modelId="{6319DD09-C07A-4E9A-92FF-B0A6C90F9EC3}" type="presParOf" srcId="{F0D9560A-4B38-413A-9169-B577C408A356}" destId="{35035302-38C6-4281-8EF1-569D2E226057}" srcOrd="4" destOrd="0" presId="urn:microsoft.com/office/officeart/2005/8/layout/hierarchy2"/>
    <dgm:cxn modelId="{00FBD74B-D82E-4D1A-BF04-E99D95637BA8}" type="presParOf" srcId="{35035302-38C6-4281-8EF1-569D2E226057}" destId="{D05B5C74-F106-4616-9928-109A68949BD8}" srcOrd="0" destOrd="0" presId="urn:microsoft.com/office/officeart/2005/8/layout/hierarchy2"/>
    <dgm:cxn modelId="{12F0BE1D-F845-4A3A-989B-9A3A09BADF7E}" type="presParOf" srcId="{F0D9560A-4B38-413A-9169-B577C408A356}" destId="{5ED891D4-526C-4F60-94C3-3C84513C437C}" srcOrd="5" destOrd="0" presId="urn:microsoft.com/office/officeart/2005/8/layout/hierarchy2"/>
    <dgm:cxn modelId="{01CA4EC5-81AE-436B-8551-22A88F375835}" type="presParOf" srcId="{5ED891D4-526C-4F60-94C3-3C84513C437C}" destId="{EA7978AF-FC0C-4267-A9B4-1630067CCF7C}" srcOrd="0" destOrd="0" presId="urn:microsoft.com/office/officeart/2005/8/layout/hierarchy2"/>
    <dgm:cxn modelId="{9AB1373E-0D42-4D74-BA6F-BCDE264CD7EF}" type="presParOf" srcId="{5ED891D4-526C-4F60-94C3-3C84513C437C}" destId="{38B26652-B150-4586-ACA4-D5FA66E73EF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004BE-4E93-4F95-A249-F680F0D01598}">
      <dsp:nvSpPr>
        <dsp:cNvPr id="0" name=""/>
        <dsp:cNvSpPr/>
      </dsp:nvSpPr>
      <dsp:spPr>
        <a:xfrm>
          <a:off x="1149549" y="2201397"/>
          <a:ext cx="1277525" cy="2411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8762" y="0"/>
              </a:lnTo>
              <a:lnTo>
                <a:pt x="638762" y="2411112"/>
              </a:lnTo>
              <a:lnTo>
                <a:pt x="1277525" y="241111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900" kern="1200"/>
        </a:p>
      </dsp:txBody>
      <dsp:txXfrm>
        <a:off x="1720096" y="3338738"/>
        <a:ext cx="136432" cy="136432"/>
      </dsp:txXfrm>
    </dsp:sp>
    <dsp:sp modelId="{541459A8-4FF6-4F2D-83F9-C844A2C03DFC}">
      <dsp:nvSpPr>
        <dsp:cNvPr id="0" name=""/>
        <dsp:cNvSpPr/>
      </dsp:nvSpPr>
      <dsp:spPr>
        <a:xfrm>
          <a:off x="1149549" y="2201397"/>
          <a:ext cx="1277525" cy="1788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8762" y="0"/>
              </a:lnTo>
              <a:lnTo>
                <a:pt x="638762" y="1788577"/>
              </a:lnTo>
              <a:lnTo>
                <a:pt x="1277525" y="178857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700" kern="1200"/>
        </a:p>
      </dsp:txBody>
      <dsp:txXfrm>
        <a:off x="1733363" y="3040737"/>
        <a:ext cx="109898" cy="109898"/>
      </dsp:txXfrm>
    </dsp:sp>
    <dsp:sp modelId="{840C6133-7AAD-4F9D-8796-5B60E9167162}">
      <dsp:nvSpPr>
        <dsp:cNvPr id="0" name=""/>
        <dsp:cNvSpPr/>
      </dsp:nvSpPr>
      <dsp:spPr>
        <a:xfrm>
          <a:off x="1149549" y="2201397"/>
          <a:ext cx="1277525" cy="1166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8762" y="0"/>
              </a:lnTo>
              <a:lnTo>
                <a:pt x="638762" y="1166041"/>
              </a:lnTo>
              <a:lnTo>
                <a:pt x="1277525" y="116604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1745070" y="2741177"/>
        <a:ext cx="86482" cy="86482"/>
      </dsp:txXfrm>
    </dsp:sp>
    <dsp:sp modelId="{83149BA0-BE0E-4D21-B14F-B8375596C4DC}">
      <dsp:nvSpPr>
        <dsp:cNvPr id="0" name=""/>
        <dsp:cNvSpPr/>
      </dsp:nvSpPr>
      <dsp:spPr>
        <a:xfrm>
          <a:off x="1149549" y="2201397"/>
          <a:ext cx="1277525" cy="5435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8762" y="0"/>
              </a:lnTo>
              <a:lnTo>
                <a:pt x="638762" y="543506"/>
              </a:lnTo>
              <a:lnTo>
                <a:pt x="1277525" y="54350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1753604" y="2438442"/>
        <a:ext cx="69416" cy="69416"/>
      </dsp:txXfrm>
    </dsp:sp>
    <dsp:sp modelId="{2052CD65-8B77-4294-B3B2-489FF288D113}">
      <dsp:nvSpPr>
        <dsp:cNvPr id="0" name=""/>
        <dsp:cNvSpPr/>
      </dsp:nvSpPr>
      <dsp:spPr>
        <a:xfrm>
          <a:off x="1149549" y="2076648"/>
          <a:ext cx="12775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24749"/>
              </a:moveTo>
              <a:lnTo>
                <a:pt x="638762" y="124749"/>
              </a:lnTo>
              <a:lnTo>
                <a:pt x="638762" y="45720"/>
              </a:lnTo>
              <a:lnTo>
                <a:pt x="127752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1756313" y="2090369"/>
        <a:ext cx="63998" cy="63998"/>
      </dsp:txXfrm>
    </dsp:sp>
    <dsp:sp modelId="{3FFBC60D-67DD-4F0E-8752-FA694D17FF20}">
      <dsp:nvSpPr>
        <dsp:cNvPr id="0" name=""/>
        <dsp:cNvSpPr/>
      </dsp:nvSpPr>
      <dsp:spPr>
        <a:xfrm>
          <a:off x="1149549" y="1499833"/>
          <a:ext cx="1277525" cy="701564"/>
        </a:xfrm>
        <a:custGeom>
          <a:avLst/>
          <a:gdLst/>
          <a:ahLst/>
          <a:cxnLst/>
          <a:rect l="0" t="0" r="0" b="0"/>
          <a:pathLst>
            <a:path>
              <a:moveTo>
                <a:pt x="0" y="701564"/>
              </a:moveTo>
              <a:lnTo>
                <a:pt x="638762" y="701564"/>
              </a:lnTo>
              <a:lnTo>
                <a:pt x="638762" y="0"/>
              </a:lnTo>
              <a:lnTo>
                <a:pt x="127752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1751875" y="1814178"/>
        <a:ext cx="72874" cy="72874"/>
      </dsp:txXfrm>
    </dsp:sp>
    <dsp:sp modelId="{336BE6C8-733B-4235-BA78-83961585CFC2}">
      <dsp:nvSpPr>
        <dsp:cNvPr id="0" name=""/>
        <dsp:cNvSpPr/>
      </dsp:nvSpPr>
      <dsp:spPr>
        <a:xfrm>
          <a:off x="6326514" y="877297"/>
          <a:ext cx="375875" cy="311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7937" y="0"/>
              </a:lnTo>
              <a:lnTo>
                <a:pt x="187937" y="311267"/>
              </a:lnTo>
              <a:lnTo>
                <a:pt x="375875" y="31126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6502251" y="1020730"/>
        <a:ext cx="24401" cy="24401"/>
      </dsp:txXfrm>
    </dsp:sp>
    <dsp:sp modelId="{12640A86-50B8-40C2-9105-39BCA4829F74}">
      <dsp:nvSpPr>
        <dsp:cNvPr id="0" name=""/>
        <dsp:cNvSpPr/>
      </dsp:nvSpPr>
      <dsp:spPr>
        <a:xfrm>
          <a:off x="6326514" y="566030"/>
          <a:ext cx="375875" cy="311267"/>
        </a:xfrm>
        <a:custGeom>
          <a:avLst/>
          <a:gdLst/>
          <a:ahLst/>
          <a:cxnLst/>
          <a:rect l="0" t="0" r="0" b="0"/>
          <a:pathLst>
            <a:path>
              <a:moveTo>
                <a:pt x="0" y="311267"/>
              </a:moveTo>
              <a:lnTo>
                <a:pt x="187937" y="311267"/>
              </a:lnTo>
              <a:lnTo>
                <a:pt x="187937" y="0"/>
              </a:lnTo>
              <a:lnTo>
                <a:pt x="375875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6502251" y="709463"/>
        <a:ext cx="24401" cy="24401"/>
      </dsp:txXfrm>
    </dsp:sp>
    <dsp:sp modelId="{768EF0FD-ADFD-46D6-AF5C-7ECD76AA83E0}">
      <dsp:nvSpPr>
        <dsp:cNvPr id="0" name=""/>
        <dsp:cNvSpPr/>
      </dsp:nvSpPr>
      <dsp:spPr>
        <a:xfrm>
          <a:off x="1149549" y="877297"/>
          <a:ext cx="1277525" cy="1324100"/>
        </a:xfrm>
        <a:custGeom>
          <a:avLst/>
          <a:gdLst/>
          <a:ahLst/>
          <a:cxnLst/>
          <a:rect l="0" t="0" r="0" b="0"/>
          <a:pathLst>
            <a:path>
              <a:moveTo>
                <a:pt x="0" y="1324100"/>
              </a:moveTo>
              <a:lnTo>
                <a:pt x="638762" y="1324100"/>
              </a:lnTo>
              <a:lnTo>
                <a:pt x="638762" y="0"/>
              </a:lnTo>
              <a:lnTo>
                <a:pt x="127752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1742314" y="1493349"/>
        <a:ext cx="91996" cy="91996"/>
      </dsp:txXfrm>
    </dsp:sp>
    <dsp:sp modelId="{BC0CCD5A-46A8-4F59-9E53-351099EA1AB8}">
      <dsp:nvSpPr>
        <dsp:cNvPr id="0" name=""/>
        <dsp:cNvSpPr/>
      </dsp:nvSpPr>
      <dsp:spPr>
        <a:xfrm>
          <a:off x="1149549" y="254762"/>
          <a:ext cx="1277525" cy="1946635"/>
        </a:xfrm>
        <a:custGeom>
          <a:avLst/>
          <a:gdLst/>
          <a:ahLst/>
          <a:cxnLst/>
          <a:rect l="0" t="0" r="0" b="0"/>
          <a:pathLst>
            <a:path>
              <a:moveTo>
                <a:pt x="0" y="1946635"/>
              </a:moveTo>
              <a:lnTo>
                <a:pt x="638762" y="1946635"/>
              </a:lnTo>
              <a:lnTo>
                <a:pt x="638762" y="0"/>
              </a:lnTo>
              <a:lnTo>
                <a:pt x="127752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800" kern="1200"/>
        </a:p>
      </dsp:txBody>
      <dsp:txXfrm>
        <a:off x="1730102" y="1169870"/>
        <a:ext cx="116420" cy="116420"/>
      </dsp:txXfrm>
    </dsp:sp>
    <dsp:sp modelId="{C63E7635-0569-4DB1-BB1C-99160353E6B9}">
      <dsp:nvSpPr>
        <dsp:cNvPr id="0" name=""/>
        <dsp:cNvSpPr/>
      </dsp:nvSpPr>
      <dsp:spPr>
        <a:xfrm>
          <a:off x="0" y="1879387"/>
          <a:ext cx="1655079" cy="64402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Willy Chen</a:t>
          </a:r>
        </a:p>
        <a:p>
          <a:pPr lvl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200" kern="1200" dirty="0" smtClean="0"/>
            <a:t>Executive Director</a:t>
          </a:r>
          <a:endParaRPr lang="zh-TW" sz="1200" kern="1200" dirty="0"/>
        </a:p>
      </dsp:txBody>
      <dsp:txXfrm>
        <a:off x="0" y="1879387"/>
        <a:ext cx="1655079" cy="644020"/>
      </dsp:txXfrm>
    </dsp:sp>
    <dsp:sp modelId="{CD49C6A8-CED4-4BF5-B1FA-525EB37ABA71}">
      <dsp:nvSpPr>
        <dsp:cNvPr id="0" name=""/>
        <dsp:cNvSpPr/>
      </dsp:nvSpPr>
      <dsp:spPr>
        <a:xfrm>
          <a:off x="2427074" y="5748"/>
          <a:ext cx="3899439" cy="49802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Tony Ng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200" kern="1200" dirty="0" smtClean="0"/>
            <a:t>Aftersales Manager</a:t>
          </a:r>
          <a:endParaRPr lang="zh-TW" sz="1200" kern="1200" dirty="0"/>
        </a:p>
      </dsp:txBody>
      <dsp:txXfrm>
        <a:off x="2427074" y="5748"/>
        <a:ext cx="3899439" cy="498028"/>
      </dsp:txXfrm>
    </dsp:sp>
    <dsp:sp modelId="{CEF7B46F-E6BE-4BCC-95E1-BE7A243D6863}">
      <dsp:nvSpPr>
        <dsp:cNvPr id="0" name=""/>
        <dsp:cNvSpPr/>
      </dsp:nvSpPr>
      <dsp:spPr>
        <a:xfrm>
          <a:off x="2427074" y="628283"/>
          <a:ext cx="3899439" cy="49802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Kinson Tang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200" kern="1200" dirty="0" smtClean="0"/>
            <a:t>Sales Manager</a:t>
          </a:r>
          <a:endParaRPr lang="zh-TW" sz="1200" kern="1200" dirty="0"/>
        </a:p>
      </dsp:txBody>
      <dsp:txXfrm>
        <a:off x="2427074" y="628283"/>
        <a:ext cx="3899439" cy="498028"/>
      </dsp:txXfrm>
    </dsp:sp>
    <dsp:sp modelId="{95C2708C-112B-49DA-A823-B1E01A531D72}">
      <dsp:nvSpPr>
        <dsp:cNvPr id="0" name=""/>
        <dsp:cNvSpPr/>
      </dsp:nvSpPr>
      <dsp:spPr>
        <a:xfrm>
          <a:off x="6702390" y="317015"/>
          <a:ext cx="2307692" cy="498028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Laurent Tse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/>
            <a:t>Commercial Manager</a:t>
          </a:r>
          <a:endParaRPr lang="zh-TW" sz="1400" kern="1200" dirty="0"/>
        </a:p>
      </dsp:txBody>
      <dsp:txXfrm>
        <a:off x="6702390" y="317015"/>
        <a:ext cx="2307692" cy="498028"/>
      </dsp:txXfrm>
    </dsp:sp>
    <dsp:sp modelId="{D48FFF62-7151-4E1B-AE45-11910F2AFD3C}">
      <dsp:nvSpPr>
        <dsp:cNvPr id="0" name=""/>
        <dsp:cNvSpPr/>
      </dsp:nvSpPr>
      <dsp:spPr>
        <a:xfrm>
          <a:off x="6702390" y="939551"/>
          <a:ext cx="2307692" cy="498028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Roy Lam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/>
            <a:t>Product Manager</a:t>
          </a:r>
          <a:endParaRPr lang="zh-TW" sz="1400" kern="1200" dirty="0"/>
        </a:p>
      </dsp:txBody>
      <dsp:txXfrm>
        <a:off x="6702390" y="939551"/>
        <a:ext cx="2307692" cy="498028"/>
      </dsp:txXfrm>
    </dsp:sp>
    <dsp:sp modelId="{C9299AB1-50BA-49FA-AAE3-A9D67DD232DE}">
      <dsp:nvSpPr>
        <dsp:cNvPr id="0" name=""/>
        <dsp:cNvSpPr/>
      </dsp:nvSpPr>
      <dsp:spPr>
        <a:xfrm>
          <a:off x="2427074" y="1250819"/>
          <a:ext cx="3899439" cy="49802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Dick Chan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Sales Operation Manager</a:t>
          </a:r>
          <a:endParaRPr lang="zh-TW" sz="1100" kern="1200" dirty="0"/>
        </a:p>
      </dsp:txBody>
      <dsp:txXfrm>
        <a:off x="2427074" y="1250819"/>
        <a:ext cx="3899439" cy="498028"/>
      </dsp:txXfrm>
    </dsp:sp>
    <dsp:sp modelId="{0516F1BE-5A15-4557-B06F-04CEFA22D649}">
      <dsp:nvSpPr>
        <dsp:cNvPr id="0" name=""/>
        <dsp:cNvSpPr/>
      </dsp:nvSpPr>
      <dsp:spPr>
        <a:xfrm>
          <a:off x="2427074" y="1873354"/>
          <a:ext cx="3899439" cy="49802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Reinhard Wang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900" kern="1200" dirty="0" smtClean="0"/>
            <a:t>Assistant General Manager- Aftersales</a:t>
          </a:r>
          <a:endParaRPr lang="zh-TW" sz="900" kern="1200" dirty="0"/>
        </a:p>
      </dsp:txBody>
      <dsp:txXfrm>
        <a:off x="2427074" y="1873354"/>
        <a:ext cx="3899439" cy="498028"/>
      </dsp:txXfrm>
    </dsp:sp>
    <dsp:sp modelId="{B4ED94B7-93E9-4235-A278-5730CF3F464E}">
      <dsp:nvSpPr>
        <dsp:cNvPr id="0" name=""/>
        <dsp:cNvSpPr/>
      </dsp:nvSpPr>
      <dsp:spPr>
        <a:xfrm>
          <a:off x="2427074" y="2495890"/>
          <a:ext cx="3899439" cy="49802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Vincent Sun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/>
            <a:t>Product Manager</a:t>
          </a:r>
          <a:endParaRPr lang="zh-TW" sz="1400" kern="1200" dirty="0"/>
        </a:p>
      </dsp:txBody>
      <dsp:txXfrm>
        <a:off x="2427074" y="2495890"/>
        <a:ext cx="3899439" cy="498028"/>
      </dsp:txXfrm>
    </dsp:sp>
    <dsp:sp modelId="{478AC853-9700-4255-AEA0-3C9078E36C51}">
      <dsp:nvSpPr>
        <dsp:cNvPr id="0" name=""/>
        <dsp:cNvSpPr/>
      </dsp:nvSpPr>
      <dsp:spPr>
        <a:xfrm>
          <a:off x="2427074" y="3118425"/>
          <a:ext cx="3899439" cy="49802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Phyona Wang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000" kern="1200" dirty="0" smtClean="0"/>
            <a:t>Assistant General Manager- Truck Operation</a:t>
          </a:r>
          <a:endParaRPr lang="zh-TW" sz="1000" kern="1200" dirty="0"/>
        </a:p>
      </dsp:txBody>
      <dsp:txXfrm>
        <a:off x="2427074" y="3118425"/>
        <a:ext cx="3899439" cy="498028"/>
      </dsp:txXfrm>
    </dsp:sp>
    <dsp:sp modelId="{6BB264E9-8B38-4784-A4BA-96E539D10D82}">
      <dsp:nvSpPr>
        <dsp:cNvPr id="0" name=""/>
        <dsp:cNvSpPr/>
      </dsp:nvSpPr>
      <dsp:spPr>
        <a:xfrm>
          <a:off x="2427074" y="3740961"/>
          <a:ext cx="3899439" cy="49802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Bonnie Chen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000" kern="1200" dirty="0" smtClean="0"/>
            <a:t>Assistant General Manager- Bus Operation &amp; Marketing</a:t>
          </a:r>
          <a:endParaRPr lang="zh-TW" sz="1000" kern="1200" dirty="0"/>
        </a:p>
      </dsp:txBody>
      <dsp:txXfrm>
        <a:off x="2427074" y="3740961"/>
        <a:ext cx="3899439" cy="498028"/>
      </dsp:txXfrm>
    </dsp:sp>
    <dsp:sp modelId="{7E5569AA-4B97-4D64-B212-4DAFC1412046}">
      <dsp:nvSpPr>
        <dsp:cNvPr id="0" name=""/>
        <dsp:cNvSpPr/>
      </dsp:nvSpPr>
      <dsp:spPr>
        <a:xfrm>
          <a:off x="2427074" y="4363496"/>
          <a:ext cx="3899439" cy="49802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Page Chang</a:t>
          </a: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300" kern="1200" dirty="0" smtClean="0"/>
            <a:t>Logistic &amp; Sales Support Manager</a:t>
          </a:r>
          <a:endParaRPr lang="zh-TW" sz="1300" kern="1200" dirty="0"/>
        </a:p>
      </dsp:txBody>
      <dsp:txXfrm>
        <a:off x="2427074" y="4363496"/>
        <a:ext cx="3899439" cy="498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20B61-0C2D-4140-BC26-7B674EABDA5F}">
      <dsp:nvSpPr>
        <dsp:cNvPr id="0" name=""/>
        <dsp:cNvSpPr/>
      </dsp:nvSpPr>
      <dsp:spPr>
        <a:xfrm>
          <a:off x="1399297" y="1012038"/>
          <a:ext cx="1170144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HK Market</a:t>
          </a:r>
          <a:endParaRPr lang="zh-TW" sz="2000" kern="1200" dirty="0"/>
        </a:p>
      </dsp:txBody>
      <dsp:txXfrm>
        <a:off x="1416433" y="1029174"/>
        <a:ext cx="1135872" cy="550800"/>
      </dsp:txXfrm>
    </dsp:sp>
    <dsp:sp modelId="{C9D6217A-372E-4DDB-98D0-956FCEE71863}">
      <dsp:nvSpPr>
        <dsp:cNvPr id="0" name=""/>
        <dsp:cNvSpPr/>
      </dsp:nvSpPr>
      <dsp:spPr>
        <a:xfrm rot="18289469">
          <a:off x="2393659" y="955887"/>
          <a:ext cx="81962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19623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82980" y="947667"/>
        <a:ext cx="40981" cy="40981"/>
      </dsp:txXfrm>
    </dsp:sp>
    <dsp:sp modelId="{1285FA12-AE30-4F65-AEDA-E96D43B29487}">
      <dsp:nvSpPr>
        <dsp:cNvPr id="0" name=""/>
        <dsp:cNvSpPr/>
      </dsp:nvSpPr>
      <dsp:spPr>
        <a:xfrm>
          <a:off x="3037500" y="339205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HINO is the only brand focusing on marketing</a:t>
          </a:r>
          <a:endParaRPr lang="zh-TW" sz="2000" kern="1200" dirty="0"/>
        </a:p>
      </dsp:txBody>
      <dsp:txXfrm>
        <a:off x="3054636" y="356341"/>
        <a:ext cx="5311406" cy="550800"/>
      </dsp:txXfrm>
    </dsp:sp>
    <dsp:sp modelId="{AC09F62E-D9D5-46AC-97C9-B0BF4D2ABA18}">
      <dsp:nvSpPr>
        <dsp:cNvPr id="0" name=""/>
        <dsp:cNvSpPr/>
      </dsp:nvSpPr>
      <dsp:spPr>
        <a:xfrm rot="19457599">
          <a:off x="8328999" y="451262"/>
          <a:ext cx="576415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576415" y="122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8602796" y="449122"/>
        <a:ext cx="28820" cy="28820"/>
      </dsp:txXfrm>
    </dsp:sp>
    <dsp:sp modelId="{1C6B492A-0192-4551-B04E-C73EEA8AD78C}">
      <dsp:nvSpPr>
        <dsp:cNvPr id="0" name=""/>
        <dsp:cNvSpPr/>
      </dsp:nvSpPr>
      <dsp:spPr>
        <a:xfrm>
          <a:off x="8851236" y="2788"/>
          <a:ext cx="2962935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Keep updating FB </a:t>
          </a:r>
          <a:endParaRPr lang="zh-TW" sz="2000" kern="1200" dirty="0"/>
        </a:p>
      </dsp:txBody>
      <dsp:txXfrm>
        <a:off x="8868372" y="19924"/>
        <a:ext cx="2928663" cy="550800"/>
      </dsp:txXfrm>
    </dsp:sp>
    <dsp:sp modelId="{D54C7EE5-F2D2-4A2A-B53C-141E25AA569A}">
      <dsp:nvSpPr>
        <dsp:cNvPr id="0" name=""/>
        <dsp:cNvSpPr/>
      </dsp:nvSpPr>
      <dsp:spPr>
        <a:xfrm rot="2142401">
          <a:off x="8328999" y="787679"/>
          <a:ext cx="576415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576415" y="122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8602796" y="785539"/>
        <a:ext cx="28820" cy="28820"/>
      </dsp:txXfrm>
    </dsp:sp>
    <dsp:sp modelId="{781B8999-E221-4C48-BB59-524EE71F6FD3}">
      <dsp:nvSpPr>
        <dsp:cNvPr id="0" name=""/>
        <dsp:cNvSpPr/>
      </dsp:nvSpPr>
      <dsp:spPr>
        <a:xfrm>
          <a:off x="8851236" y="675622"/>
          <a:ext cx="2962935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Brand Advocate: </a:t>
          </a:r>
          <a:r>
            <a:rPr lang="zh-TW" sz="2000" kern="1200" smtClean="0"/>
            <a:t>林雪</a:t>
          </a:r>
          <a:r>
            <a:rPr lang="en-US" sz="2000" kern="1200" smtClean="0"/>
            <a:t>/</a:t>
          </a:r>
          <a:r>
            <a:rPr lang="zh-TW" sz="2000" kern="1200" smtClean="0"/>
            <a:t>鄺芷凡</a:t>
          </a:r>
          <a:endParaRPr lang="zh-TW" sz="2000" kern="1200"/>
        </a:p>
      </dsp:txBody>
      <dsp:txXfrm>
        <a:off x="8868372" y="692758"/>
        <a:ext cx="2928663" cy="550800"/>
      </dsp:txXfrm>
    </dsp:sp>
    <dsp:sp modelId="{B00085C0-D982-43D9-AA41-6EE7AF47BB4E}">
      <dsp:nvSpPr>
        <dsp:cNvPr id="0" name=""/>
        <dsp:cNvSpPr/>
      </dsp:nvSpPr>
      <dsp:spPr>
        <a:xfrm>
          <a:off x="2569442" y="1292304"/>
          <a:ext cx="468057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68057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91769" y="1292873"/>
        <a:ext cx="23402" cy="23402"/>
      </dsp:txXfrm>
    </dsp:sp>
    <dsp:sp modelId="{4DABE6E4-D790-4C12-918F-583FC9E55055}">
      <dsp:nvSpPr>
        <dsp:cNvPr id="0" name=""/>
        <dsp:cNvSpPr/>
      </dsp:nvSpPr>
      <dsp:spPr>
        <a:xfrm>
          <a:off x="3037500" y="1012038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ISUZU has both YT and FB, but rarely update</a:t>
          </a:r>
          <a:endParaRPr lang="zh-TW" sz="2000" kern="1200" dirty="0"/>
        </a:p>
      </dsp:txBody>
      <dsp:txXfrm>
        <a:off x="3054636" y="1029174"/>
        <a:ext cx="5311406" cy="550800"/>
      </dsp:txXfrm>
    </dsp:sp>
    <dsp:sp modelId="{B8DEC803-4F7F-406C-BBC8-DA63F083FCCE}">
      <dsp:nvSpPr>
        <dsp:cNvPr id="0" name=""/>
        <dsp:cNvSpPr/>
      </dsp:nvSpPr>
      <dsp:spPr>
        <a:xfrm rot="3310531">
          <a:off x="2393659" y="1628720"/>
          <a:ext cx="81962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19623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82980" y="1620500"/>
        <a:ext cx="40981" cy="40981"/>
      </dsp:txXfrm>
    </dsp:sp>
    <dsp:sp modelId="{5D20A75E-366B-45C8-87EA-05808E311D64}">
      <dsp:nvSpPr>
        <dsp:cNvPr id="0" name=""/>
        <dsp:cNvSpPr/>
      </dsp:nvSpPr>
      <dsp:spPr>
        <a:xfrm>
          <a:off x="3037500" y="1684871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FUSO has no SMS</a:t>
          </a:r>
          <a:endParaRPr lang="zh-TW" sz="2000" kern="1200"/>
        </a:p>
      </dsp:txBody>
      <dsp:txXfrm>
        <a:off x="3054636" y="1702007"/>
        <a:ext cx="5311406" cy="550800"/>
      </dsp:txXfrm>
    </dsp:sp>
    <dsp:sp modelId="{9BC54249-3646-4983-B237-50047DCF61D4}">
      <dsp:nvSpPr>
        <dsp:cNvPr id="0" name=""/>
        <dsp:cNvSpPr/>
      </dsp:nvSpPr>
      <dsp:spPr>
        <a:xfrm>
          <a:off x="1399297" y="3030538"/>
          <a:ext cx="1170144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TW Market</a:t>
          </a:r>
          <a:endParaRPr lang="zh-TW" sz="2000" kern="1200"/>
        </a:p>
      </dsp:txBody>
      <dsp:txXfrm>
        <a:off x="1416433" y="3047674"/>
        <a:ext cx="1135872" cy="550800"/>
      </dsp:txXfrm>
    </dsp:sp>
    <dsp:sp modelId="{32B1F493-5D6A-46DF-AF82-0C8ECCDBDEE1}">
      <dsp:nvSpPr>
        <dsp:cNvPr id="0" name=""/>
        <dsp:cNvSpPr/>
      </dsp:nvSpPr>
      <dsp:spPr>
        <a:xfrm rot="18289469">
          <a:off x="2393659" y="2974387"/>
          <a:ext cx="81962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19623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82980" y="2966167"/>
        <a:ext cx="40981" cy="40981"/>
      </dsp:txXfrm>
    </dsp:sp>
    <dsp:sp modelId="{2E278886-696D-4D2F-B68D-358DA04D930B}">
      <dsp:nvSpPr>
        <dsp:cNvPr id="0" name=""/>
        <dsp:cNvSpPr/>
      </dsp:nvSpPr>
      <dsp:spPr>
        <a:xfrm>
          <a:off x="3037500" y="2357705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IZUSU mainly shares the knowledge about trucks.</a:t>
          </a:r>
          <a:endParaRPr lang="zh-TW" sz="2000" kern="1200" dirty="0"/>
        </a:p>
      </dsp:txBody>
      <dsp:txXfrm>
        <a:off x="3054636" y="2374841"/>
        <a:ext cx="5311406" cy="550800"/>
      </dsp:txXfrm>
    </dsp:sp>
    <dsp:sp modelId="{F4566B5C-D925-45EB-ADCA-C4D1B97E7E6C}">
      <dsp:nvSpPr>
        <dsp:cNvPr id="0" name=""/>
        <dsp:cNvSpPr/>
      </dsp:nvSpPr>
      <dsp:spPr>
        <a:xfrm>
          <a:off x="2569442" y="3310804"/>
          <a:ext cx="468057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68057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91769" y="3311373"/>
        <a:ext cx="23402" cy="23402"/>
      </dsp:txXfrm>
    </dsp:sp>
    <dsp:sp modelId="{1365418D-AE43-4B8E-ACBC-BFB414BB6DFB}">
      <dsp:nvSpPr>
        <dsp:cNvPr id="0" name=""/>
        <dsp:cNvSpPr/>
      </dsp:nvSpPr>
      <dsp:spPr>
        <a:xfrm>
          <a:off x="3037500" y="3030538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HINO cooperates with celebrities and share different contents </a:t>
          </a:r>
          <a:endParaRPr lang="zh-TW" sz="2000" kern="1200" dirty="0"/>
        </a:p>
      </dsp:txBody>
      <dsp:txXfrm>
        <a:off x="3054636" y="3047674"/>
        <a:ext cx="5311406" cy="550800"/>
      </dsp:txXfrm>
    </dsp:sp>
    <dsp:sp modelId="{A14745D4-2993-46CE-97F7-D92DE39F9F75}">
      <dsp:nvSpPr>
        <dsp:cNvPr id="0" name=""/>
        <dsp:cNvSpPr/>
      </dsp:nvSpPr>
      <dsp:spPr>
        <a:xfrm rot="19457599">
          <a:off x="8328999" y="3142595"/>
          <a:ext cx="576415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576415" y="122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8602796" y="3140456"/>
        <a:ext cx="28820" cy="28820"/>
      </dsp:txXfrm>
    </dsp:sp>
    <dsp:sp modelId="{8DA5A6FB-C289-4995-AFDD-7C6157BF1645}">
      <dsp:nvSpPr>
        <dsp:cNvPr id="0" name=""/>
        <dsp:cNvSpPr/>
      </dsp:nvSpPr>
      <dsp:spPr>
        <a:xfrm>
          <a:off x="8851236" y="2694121"/>
          <a:ext cx="2962935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Comics about drivers</a:t>
          </a:r>
          <a:endParaRPr lang="zh-TW" sz="2000" kern="1200" dirty="0"/>
        </a:p>
      </dsp:txBody>
      <dsp:txXfrm>
        <a:off x="8868372" y="2711257"/>
        <a:ext cx="2928663" cy="550800"/>
      </dsp:txXfrm>
    </dsp:sp>
    <dsp:sp modelId="{7A977B25-3681-42A2-B60F-73D3AEB0DAA1}">
      <dsp:nvSpPr>
        <dsp:cNvPr id="0" name=""/>
        <dsp:cNvSpPr/>
      </dsp:nvSpPr>
      <dsp:spPr>
        <a:xfrm rot="2142401">
          <a:off x="8328999" y="3479012"/>
          <a:ext cx="576415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576415" y="122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8602796" y="3476872"/>
        <a:ext cx="28820" cy="28820"/>
      </dsp:txXfrm>
    </dsp:sp>
    <dsp:sp modelId="{E7537538-B700-48A2-8203-6B3C27FA37A7}">
      <dsp:nvSpPr>
        <dsp:cNvPr id="0" name=""/>
        <dsp:cNvSpPr/>
      </dsp:nvSpPr>
      <dsp:spPr>
        <a:xfrm>
          <a:off x="8851236" y="3366955"/>
          <a:ext cx="2962935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Story about drivers</a:t>
          </a:r>
          <a:endParaRPr lang="zh-TW" sz="2000" kern="1200"/>
        </a:p>
      </dsp:txBody>
      <dsp:txXfrm>
        <a:off x="8868372" y="3384091"/>
        <a:ext cx="2928663" cy="550800"/>
      </dsp:txXfrm>
    </dsp:sp>
    <dsp:sp modelId="{35035302-38C6-4281-8EF1-569D2E226057}">
      <dsp:nvSpPr>
        <dsp:cNvPr id="0" name=""/>
        <dsp:cNvSpPr/>
      </dsp:nvSpPr>
      <dsp:spPr>
        <a:xfrm rot="3241901">
          <a:off x="2400151" y="3642829"/>
          <a:ext cx="82048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20483" y="122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/>
        </a:p>
      </dsp:txBody>
      <dsp:txXfrm>
        <a:off x="2789880" y="3634588"/>
        <a:ext cx="41024" cy="41024"/>
      </dsp:txXfrm>
    </dsp:sp>
    <dsp:sp modelId="{EA7978AF-FC0C-4267-A9B4-1630067CCF7C}">
      <dsp:nvSpPr>
        <dsp:cNvPr id="0" name=""/>
        <dsp:cNvSpPr/>
      </dsp:nvSpPr>
      <dsp:spPr>
        <a:xfrm>
          <a:off x="3051342" y="3694589"/>
          <a:ext cx="5345678" cy="585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FUSO cooperates with YTRs</a:t>
          </a:r>
          <a:r>
            <a:rPr lang="zh-TW" sz="2000" kern="1200" dirty="0" smtClean="0"/>
            <a:t> </a:t>
          </a:r>
          <a:r>
            <a:rPr lang="en-US" sz="2000" kern="1200" dirty="0" smtClean="0"/>
            <a:t>to reach more audience</a:t>
          </a:r>
          <a:endParaRPr lang="zh-TW" sz="2000" kern="1200" dirty="0"/>
        </a:p>
      </dsp:txBody>
      <dsp:txXfrm>
        <a:off x="3068478" y="3711725"/>
        <a:ext cx="5311406" cy="550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7B6D6-FEA9-457C-BBC9-D665F764A087}" type="datetimeFigureOut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A73D-852F-451B-937D-E85D3973A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71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817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222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35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54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263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741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001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985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62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26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974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2A73D-852F-451B-937D-E85D3973A90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64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5F86-29F9-4ABE-86F0-D5060EB613C5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40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443AE-B71E-48F3-8CC3-EEC1A5B1DF99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32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66CE-9CE8-4C66-B09E-66223CC8794C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4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B835-371F-4691-A018-F53827DECA63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81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D1931-AF8E-481A-AABF-6533DEBC2B8B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67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35B3E-B47F-4DE9-8162-EB92D815B4EC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60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820A-6122-40E2-A783-64649A752805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34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9D69-875C-4133-A61F-F8542360C463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01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93D8-1A6C-40D8-83E8-4D36E35569B0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15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1662F-D336-47A4-9758-A983C3E9ECF0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81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FEF-C6A3-4580-86B4-34AFC775D19C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21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1809F-DE63-4D00-9FEF-1C143F7F5350}" type="datetime1">
              <a:rPr lang="zh-TW" altLang="en-US" smtClean="0"/>
              <a:t>2023/9/25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D2E6-F684-48E5-8E5B-55B543A5E4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88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73382" y="129785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Project </a:t>
            </a:r>
            <a:r>
              <a:rPr lang="en-US" altLang="zh-TW" dirty="0" smtClean="0"/>
              <a:t>Unicorn</a:t>
            </a:r>
            <a:br>
              <a:rPr lang="en-US" altLang="zh-TW" dirty="0" smtClean="0"/>
            </a:br>
            <a:r>
              <a:rPr lang="en-US" altLang="zh-TW" dirty="0" smtClean="0"/>
              <a:t>Weekly Update Meeting 0911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73382" y="3777529"/>
            <a:ext cx="9144000" cy="1655762"/>
          </a:xfrm>
        </p:spPr>
        <p:txBody>
          <a:bodyPr/>
          <a:lstStyle/>
          <a:p>
            <a:r>
              <a:rPr lang="en-US" altLang="zh-TW" dirty="0" smtClean="0"/>
              <a:t>Present: Paul Li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237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03545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5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err="1"/>
              <a:t>Taikoo</a:t>
            </a:r>
            <a:r>
              <a:rPr lang="en-US" altLang="zh-TW" dirty="0"/>
              <a:t> Motors Organization 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/>
              <a:t>Project Scope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 smtClean="0"/>
              <a:t>Market Overview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/>
              <a:t>Competitors Comparison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/>
              <a:t>Summary </a:t>
            </a:r>
            <a:r>
              <a:rPr lang="en-US" altLang="zh-TW" dirty="0"/>
              <a:t>&amp; Next Step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3" r="21652"/>
          <a:stretch/>
        </p:blipFill>
        <p:spPr>
          <a:xfrm>
            <a:off x="6606138" y="0"/>
            <a:ext cx="5585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8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6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207622"/>
              </p:ext>
            </p:extLst>
          </p:nvPr>
        </p:nvGraphicFramePr>
        <p:xfrm>
          <a:off x="1119554" y="1208211"/>
          <a:ext cx="10515600" cy="4867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91737" y="7769"/>
            <a:ext cx="559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 smtClean="0">
                <a:latin typeface="+mj-lt"/>
              </a:rPr>
              <a:t>Taikoo</a:t>
            </a:r>
            <a:r>
              <a:rPr lang="en-US" altLang="zh-TW" sz="3200" dirty="0" smtClean="0">
                <a:latin typeface="+mj-lt"/>
              </a:rPr>
              <a:t> Motors Organization </a:t>
            </a:r>
            <a:endParaRPr lang="en-US" altLang="zh-TW" sz="3200" dirty="0">
              <a:latin typeface="+mj-lt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0"/>
          <p:cNvGrpSpPr/>
          <p:nvPr/>
        </p:nvGrpSpPr>
        <p:grpSpPr>
          <a:xfrm>
            <a:off x="8610600" y="5296671"/>
            <a:ext cx="1526931" cy="778813"/>
            <a:chOff x="9003324" y="5360471"/>
            <a:chExt cx="1526931" cy="778813"/>
          </a:xfrm>
        </p:grpSpPr>
        <p:sp>
          <p:nvSpPr>
            <p:cNvPr id="3" name="矩形 2"/>
            <p:cNvSpPr/>
            <p:nvPr/>
          </p:nvSpPr>
          <p:spPr>
            <a:xfrm>
              <a:off x="9154715" y="5424854"/>
              <a:ext cx="270639" cy="24056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154714" y="5826003"/>
              <a:ext cx="270639" cy="24056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9003324" y="5360471"/>
              <a:ext cx="152693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 smtClean="0"/>
                <a:t>HK Team</a:t>
              </a:r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9003325" y="5769952"/>
              <a:ext cx="152693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 smtClean="0"/>
                <a:t>TW Team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666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F6F6279-A25D-4079-2F64-02530359CF3B}"/>
              </a:ext>
            </a:extLst>
          </p:cNvPr>
          <p:cNvSpPr/>
          <p:nvPr/>
        </p:nvSpPr>
        <p:spPr>
          <a:xfrm>
            <a:off x="291738" y="970348"/>
            <a:ext cx="5513571" cy="12066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24">
            <a:extLst>
              <a:ext uri="{FF2B5EF4-FFF2-40B4-BE49-F238E27FC236}">
                <a16:creationId xmlns:a16="http://schemas.microsoft.com/office/drawing/2014/main" id="{3D51D5F1-2B15-9CBE-B0A1-5A9EA02316E4}"/>
              </a:ext>
            </a:extLst>
          </p:cNvPr>
          <p:cNvSpPr/>
          <p:nvPr/>
        </p:nvSpPr>
        <p:spPr>
          <a:xfrm>
            <a:off x="387991" y="846452"/>
            <a:ext cx="4624680" cy="36189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Background </a:t>
            </a:r>
            <a:r>
              <a:rPr lang="en-US" altLang="zh-TW" sz="2000" b="1" dirty="0"/>
              <a:t>and Market </a:t>
            </a:r>
            <a:r>
              <a:rPr lang="en-US" altLang="zh-TW" sz="2000" b="1" dirty="0" smtClean="0"/>
              <a:t>Potential</a:t>
            </a:r>
            <a:endParaRPr lang="zh-TW" altLang="en-US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BF4D-87B6-B662-C855-40670BB5C1FE}"/>
              </a:ext>
            </a:extLst>
          </p:cNvPr>
          <p:cNvSpPr/>
          <p:nvPr/>
        </p:nvSpPr>
        <p:spPr>
          <a:xfrm>
            <a:off x="6067345" y="964461"/>
            <a:ext cx="5513571" cy="12066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26">
            <a:extLst>
              <a:ext uri="{FF2B5EF4-FFF2-40B4-BE49-F238E27FC236}">
                <a16:creationId xmlns:a16="http://schemas.microsoft.com/office/drawing/2014/main" id="{5D0A32D2-468B-36C4-68BA-BF4BF09C02D4}"/>
              </a:ext>
            </a:extLst>
          </p:cNvPr>
          <p:cNvSpPr/>
          <p:nvPr/>
        </p:nvSpPr>
        <p:spPr>
          <a:xfrm>
            <a:off x="6163598" y="840566"/>
            <a:ext cx="3870566" cy="36189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Product Definition &amp; Competitors</a:t>
            </a:r>
            <a:endParaRPr lang="zh-TW" alt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01BD02-582C-C64D-3453-EDCE33F58A76}"/>
              </a:ext>
            </a:extLst>
          </p:cNvPr>
          <p:cNvSpPr/>
          <p:nvPr/>
        </p:nvSpPr>
        <p:spPr>
          <a:xfrm>
            <a:off x="291738" y="2459323"/>
            <a:ext cx="11289178" cy="27299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28">
            <a:extLst>
              <a:ext uri="{FF2B5EF4-FFF2-40B4-BE49-F238E27FC236}">
                <a16:creationId xmlns:a16="http://schemas.microsoft.com/office/drawing/2014/main" id="{05B32E9F-0C96-3818-D7A5-43D1F707C2C6}"/>
              </a:ext>
            </a:extLst>
          </p:cNvPr>
          <p:cNvSpPr/>
          <p:nvPr/>
        </p:nvSpPr>
        <p:spPr>
          <a:xfrm>
            <a:off x="387991" y="2304432"/>
            <a:ext cx="2130561" cy="36189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Project Schedule</a:t>
            </a:r>
            <a:endParaRPr lang="zh-TW" altLang="en-US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473638-B05A-3B93-0B7D-DCDF64FB6EB5}"/>
              </a:ext>
            </a:extLst>
          </p:cNvPr>
          <p:cNvSpPr/>
          <p:nvPr/>
        </p:nvSpPr>
        <p:spPr>
          <a:xfrm>
            <a:off x="291738" y="5462470"/>
            <a:ext cx="5513571" cy="12066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30">
            <a:extLst>
              <a:ext uri="{FF2B5EF4-FFF2-40B4-BE49-F238E27FC236}">
                <a16:creationId xmlns:a16="http://schemas.microsoft.com/office/drawing/2014/main" id="{FCFBCA8E-1D2F-E679-BEFB-1F20F6D72288}"/>
              </a:ext>
            </a:extLst>
          </p:cNvPr>
          <p:cNvSpPr/>
          <p:nvPr/>
        </p:nvSpPr>
        <p:spPr>
          <a:xfrm>
            <a:off x="387991" y="5338575"/>
            <a:ext cx="2014169" cy="36189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/>
              <a:t>Market Potential</a:t>
            </a:r>
            <a:endParaRPr lang="zh-TW" altLang="en-US" sz="20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0252F4-AE4F-4E8A-97CF-2AB1C989AEFF}"/>
              </a:ext>
            </a:extLst>
          </p:cNvPr>
          <p:cNvSpPr/>
          <p:nvPr/>
        </p:nvSpPr>
        <p:spPr>
          <a:xfrm>
            <a:off x="6067345" y="5462470"/>
            <a:ext cx="5513571" cy="12066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35">
            <a:extLst>
              <a:ext uri="{FF2B5EF4-FFF2-40B4-BE49-F238E27FC236}">
                <a16:creationId xmlns:a16="http://schemas.microsoft.com/office/drawing/2014/main" id="{C1CE169E-D8B0-F962-6DE9-7A0A56001541}"/>
              </a:ext>
            </a:extLst>
          </p:cNvPr>
          <p:cNvSpPr/>
          <p:nvPr/>
        </p:nvSpPr>
        <p:spPr>
          <a:xfrm>
            <a:off x="6163598" y="5389129"/>
            <a:ext cx="1659115" cy="36189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Potential Risk</a:t>
            </a:r>
            <a:endParaRPr lang="zh-TW" altLang="en-US" sz="20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180690" y="1289004"/>
            <a:ext cx="2448876" cy="7052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LD Truck =&gt;GVW 10.4-14T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MD Truck =&gt;GVW 15-18.5T</a:t>
            </a:r>
            <a:endParaRPr lang="zh-TW" altLang="en-US" sz="1400" dirty="0"/>
          </a:p>
        </p:txBody>
      </p:sp>
      <p:pic>
        <p:nvPicPr>
          <p:cNvPr id="2050" name="Picture 2" descr="Hino Logo - símbolo, significado logotipo, historia,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81" y="1274268"/>
            <a:ext cx="699323" cy="69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suzu Logo Meaning and History [Isuzu symbol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887" y="1453752"/>
            <a:ext cx="1101045" cy="4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st of all Japanese Car Brands [Japanese car manufacturers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931" y="1378236"/>
            <a:ext cx="1002067" cy="50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字方塊 19"/>
          <p:cNvSpPr txBox="1"/>
          <p:nvPr/>
        </p:nvSpPr>
        <p:spPr>
          <a:xfrm>
            <a:off x="6067346" y="5751023"/>
            <a:ext cx="5374609" cy="6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U</a:t>
            </a:r>
            <a:r>
              <a:rPr lang="en-US" altLang="zh-TW" sz="1400" dirty="0" smtClean="0"/>
              <a:t>sing </a:t>
            </a:r>
            <a:r>
              <a:rPr lang="en-US" altLang="zh-TW" sz="1400" dirty="0"/>
              <a:t>the same chassis as ISUZU, but with a higher pricing </a:t>
            </a:r>
            <a:r>
              <a:rPr lang="en-US" altLang="zh-TW" sz="1400" dirty="0" smtClean="0"/>
              <a:t>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There </a:t>
            </a:r>
            <a:r>
              <a:rPr lang="en-US" altLang="zh-TW" sz="1400" dirty="0"/>
              <a:t>is no clear direction for electric vehicles (EVs</a:t>
            </a:r>
            <a:r>
              <a:rPr lang="en-US" altLang="zh-TW" sz="1400" dirty="0" smtClean="0"/>
              <a:t>)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317226" y="1164376"/>
            <a:ext cx="5459606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b="1" dirty="0" smtClean="0"/>
              <a:t>Project Unicorn</a:t>
            </a:r>
            <a:r>
              <a:rPr lang="en-US" altLang="zh-TW" sz="1400" dirty="0" smtClean="0"/>
              <a:t>, aims </a:t>
            </a:r>
            <a:r>
              <a:rPr lang="en-US" altLang="zh-TW" sz="1400" dirty="0"/>
              <a:t>to </a:t>
            </a:r>
            <a:r>
              <a:rPr lang="en-US" altLang="zh-TW" sz="1400" dirty="0" smtClean="0"/>
              <a:t>introduce UD EUR6 light </a:t>
            </a:r>
            <a:r>
              <a:rPr lang="en-US" altLang="zh-TW" sz="1400" dirty="0"/>
              <a:t>(</a:t>
            </a:r>
            <a:r>
              <a:rPr lang="en-US" altLang="zh-TW" sz="1400" dirty="0" smtClean="0"/>
              <a:t>10.4-14T)to medium-duty(15-18.5T) </a:t>
            </a:r>
            <a:r>
              <a:rPr lang="en-US" altLang="zh-TW" sz="1400" dirty="0"/>
              <a:t>trucks into the markets of Hong Kong and Taiwan.</a:t>
            </a:r>
            <a:endParaRPr lang="zh-TW" altLang="en-US" sz="1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977433" y="6142427"/>
            <a:ext cx="180274" cy="360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25" name="投影片編號版面配置區 24"/>
          <p:cNvSpPr>
            <a:spLocks noGrp="1"/>
          </p:cNvSpPr>
          <p:nvPr>
            <p:ph type="sldNum" sz="quarter" idx="12"/>
          </p:nvPr>
        </p:nvSpPr>
        <p:spPr>
          <a:xfrm>
            <a:off x="9271081" y="6377373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91737" y="5628215"/>
            <a:ext cx="5404878" cy="102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Creating a complete product lineup with sales in different </a:t>
            </a:r>
            <a:r>
              <a:rPr lang="en-US" altLang="zh-TW" sz="1400" dirty="0" smtClean="0"/>
              <a:t>segments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Increasing customer retention </a:t>
            </a:r>
            <a:endParaRPr lang="en-US" altLang="zh-TW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S</a:t>
            </a:r>
            <a:r>
              <a:rPr lang="en-US" altLang="zh-TW" sz="1400" dirty="0" smtClean="0"/>
              <a:t>timulating </a:t>
            </a:r>
            <a:r>
              <a:rPr lang="en-US" altLang="zh-TW" sz="1400" dirty="0"/>
              <a:t>sales of medium and heavy-duty trucks</a:t>
            </a:r>
            <a:endParaRPr lang="zh-TW" altLang="en-US" sz="1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291737" y="7769"/>
            <a:ext cx="559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lt"/>
              </a:rPr>
              <a:t>Project </a:t>
            </a:r>
            <a:r>
              <a:rPr lang="en-US" altLang="zh-TW" sz="3200" dirty="0" smtClean="0">
                <a:latin typeface="+mj-lt"/>
              </a:rPr>
              <a:t>Scope</a:t>
            </a:r>
            <a:endParaRPr lang="en-US" altLang="zh-TW" sz="3200" dirty="0">
              <a:latin typeface="+mj-lt"/>
            </a:endParaRPr>
          </a:p>
        </p:txBody>
      </p:sp>
      <p:cxnSp>
        <p:nvCxnSpPr>
          <p:cNvPr id="30" name="直線接點 29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Black unicorn icon images Royalty Free Vector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9" t="19799" r="18852" b="28932"/>
          <a:stretch/>
        </p:blipFill>
        <p:spPr bwMode="auto">
          <a:xfrm>
            <a:off x="2646673" y="72397"/>
            <a:ext cx="547378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117" y="2823618"/>
            <a:ext cx="10122420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5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Market </a:t>
            </a:r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96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9DD882-7751-687A-A22A-E22361689AA4}"/>
              </a:ext>
            </a:extLst>
          </p:cNvPr>
          <p:cNvSpPr/>
          <p:nvPr/>
        </p:nvSpPr>
        <p:spPr>
          <a:xfrm>
            <a:off x="262552" y="867546"/>
            <a:ext cx="11578653" cy="8157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矩形: 圓角 31">
            <a:extLst>
              <a:ext uri="{FF2B5EF4-FFF2-40B4-BE49-F238E27FC236}">
                <a16:creationId xmlns:a16="http://schemas.microsoft.com/office/drawing/2014/main" id="{05AA873F-34D4-A122-96B9-487AACBDB06C}"/>
              </a:ext>
            </a:extLst>
          </p:cNvPr>
          <p:cNvSpPr/>
          <p:nvPr/>
        </p:nvSpPr>
        <p:spPr>
          <a:xfrm>
            <a:off x="361186" y="745154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US" altLang="zh-TW" sz="2000" b="1" dirty="0" smtClean="0">
                <a:solidFill>
                  <a:prstClr val="white"/>
                </a:solidFill>
                <a:latin typeface="Arial"/>
                <a:ea typeface="微軟正黑體" panose="020B0604030504040204" pitchFamily="34" charset="-120"/>
              </a:rPr>
              <a:t>Filter Criteria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1816110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226213"/>
            <a:ext cx="11578653" cy="148743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5103821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A2020-13C6-FF2B-2868-4EEAECDB4477}"/>
              </a:ext>
            </a:extLst>
          </p:cNvPr>
          <p:cNvSpPr/>
          <p:nvPr/>
        </p:nvSpPr>
        <p:spPr>
          <a:xfrm>
            <a:off x="6316022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: 圓角 14">
            <a:extLst>
              <a:ext uri="{FF2B5EF4-FFF2-40B4-BE49-F238E27FC236}">
                <a16:creationId xmlns:a16="http://schemas.microsoft.com/office/drawing/2014/main" id="{D861133E-D061-88EC-2069-515EC667B702}"/>
              </a:ext>
            </a:extLst>
          </p:cNvPr>
          <p:cNvSpPr/>
          <p:nvPr/>
        </p:nvSpPr>
        <p:spPr>
          <a:xfrm>
            <a:off x="6414655" y="1816110"/>
            <a:ext cx="201814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By Brands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35821" y="976763"/>
            <a:ext cx="2060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GVW:</a:t>
            </a:r>
            <a:r>
              <a:rPr lang="zh-TW" altLang="en-US" dirty="0" smtClean="0"/>
              <a:t> </a:t>
            </a:r>
            <a:r>
              <a:rPr lang="en-US" altLang="zh-TW" dirty="0" smtClean="0"/>
              <a:t>10.4T -14T</a:t>
            </a:r>
            <a:endParaRPr lang="en-US" altLang="zh-TW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05269" y="-9139"/>
            <a:ext cx="10883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HINO,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FUSO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and ISUZU </a:t>
            </a:r>
            <a:r>
              <a:rPr lang="en-US" altLang="zh-TW" sz="3200" dirty="0"/>
              <a:t>are main competitors in LD trucks market</a:t>
            </a:r>
          </a:p>
        </p:txBody>
      </p:sp>
      <p:cxnSp>
        <p:nvCxnSpPr>
          <p:cNvPr id="19" name="直線接點 18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933851" y="5342023"/>
            <a:ext cx="79231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Market Leader: HINO→ ISUZU→FUSO →DAF (Leaders are all JP brand)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Main permitted GVW: 11T (6176 Units/2018-202308)(1100Units/year)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Competitive Products: HINO(300 Series)→ ISUZU(N Series)→FUSO(CANTER/ FE)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Total new registration 2021-202305 =&gt; 6459 (About 2500 units/year)</a:t>
            </a:r>
            <a:endParaRPr lang="zh-TW" altLang="en-US" dirty="0"/>
          </a:p>
        </p:txBody>
      </p:sp>
      <p:graphicFrame>
        <p:nvGraphicFramePr>
          <p:cNvPr id="20" name="圖表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639040"/>
              </p:ext>
            </p:extLst>
          </p:nvPr>
        </p:nvGraphicFramePr>
        <p:xfrm>
          <a:off x="427605" y="2064936"/>
          <a:ext cx="5195078" cy="2649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圖表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479484"/>
              </p:ext>
            </p:extLst>
          </p:nvPr>
        </p:nvGraphicFramePr>
        <p:xfrm>
          <a:off x="6546932" y="1993740"/>
          <a:ext cx="5392906" cy="2791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9406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9DD882-7751-687A-A22A-E22361689AA4}"/>
              </a:ext>
            </a:extLst>
          </p:cNvPr>
          <p:cNvSpPr/>
          <p:nvPr/>
        </p:nvSpPr>
        <p:spPr>
          <a:xfrm>
            <a:off x="262552" y="867546"/>
            <a:ext cx="11578653" cy="8157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126665"/>
            <a:ext cx="11578653" cy="15869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4973329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成果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效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益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A2020-13C6-FF2B-2868-4EEAECDB4477}"/>
              </a:ext>
            </a:extLst>
          </p:cNvPr>
          <p:cNvSpPr/>
          <p:nvPr/>
        </p:nvSpPr>
        <p:spPr>
          <a:xfrm>
            <a:off x="6316022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1816110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矩形: 圓角 14">
            <a:extLst>
              <a:ext uri="{FF2B5EF4-FFF2-40B4-BE49-F238E27FC236}">
                <a16:creationId xmlns:a16="http://schemas.microsoft.com/office/drawing/2014/main" id="{D861133E-D061-88EC-2069-515EC667B702}"/>
              </a:ext>
            </a:extLst>
          </p:cNvPr>
          <p:cNvSpPr/>
          <p:nvPr/>
        </p:nvSpPr>
        <p:spPr>
          <a:xfrm>
            <a:off x="6414655" y="1816110"/>
            <a:ext cx="201814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By Brands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: 圓角 31">
            <a:extLst>
              <a:ext uri="{FF2B5EF4-FFF2-40B4-BE49-F238E27FC236}">
                <a16:creationId xmlns:a16="http://schemas.microsoft.com/office/drawing/2014/main" id="{05AA873F-34D4-A122-96B9-487AACBDB06C}"/>
              </a:ext>
            </a:extLst>
          </p:cNvPr>
          <p:cNvSpPr/>
          <p:nvPr/>
        </p:nvSpPr>
        <p:spPr>
          <a:xfrm>
            <a:off x="361186" y="745154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US" altLang="zh-TW" sz="2000" b="1" dirty="0" smtClean="0">
                <a:solidFill>
                  <a:prstClr val="white"/>
                </a:solidFill>
                <a:latin typeface="Arial"/>
                <a:ea typeface="微軟正黑體" panose="020B0604030504040204" pitchFamily="34" charset="-120"/>
              </a:rPr>
              <a:t>Filter Criteria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35821" y="1066183"/>
            <a:ext cx="2007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GVW: 15T-18.5T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05269" y="-9139"/>
            <a:ext cx="11273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HINO is the leader of MD trucks market and FUSO is beating ISUZU</a:t>
            </a:r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圖表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080883"/>
              </p:ext>
            </p:extLst>
          </p:nvPr>
        </p:nvGraphicFramePr>
        <p:xfrm>
          <a:off x="677007" y="2040399"/>
          <a:ext cx="4941277" cy="2630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547320" y="5537970"/>
            <a:ext cx="10850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Market Leader: HINO→ FUSO →</a:t>
            </a:r>
            <a:r>
              <a:rPr lang="en-US" altLang="zh-TW" dirty="0" smtClean="0"/>
              <a:t>ISUZU →DAF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Main permitted GVW: 17T </a:t>
            </a:r>
            <a:r>
              <a:rPr lang="en-US" altLang="zh-TW" dirty="0" smtClean="0"/>
              <a:t>(6878 Units 1000Units/year)/18.5T (2764 Units 500Units/year) </a:t>
            </a:r>
            <a:r>
              <a:rPr lang="en-US" altLang="zh-TW" dirty="0"/>
              <a:t>=&gt; Both lead by HINO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Competitive Products: HINO(500Series)→ ISUZU(FRR/FVR)→FUSO(FK_FM</a:t>
            </a:r>
            <a:r>
              <a:rPr lang="en-US" altLang="zh-TW" dirty="0" smtClean="0"/>
              <a:t>)</a:t>
            </a:r>
            <a:endParaRPr lang="en-US" altLang="zh-TW" dirty="0"/>
          </a:p>
        </p:txBody>
      </p:sp>
      <p:graphicFrame>
        <p:nvGraphicFramePr>
          <p:cNvPr id="20" name="圖表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115346"/>
              </p:ext>
            </p:extLst>
          </p:nvPr>
        </p:nvGraphicFramePr>
        <p:xfrm>
          <a:off x="547320" y="2058829"/>
          <a:ext cx="52006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圖表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3711671"/>
              </p:ext>
            </p:extLst>
          </p:nvPr>
        </p:nvGraphicFramePr>
        <p:xfrm>
          <a:off x="6316022" y="2118807"/>
          <a:ext cx="5684268" cy="2620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5101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007391"/>
            <a:ext cx="11578652" cy="38139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126665"/>
            <a:ext cx="11578653" cy="15869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4973329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成果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效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益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836091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05269" y="-9139"/>
            <a:ext cx="3361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CBU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OR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CKD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ISUZU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361186" y="5291417"/>
            <a:ext cx="6315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Division: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11T and above: Mostly CKD (Medium-duty trucks)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Below 11T: Mostly CBU (Light-duty trucks</a:t>
            </a:r>
            <a:r>
              <a:rPr lang="en-US" altLang="zh-TW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CKD: FVR </a:t>
            </a:r>
            <a:r>
              <a:rPr lang="en-US" altLang="zh-TW" dirty="0"/>
              <a:t>(</a:t>
            </a:r>
            <a:r>
              <a:rPr lang="en-US" altLang="zh-TW" dirty="0" smtClean="0"/>
              <a:t>17/18.5T)/ FRR </a:t>
            </a:r>
            <a:r>
              <a:rPr lang="en-US" altLang="zh-TW" dirty="0"/>
              <a:t>(11T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CBU: NMR </a:t>
            </a:r>
            <a:r>
              <a:rPr lang="en-US" altLang="zh-TW" dirty="0"/>
              <a:t>(</a:t>
            </a:r>
            <a:r>
              <a:rPr lang="en-US" altLang="zh-TW" dirty="0" smtClean="0"/>
              <a:t>6T)/ NPR </a:t>
            </a:r>
            <a:r>
              <a:rPr lang="en-US" altLang="zh-TW" dirty="0"/>
              <a:t>(</a:t>
            </a:r>
            <a:r>
              <a:rPr lang="en-US" altLang="zh-TW" dirty="0" smtClean="0"/>
              <a:t>7T)/ NQR </a:t>
            </a:r>
            <a:r>
              <a:rPr lang="en-US" altLang="zh-TW" dirty="0"/>
              <a:t>(</a:t>
            </a:r>
            <a:r>
              <a:rPr lang="en-US" altLang="zh-TW" dirty="0" smtClean="0"/>
              <a:t>9.5T)/ FVR </a:t>
            </a:r>
            <a:r>
              <a:rPr lang="en-US" altLang="zh-TW" dirty="0"/>
              <a:t>(15T)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36274"/>
              </p:ext>
            </p:extLst>
          </p:nvPr>
        </p:nvGraphicFramePr>
        <p:xfrm>
          <a:off x="6240198" y="5325688"/>
          <a:ext cx="4740804" cy="13181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0268">
                  <a:extLst>
                    <a:ext uri="{9D8B030D-6E8A-4147-A177-3AD203B41FA5}">
                      <a16:colId xmlns:a16="http://schemas.microsoft.com/office/drawing/2014/main" val="1398981287"/>
                    </a:ext>
                  </a:extLst>
                </a:gridCol>
                <a:gridCol w="1580268">
                  <a:extLst>
                    <a:ext uri="{9D8B030D-6E8A-4147-A177-3AD203B41FA5}">
                      <a16:colId xmlns:a16="http://schemas.microsoft.com/office/drawing/2014/main" val="3166222928"/>
                    </a:ext>
                  </a:extLst>
                </a:gridCol>
                <a:gridCol w="1580268">
                  <a:extLst>
                    <a:ext uri="{9D8B030D-6E8A-4147-A177-3AD203B41FA5}">
                      <a16:colId xmlns:a16="http://schemas.microsoft.com/office/drawing/2014/main" val="4043216627"/>
                    </a:ext>
                  </a:extLst>
                </a:gridCol>
              </a:tblGrid>
              <a:tr h="439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500" kern="0">
                          <a:effectLst/>
                        </a:rPr>
                        <a:t>　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>
                          <a:effectLst/>
                        </a:rPr>
                        <a:t>CBU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>
                          <a:effectLst/>
                        </a:rPr>
                        <a:t>CKD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extLst>
                  <a:ext uri="{0D108BD9-81ED-4DB2-BD59-A6C34878D82A}">
                    <a16:rowId xmlns:a16="http://schemas.microsoft.com/office/drawing/2014/main" val="3378290189"/>
                  </a:ext>
                </a:extLst>
              </a:tr>
              <a:tr h="439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>
                          <a:effectLst/>
                        </a:rPr>
                        <a:t>5T-9.5T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</a:rPr>
                        <a:t>81%</a:t>
                      </a:r>
                      <a:endParaRPr lang="zh-TW" sz="25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>
                          <a:effectLst/>
                        </a:rPr>
                        <a:t>19%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extLst>
                  <a:ext uri="{0D108BD9-81ED-4DB2-BD59-A6C34878D82A}">
                    <a16:rowId xmlns:a16="http://schemas.microsoft.com/office/drawing/2014/main" val="773093987"/>
                  </a:ext>
                </a:extLst>
              </a:tr>
              <a:tr h="439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>
                          <a:effectLst/>
                        </a:rPr>
                        <a:t>11T-18.5T</a:t>
                      </a:r>
                      <a:endParaRPr lang="zh-TW" sz="25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</a:rPr>
                        <a:t>16%</a:t>
                      </a:r>
                      <a:endParaRPr lang="zh-TW" sz="25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</a:rPr>
                        <a:t>84%</a:t>
                      </a:r>
                      <a:endParaRPr lang="zh-TW" sz="25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281" marR="37281" marT="0" marB="0" anchor="ctr"/>
                </a:tc>
                <a:extLst>
                  <a:ext uri="{0D108BD9-81ED-4DB2-BD59-A6C34878D82A}">
                    <a16:rowId xmlns:a16="http://schemas.microsoft.com/office/drawing/2014/main" val="3353527195"/>
                  </a:ext>
                </a:extLst>
              </a:tr>
            </a:tbl>
          </a:graphicData>
        </a:graphic>
      </p:graphicFrame>
      <p:graphicFrame>
        <p:nvGraphicFramePr>
          <p:cNvPr id="23" name="圖表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2779176"/>
              </p:ext>
            </p:extLst>
          </p:nvPr>
        </p:nvGraphicFramePr>
        <p:xfrm>
          <a:off x="2098807" y="1179084"/>
          <a:ext cx="8282782" cy="3586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0561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007391"/>
            <a:ext cx="11578652" cy="38139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126665"/>
            <a:ext cx="11578653" cy="15869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4973329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成果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效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益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836091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05269" y="-9139"/>
            <a:ext cx="3264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CBU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OR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CKD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FUSO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361186" y="5325688"/>
            <a:ext cx="6315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Division: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11T and above: Mostly CKD (Medium-duty trucks)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Below 11T: Mostly CBU (Light-duty trucks)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CKD: </a:t>
            </a:r>
            <a:r>
              <a:rPr lang="en-US" altLang="zh-TW" dirty="0" smtClean="0"/>
              <a:t>FKL </a:t>
            </a:r>
            <a:r>
              <a:rPr lang="en-US" altLang="zh-TW" dirty="0"/>
              <a:t>(11T</a:t>
            </a:r>
            <a:r>
              <a:rPr lang="en-US" altLang="zh-TW" dirty="0" smtClean="0"/>
              <a:t>)/FM(17T)</a:t>
            </a:r>
            <a:endParaRPr lang="en-US" altLang="zh-TW" dirty="0"/>
          </a:p>
        </p:txBody>
      </p:sp>
      <p:graphicFrame>
        <p:nvGraphicFramePr>
          <p:cNvPr id="12" name="圖表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921545"/>
              </p:ext>
            </p:extLst>
          </p:nvPr>
        </p:nvGraphicFramePr>
        <p:xfrm>
          <a:off x="1863460" y="1262291"/>
          <a:ext cx="8889532" cy="352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041318"/>
              </p:ext>
            </p:extLst>
          </p:nvPr>
        </p:nvGraphicFramePr>
        <p:xfrm>
          <a:off x="6439536" y="5402511"/>
          <a:ext cx="3367318" cy="1035294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06777">
                  <a:extLst>
                    <a:ext uri="{9D8B030D-6E8A-4147-A177-3AD203B41FA5}">
                      <a16:colId xmlns:a16="http://schemas.microsoft.com/office/drawing/2014/main" val="274371197"/>
                    </a:ext>
                  </a:extLst>
                </a:gridCol>
                <a:gridCol w="960599">
                  <a:extLst>
                    <a:ext uri="{9D8B030D-6E8A-4147-A177-3AD203B41FA5}">
                      <a16:colId xmlns:a16="http://schemas.microsoft.com/office/drawing/2014/main" val="3858607459"/>
                    </a:ext>
                  </a:extLst>
                </a:gridCol>
                <a:gridCol w="1299942">
                  <a:extLst>
                    <a:ext uri="{9D8B030D-6E8A-4147-A177-3AD203B41FA5}">
                      <a16:colId xmlns:a16="http://schemas.microsoft.com/office/drawing/2014/main" val="411647002"/>
                    </a:ext>
                  </a:extLst>
                </a:gridCol>
              </a:tblGrid>
              <a:tr h="34509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u="none" strike="noStrike">
                          <a:effectLst/>
                        </a:rPr>
                        <a:t>　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CBU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CKD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extLst>
                  <a:ext uri="{0D108BD9-81ED-4DB2-BD59-A6C34878D82A}">
                    <a16:rowId xmlns:a16="http://schemas.microsoft.com/office/drawing/2014/main" val="1812025452"/>
                  </a:ext>
                </a:extLst>
              </a:tr>
              <a:tr h="345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6 - 10.4T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>
                          <a:effectLst/>
                        </a:rPr>
                        <a:t>68%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>
                          <a:effectLst/>
                        </a:rPr>
                        <a:t>7%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extLst>
                  <a:ext uri="{0D108BD9-81ED-4DB2-BD59-A6C34878D82A}">
                    <a16:rowId xmlns:a16="http://schemas.microsoft.com/office/drawing/2014/main" val="3302335877"/>
                  </a:ext>
                </a:extLst>
              </a:tr>
              <a:tr h="3450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>
                          <a:effectLst/>
                        </a:rPr>
                        <a:t>11 - 18.5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>
                          <a:effectLst/>
                        </a:rPr>
                        <a:t>32%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u="none" strike="noStrike" dirty="0">
                          <a:effectLst/>
                        </a:rPr>
                        <a:t>93%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5686" marR="15686" marT="15686" marB="0" anchor="ctr"/>
                </a:tc>
                <a:extLst>
                  <a:ext uri="{0D108BD9-81ED-4DB2-BD59-A6C34878D82A}">
                    <a16:rowId xmlns:a16="http://schemas.microsoft.com/office/drawing/2014/main" val="399791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88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9DD882-7751-687A-A22A-E22361689AA4}"/>
              </a:ext>
            </a:extLst>
          </p:cNvPr>
          <p:cNvSpPr/>
          <p:nvPr/>
        </p:nvSpPr>
        <p:spPr>
          <a:xfrm>
            <a:off x="262552" y="867546"/>
            <a:ext cx="11578653" cy="8157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矩形: 圓角 31">
            <a:extLst>
              <a:ext uri="{FF2B5EF4-FFF2-40B4-BE49-F238E27FC236}">
                <a16:creationId xmlns:a16="http://schemas.microsoft.com/office/drawing/2014/main" id="{05AA873F-34D4-A122-96B9-487AACBDB06C}"/>
              </a:ext>
            </a:extLst>
          </p:cNvPr>
          <p:cNvSpPr/>
          <p:nvPr/>
        </p:nvSpPr>
        <p:spPr>
          <a:xfrm>
            <a:off x="361186" y="745154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US" altLang="zh-TW" sz="2000" b="1" dirty="0" smtClean="0">
                <a:solidFill>
                  <a:prstClr val="white"/>
                </a:solidFill>
                <a:latin typeface="Arial"/>
                <a:ea typeface="微軟正黑體" panose="020B0604030504040204" pitchFamily="34" charset="-120"/>
              </a:rPr>
              <a:t>Filter Criteria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1816110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226213"/>
            <a:ext cx="11578653" cy="148743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5103821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A2020-13C6-FF2B-2868-4EEAECDB4477}"/>
              </a:ext>
            </a:extLst>
          </p:cNvPr>
          <p:cNvSpPr/>
          <p:nvPr/>
        </p:nvSpPr>
        <p:spPr>
          <a:xfrm>
            <a:off x="6316022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: 圓角 14">
            <a:extLst>
              <a:ext uri="{FF2B5EF4-FFF2-40B4-BE49-F238E27FC236}">
                <a16:creationId xmlns:a16="http://schemas.microsoft.com/office/drawing/2014/main" id="{D861133E-D061-88EC-2069-515EC667B702}"/>
              </a:ext>
            </a:extLst>
          </p:cNvPr>
          <p:cNvSpPr/>
          <p:nvPr/>
        </p:nvSpPr>
        <p:spPr>
          <a:xfrm>
            <a:off x="6414655" y="1816110"/>
            <a:ext cx="201814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By Brands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12" name="圖表 11"/>
          <p:cNvGraphicFramePr>
            <a:graphicFrameLocks/>
          </p:cNvGraphicFramePr>
          <p:nvPr>
            <p:extLst/>
          </p:nvPr>
        </p:nvGraphicFramePr>
        <p:xfrm>
          <a:off x="1031489" y="1786966"/>
          <a:ext cx="4504074" cy="2905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1459348" y="4415133"/>
          <a:ext cx="3435930" cy="381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81770">
                  <a:extLst>
                    <a:ext uri="{9D8B030D-6E8A-4147-A177-3AD203B41FA5}">
                      <a16:colId xmlns:a16="http://schemas.microsoft.com/office/drawing/2014/main" val="3321025256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3165715592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2466514062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3690525158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1355475811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613866376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2190637388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3602442195"/>
                    </a:ext>
                  </a:extLst>
                </a:gridCol>
                <a:gridCol w="381770">
                  <a:extLst>
                    <a:ext uri="{9D8B030D-6E8A-4147-A177-3AD203B41FA5}">
                      <a16:colId xmlns:a16="http://schemas.microsoft.com/office/drawing/2014/main" val="107587082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2015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2016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2017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2018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2019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2020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2021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2022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2023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3428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4026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3052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3171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2874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>
                          <a:effectLst/>
                        </a:rPr>
                        <a:t>2602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1362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1721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1880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803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4198057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335821" y="976763"/>
            <a:ext cx="3518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LGV + MGV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Body Type: Remove Pick-up, </a:t>
            </a:r>
            <a:r>
              <a:rPr lang="en-US" altLang="zh-TW" dirty="0" smtClean="0"/>
              <a:t>Van</a:t>
            </a:r>
            <a:endParaRPr lang="en-US" altLang="zh-TW" dirty="0"/>
          </a:p>
        </p:txBody>
      </p:sp>
      <p:graphicFrame>
        <p:nvGraphicFramePr>
          <p:cNvPr id="16" name="圖表 15"/>
          <p:cNvGraphicFramePr>
            <a:graphicFrameLocks/>
          </p:cNvGraphicFramePr>
          <p:nvPr>
            <p:extLst/>
          </p:nvPr>
        </p:nvGraphicFramePr>
        <p:xfrm>
          <a:off x="6984531" y="2117243"/>
          <a:ext cx="4592277" cy="2755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205269" y="-9139"/>
            <a:ext cx="3339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HK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LD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Market Data</a:t>
            </a:r>
            <a:endParaRPr lang="zh-TW" altLang="en-US" sz="3200" dirty="0"/>
          </a:p>
        </p:txBody>
      </p:sp>
      <p:cxnSp>
        <p:nvCxnSpPr>
          <p:cNvPr id="19" name="直線接點 18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758419" y="5321998"/>
            <a:ext cx="5647059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ISUZU is the main leader of the market -&gt;HINO -&gt; FUSO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About 2500 Units/year (Average of 2015-2022)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Recovery trend after COVID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463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9DD882-7751-687A-A22A-E22361689AA4}"/>
              </a:ext>
            </a:extLst>
          </p:cNvPr>
          <p:cNvSpPr/>
          <p:nvPr/>
        </p:nvSpPr>
        <p:spPr>
          <a:xfrm>
            <a:off x="262552" y="867546"/>
            <a:ext cx="11578653" cy="8157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3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7C2CF-409B-0A95-EBD5-E69C5A0DDE0E}"/>
              </a:ext>
            </a:extLst>
          </p:cNvPr>
          <p:cNvSpPr/>
          <p:nvPr/>
        </p:nvSpPr>
        <p:spPr>
          <a:xfrm>
            <a:off x="262552" y="5126665"/>
            <a:ext cx="11578653" cy="15869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37">
            <a:extLst>
              <a:ext uri="{FF2B5EF4-FFF2-40B4-BE49-F238E27FC236}">
                <a16:creationId xmlns:a16="http://schemas.microsoft.com/office/drawing/2014/main" id="{76BD5996-13F9-9042-30F2-0CA8A644670B}"/>
              </a:ext>
            </a:extLst>
          </p:cNvPr>
          <p:cNvSpPr/>
          <p:nvPr/>
        </p:nvSpPr>
        <p:spPr>
          <a:xfrm>
            <a:off x="361186" y="4973329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成果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效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Summary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益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EA2020-13C6-FF2B-2868-4EEAECDB4477}"/>
              </a:ext>
            </a:extLst>
          </p:cNvPr>
          <p:cNvSpPr/>
          <p:nvPr/>
        </p:nvSpPr>
        <p:spPr>
          <a:xfrm>
            <a:off x="6316022" y="1927357"/>
            <a:ext cx="5525183" cy="28940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14" name="圖表 13"/>
          <p:cNvGraphicFramePr>
            <a:graphicFrameLocks/>
          </p:cNvGraphicFramePr>
          <p:nvPr>
            <p:extLst/>
          </p:nvPr>
        </p:nvGraphicFramePr>
        <p:xfrm>
          <a:off x="496503" y="1927357"/>
          <a:ext cx="5193097" cy="2916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: 圓角 33">
            <a:extLst>
              <a:ext uri="{FF2B5EF4-FFF2-40B4-BE49-F238E27FC236}">
                <a16:creationId xmlns:a16="http://schemas.microsoft.com/office/drawing/2014/main" id="{C2E2F6D6-97D9-A9D6-5EA3-4FC28660ABB3}"/>
              </a:ext>
            </a:extLst>
          </p:cNvPr>
          <p:cNvSpPr/>
          <p:nvPr/>
        </p:nvSpPr>
        <p:spPr>
          <a:xfrm>
            <a:off x="361186" y="1816110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Total Market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矩形: 圓角 14">
            <a:extLst>
              <a:ext uri="{FF2B5EF4-FFF2-40B4-BE49-F238E27FC236}">
                <a16:creationId xmlns:a16="http://schemas.microsoft.com/office/drawing/2014/main" id="{D861133E-D061-88EC-2069-515EC667B702}"/>
              </a:ext>
            </a:extLst>
          </p:cNvPr>
          <p:cNvSpPr/>
          <p:nvPr/>
        </p:nvSpPr>
        <p:spPr>
          <a:xfrm>
            <a:off x="6414655" y="1816110"/>
            <a:ext cx="201814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By Brands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: 圓角 31">
            <a:extLst>
              <a:ext uri="{FF2B5EF4-FFF2-40B4-BE49-F238E27FC236}">
                <a16:creationId xmlns:a16="http://schemas.microsoft.com/office/drawing/2014/main" id="{05AA873F-34D4-A122-96B9-487AACBDB06C}"/>
              </a:ext>
            </a:extLst>
          </p:cNvPr>
          <p:cNvSpPr/>
          <p:nvPr/>
        </p:nvSpPr>
        <p:spPr>
          <a:xfrm>
            <a:off x="361186" y="745154"/>
            <a:ext cx="197463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US" altLang="zh-TW" sz="2000" b="1" dirty="0" smtClean="0">
                <a:solidFill>
                  <a:prstClr val="white"/>
                </a:solidFill>
                <a:latin typeface="Arial"/>
                <a:ea typeface="微軟正黑體" panose="020B0604030504040204" pitchFamily="34" charset="-120"/>
              </a:rPr>
              <a:t>Filter Criteria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35821" y="938219"/>
            <a:ext cx="7789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MGV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Body </a:t>
            </a:r>
            <a:r>
              <a:rPr lang="en-US" altLang="zh-TW" dirty="0"/>
              <a:t>Type: Remove Tractor =&gt; Avoid too high cylinder capacity(over 10000CC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graphicFrame>
        <p:nvGraphicFramePr>
          <p:cNvPr id="20" name="圖表 19"/>
          <p:cNvGraphicFramePr>
            <a:graphicFrameLocks/>
          </p:cNvGraphicFramePr>
          <p:nvPr>
            <p:extLst/>
          </p:nvPr>
        </p:nvGraphicFramePr>
        <p:xfrm>
          <a:off x="7013918" y="2109488"/>
          <a:ext cx="4557897" cy="273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05269" y="-9139"/>
            <a:ext cx="351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HK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Market Data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1807535" y="5028249"/>
            <a:ext cx="72415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HINO and ISUZU are main competitors in the 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About </a:t>
            </a:r>
            <a:r>
              <a:rPr lang="en-US" altLang="zh-TW" dirty="0"/>
              <a:t>865 Units/year(Average of 2015-2022</a:t>
            </a:r>
            <a:r>
              <a:rPr lang="en-US" altLang="zh-TW" dirty="0" smtClean="0"/>
              <a:t>), most are for special usage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Negative trend after COVID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EUR Brands share this market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193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975" y="-72904"/>
            <a:ext cx="11440316" cy="891454"/>
          </a:xfrm>
        </p:spPr>
        <p:txBody>
          <a:bodyPr>
            <a:noAutofit/>
          </a:bodyPr>
          <a:lstStyle/>
          <a:p>
            <a:r>
              <a:rPr lang="en-US" altLang="zh-TW" sz="3200" dirty="0" smtClean="0"/>
              <a:t>HINO leads the market with the lowest service centers.</a:t>
            </a:r>
            <a:endParaRPr lang="en-US" altLang="zh-TW" sz="32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" r="4564"/>
          <a:stretch/>
        </p:blipFill>
        <p:spPr>
          <a:xfrm>
            <a:off x="4507147" y="1116776"/>
            <a:ext cx="3348000" cy="4281343"/>
          </a:xfrm>
          <a:prstGeom prst="rect">
            <a:avLst/>
          </a:prstGeom>
        </p:spPr>
      </p:pic>
      <p:sp>
        <p:nvSpPr>
          <p:cNvPr id="11" name="圓角矩形 10"/>
          <p:cNvSpPr/>
          <p:nvPr/>
        </p:nvSpPr>
        <p:spPr>
          <a:xfrm>
            <a:off x="5363729" y="5250337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IZUSU TW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507147" y="5628979"/>
            <a:ext cx="33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Quantity:46 (D:12/C:34)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Including </a:t>
            </a:r>
            <a:r>
              <a:rPr lang="en-US" altLang="zh-TW" dirty="0" smtClean="0"/>
              <a:t>Islands </a:t>
            </a:r>
            <a:r>
              <a:rPr lang="en-US" altLang="zh-TW" dirty="0"/>
              <a:t>District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" b="-2"/>
          <a:stretch/>
        </p:blipFill>
        <p:spPr>
          <a:xfrm>
            <a:off x="8702117" y="1116776"/>
            <a:ext cx="3348000" cy="4287662"/>
          </a:xfrm>
          <a:prstGeom prst="rect">
            <a:avLst/>
          </a:prstGeom>
        </p:spPr>
      </p:pic>
      <p:sp>
        <p:nvSpPr>
          <p:cNvPr id="12" name="圓角矩形 11"/>
          <p:cNvSpPr/>
          <p:nvPr/>
        </p:nvSpPr>
        <p:spPr>
          <a:xfrm>
            <a:off x="9674610" y="5256656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HINO TW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8702117" y="5625610"/>
            <a:ext cx="33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Quantity:21 (D:21)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All centers provide both sales and aftersales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3"/>
          <a:stretch/>
        </p:blipFill>
        <p:spPr>
          <a:xfrm>
            <a:off x="196266" y="1116776"/>
            <a:ext cx="3348000" cy="4291031"/>
          </a:xfrm>
          <a:prstGeom prst="rect">
            <a:avLst/>
          </a:prstGeom>
        </p:spPr>
      </p:pic>
      <p:sp>
        <p:nvSpPr>
          <p:cNvPr id="13" name="圓角矩形 12"/>
          <p:cNvSpPr/>
          <p:nvPr/>
        </p:nvSpPr>
        <p:spPr>
          <a:xfrm>
            <a:off x="1052848" y="5260025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FUSO TW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09431" y="5628979"/>
            <a:ext cx="33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Quantity:79 (S:33/AS:78)</a:t>
            </a: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712" y="2973565"/>
            <a:ext cx="690524" cy="567764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3370" y="2972724"/>
            <a:ext cx="690524" cy="56776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353550" y="6439767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12</a:t>
            </a:fld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62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600" y="-3057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dirty="0" smtClean="0"/>
              <a:t>Quality wins the quantity</a:t>
            </a:r>
            <a:endParaRPr lang="zh-TW" altLang="en-US" sz="3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1BA513-8FF0-AB50-840A-10EE7874DD83}"/>
              </a:ext>
            </a:extLst>
          </p:cNvPr>
          <p:cNvSpPr/>
          <p:nvPr/>
        </p:nvSpPr>
        <p:spPr>
          <a:xfrm rot="16200000">
            <a:off x="965138" y="1433095"/>
            <a:ext cx="2602056" cy="43471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4B2990-871F-9D1F-C86C-3C2506E1AB96}"/>
              </a:ext>
            </a:extLst>
          </p:cNvPr>
          <p:cNvSpPr/>
          <p:nvPr/>
        </p:nvSpPr>
        <p:spPr>
          <a:xfrm rot="16200000">
            <a:off x="7506670" y="2066033"/>
            <a:ext cx="1605486" cy="680833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8B7B57-F1A9-911E-E26F-7E3704235DC9}"/>
              </a:ext>
            </a:extLst>
          </p:cNvPr>
          <p:cNvSpPr/>
          <p:nvPr/>
        </p:nvSpPr>
        <p:spPr>
          <a:xfrm rot="16200000">
            <a:off x="7506670" y="212653"/>
            <a:ext cx="1605486" cy="680833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E91E1F-AFFA-1DDF-BDE0-4A7B3A25FF2C}"/>
              </a:ext>
            </a:extLst>
          </p:cNvPr>
          <p:cNvSpPr/>
          <p:nvPr/>
        </p:nvSpPr>
        <p:spPr>
          <a:xfrm rot="16200000">
            <a:off x="7506670" y="-1640725"/>
            <a:ext cx="1605486" cy="680833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接點: 肘形 5">
            <a:extLst>
              <a:ext uri="{FF2B5EF4-FFF2-40B4-BE49-F238E27FC236}">
                <a16:creationId xmlns:a16="http://schemas.microsoft.com/office/drawing/2014/main" id="{8DA0872E-65EE-F467-7DE0-0D0F21D64B71}"/>
              </a:ext>
            </a:extLst>
          </p:cNvPr>
          <p:cNvCxnSpPr/>
          <p:nvPr/>
        </p:nvCxnSpPr>
        <p:spPr>
          <a:xfrm rot="16200000" flipH="1">
            <a:off x="3745798" y="4543508"/>
            <a:ext cx="1853379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40">
            <a:extLst>
              <a:ext uri="{FF2B5EF4-FFF2-40B4-BE49-F238E27FC236}">
                <a16:creationId xmlns:a16="http://schemas.microsoft.com/office/drawing/2014/main" id="{BD32AC24-EA39-CC66-B543-654BF42CEF24}"/>
              </a:ext>
            </a:extLst>
          </p:cNvPr>
          <p:cNvCxnSpPr>
            <a:cxnSpLocks/>
          </p:cNvCxnSpPr>
          <p:nvPr/>
        </p:nvCxnSpPr>
        <p:spPr>
          <a:xfrm>
            <a:off x="4439730" y="3616818"/>
            <a:ext cx="232758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41">
            <a:extLst>
              <a:ext uri="{FF2B5EF4-FFF2-40B4-BE49-F238E27FC236}">
                <a16:creationId xmlns:a16="http://schemas.microsoft.com/office/drawing/2014/main" id="{6B2D021E-09A8-8C98-A2B2-58F9A77692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45800" y="2690131"/>
            <a:ext cx="1853376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08980" y="3006495"/>
            <a:ext cx="4347129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/>
              <a:t>Conclusion: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Quantity is not the key to the 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Every county needs at least one point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000387" y="2961937"/>
            <a:ext cx="579062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HINO leads the market with the lowest service centers</a:t>
            </a:r>
            <a:r>
              <a:rPr lang="en-US" altLang="zh-TW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 smtClean="0"/>
              <a:t>Need more information for the difference of the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All service centers belong to HOTAI Motors. 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000387" y="1110762"/>
            <a:ext cx="6366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IZUSU </a:t>
            </a:r>
            <a:r>
              <a:rPr lang="en-US" altLang="zh-TW" dirty="0"/>
              <a:t>is the only brand that collaborates with other foreign </a:t>
            </a:r>
            <a:r>
              <a:rPr lang="en-US" altLang="zh-TW" dirty="0" smtClean="0"/>
              <a:t>manufacturers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smtClean="0"/>
              <a:t>Occupy the island district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Some location only for sales operation</a:t>
            </a:r>
            <a:endParaRPr lang="en-US" altLang="zh-TW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000387" y="4800785"/>
            <a:ext cx="636607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FUSO </a:t>
            </a:r>
            <a:r>
              <a:rPr lang="en-US" altLang="zh-TW" dirty="0"/>
              <a:t>has three times as many service centers as </a:t>
            </a:r>
            <a:r>
              <a:rPr lang="en-US" altLang="zh-TW" dirty="0" smtClean="0"/>
              <a:t>HINO, but </a:t>
            </a:r>
            <a:r>
              <a:rPr lang="en-US" altLang="zh-TW" dirty="0"/>
              <a:t>still lags behind in terms of sales</a:t>
            </a:r>
            <a:r>
              <a:rPr lang="en-US" altLang="zh-TW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All centers are belong </a:t>
            </a:r>
            <a:r>
              <a:rPr lang="en-US" altLang="zh-TW" dirty="0" smtClean="0"/>
              <a:t>to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裕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益</a:t>
            </a:r>
            <a:r>
              <a:rPr lang="zh-TW" altLang="en-US" dirty="0"/>
              <a:t> </a:t>
            </a:r>
            <a:r>
              <a:rPr lang="en-US" altLang="zh-TW" dirty="0" smtClean="0"/>
              <a:t>group</a:t>
            </a:r>
            <a:endParaRPr lang="en-US" altLang="zh-TW" dirty="0"/>
          </a:p>
        </p:txBody>
      </p:sp>
      <p:sp>
        <p:nvSpPr>
          <p:cNvPr id="27" name="圓角矩形 26"/>
          <p:cNvSpPr/>
          <p:nvPr/>
        </p:nvSpPr>
        <p:spPr>
          <a:xfrm>
            <a:off x="7491995" y="4543509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FUSO TW</a:t>
            </a:r>
            <a:endParaRPr lang="zh-TW" altLang="en-US" dirty="0"/>
          </a:p>
        </p:txBody>
      </p:sp>
      <p:sp>
        <p:nvSpPr>
          <p:cNvPr id="28" name="圓角矩形 27"/>
          <p:cNvSpPr/>
          <p:nvPr/>
        </p:nvSpPr>
        <p:spPr>
          <a:xfrm>
            <a:off x="7491995" y="2677433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HINO TW</a:t>
            </a:r>
            <a:endParaRPr lang="zh-TW" altLang="en-US" dirty="0"/>
          </a:p>
        </p:txBody>
      </p:sp>
      <p:sp>
        <p:nvSpPr>
          <p:cNvPr id="29" name="圓角矩形 28"/>
          <p:cNvSpPr/>
          <p:nvPr/>
        </p:nvSpPr>
        <p:spPr>
          <a:xfrm>
            <a:off x="7366007" y="798940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IZUSU TW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13</a:t>
            </a:fld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41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144" y="-44019"/>
            <a:ext cx="9691255" cy="891454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Service Center Location </a:t>
            </a:r>
            <a:r>
              <a:rPr lang="en-US" altLang="zh-TW" sz="3200" dirty="0" smtClean="0"/>
              <a:t>HK</a:t>
            </a:r>
            <a:endParaRPr lang="en-US" altLang="zh-TW" sz="32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1" r="24758"/>
          <a:stretch/>
        </p:blipFill>
        <p:spPr>
          <a:xfrm>
            <a:off x="65144" y="1449745"/>
            <a:ext cx="3888019" cy="3408799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15"/>
          <a:stretch/>
        </p:blipFill>
        <p:spPr>
          <a:xfrm>
            <a:off x="8347196" y="1449745"/>
            <a:ext cx="3729667" cy="3400001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47"/>
          <a:stretch/>
        </p:blipFill>
        <p:spPr>
          <a:xfrm>
            <a:off x="4211598" y="1454235"/>
            <a:ext cx="3877162" cy="3404309"/>
          </a:xfrm>
          <a:prstGeom prst="rect">
            <a:avLst/>
          </a:prstGeom>
        </p:spPr>
      </p:pic>
      <p:sp>
        <p:nvSpPr>
          <p:cNvPr id="19" name="圓角矩形 18"/>
          <p:cNvSpPr/>
          <p:nvPr/>
        </p:nvSpPr>
        <p:spPr>
          <a:xfrm>
            <a:off x="1197164" y="4701964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IZUSU HK</a:t>
            </a:r>
            <a:endParaRPr lang="zh-TW" altLang="en-US" dirty="0"/>
          </a:p>
        </p:txBody>
      </p:sp>
      <p:sp>
        <p:nvSpPr>
          <p:cNvPr id="20" name="圓角矩形 19"/>
          <p:cNvSpPr/>
          <p:nvPr/>
        </p:nvSpPr>
        <p:spPr>
          <a:xfrm>
            <a:off x="5332761" y="4720450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HINO HK</a:t>
            </a:r>
            <a:endParaRPr lang="zh-TW" altLang="en-US" dirty="0"/>
          </a:p>
        </p:txBody>
      </p:sp>
      <p:sp>
        <p:nvSpPr>
          <p:cNvPr id="21" name="圓角矩形 20"/>
          <p:cNvSpPr/>
          <p:nvPr/>
        </p:nvSpPr>
        <p:spPr>
          <a:xfrm>
            <a:off x="9394611" y="4721119"/>
            <a:ext cx="1634836" cy="295564"/>
          </a:xfrm>
          <a:prstGeom prst="round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FUSO HK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5144" y="5162912"/>
            <a:ext cx="33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Quantity:5(S:2/A:3)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Locations include HK island, Kowloon, and New </a:t>
            </a:r>
            <a:r>
              <a:rPr lang="en-US" altLang="zh-TW" dirty="0"/>
              <a:t>T</a:t>
            </a:r>
            <a:r>
              <a:rPr lang="en-US" altLang="zh-TW" dirty="0" smtClean="0"/>
              <a:t>erritories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4211598" y="5162912"/>
            <a:ext cx="33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 2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8347196" y="5162912"/>
            <a:ext cx="33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Total Quantity:2 (S:1/A:2)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Serve Macau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333663" y="6417896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14</a:t>
            </a:fld>
            <a:endParaRPr lang="zh-TW" alt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04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/>
          </p:nvPr>
        </p:nvGraphicFramePr>
        <p:xfrm>
          <a:off x="-602224" y="882650"/>
          <a:ext cx="13213469" cy="4291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向右箭號 1"/>
          <p:cNvSpPr/>
          <p:nvPr/>
        </p:nvSpPr>
        <p:spPr>
          <a:xfrm>
            <a:off x="248479" y="5850979"/>
            <a:ext cx="1302026" cy="5367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987826" y="5380672"/>
            <a:ext cx="90542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In the Taiwan market, there is a greater emphasis on </a:t>
            </a:r>
            <a:r>
              <a:rPr lang="en-US" altLang="zh-TW" sz="2000" dirty="0" smtClean="0"/>
              <a:t>marketing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HINO utilizes celebrities in both Taiwan and Hong Kong to attract a larger </a:t>
            </a:r>
            <a:r>
              <a:rPr lang="en-US" altLang="zh-TW" sz="2000" dirty="0" smtClean="0"/>
              <a:t>audience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IZUSU dominates HK market without doing frequent marketing</a:t>
            </a:r>
            <a:endParaRPr lang="zh-TW" altLang="en-US" sz="2000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0" y="5346451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67566" y="34536"/>
            <a:ext cx="2965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+mj-lt"/>
              </a:rPr>
              <a:t>About </a:t>
            </a:r>
            <a:r>
              <a:rPr lang="en-US" altLang="zh-TW" sz="3200" dirty="0" smtClean="0">
                <a:latin typeface="+mj-lt"/>
              </a:rPr>
              <a:t>Marketing</a:t>
            </a:r>
            <a:endParaRPr lang="en-US" altLang="zh-TW" sz="3200" dirty="0">
              <a:latin typeface="+mj-lt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366739" y="6387693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15</a:t>
            </a:fld>
            <a:endParaRPr lang="zh-TW" altLang="en-US"/>
          </a:p>
        </p:txBody>
      </p:sp>
      <p:cxnSp>
        <p:nvCxnSpPr>
          <p:cNvPr id="9" name="直線接點 8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56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/>
          <p:cNvGrpSpPr/>
          <p:nvPr/>
        </p:nvGrpSpPr>
        <p:grpSpPr>
          <a:xfrm>
            <a:off x="6501511" y="772597"/>
            <a:ext cx="5444955" cy="5839870"/>
            <a:chOff x="6476111" y="1082465"/>
            <a:chExt cx="5444955" cy="553000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DEED2A0-FA2B-ABF5-74AE-53DFC13D9589}"/>
                </a:ext>
              </a:extLst>
            </p:cNvPr>
            <p:cNvSpPr/>
            <p:nvPr/>
          </p:nvSpPr>
          <p:spPr>
            <a:xfrm>
              <a:off x="6476111" y="1200131"/>
              <a:ext cx="5444955" cy="54123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TW" sz="2000" dirty="0" smtClean="0">
                  <a:solidFill>
                    <a:schemeClr val="tx1"/>
                  </a:solidFill>
                </a:rPr>
                <a:t>Specific regulation for the certain circumstance might be our opportunity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TW" sz="2000" dirty="0" smtClean="0">
                  <a:solidFill>
                    <a:schemeClr val="tx1"/>
                  </a:solidFill>
                </a:rPr>
                <a:t>Except for price, there are more factors can help customers save the cost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TW" sz="2000" b="1" dirty="0" smtClean="0">
                  <a:solidFill>
                    <a:schemeClr val="tx1"/>
                  </a:solidFill>
                </a:rPr>
                <a:t>The quality of aftersales service </a:t>
              </a:r>
              <a:r>
                <a:rPr lang="en-US" altLang="zh-TW" sz="2000" dirty="0" smtClean="0">
                  <a:solidFill>
                    <a:schemeClr val="tx1"/>
                  </a:solidFill>
                </a:rPr>
                <a:t>might the priority for Project Unicorn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TW" sz="2000" dirty="0" smtClean="0">
                  <a:solidFill>
                    <a:schemeClr val="tx1"/>
                  </a:solidFill>
                </a:rPr>
                <a:t>Shorter </a:t>
              </a:r>
              <a:r>
                <a:rPr lang="en-US" altLang="zh-TW" sz="2000" dirty="0">
                  <a:solidFill>
                    <a:schemeClr val="tx1"/>
                  </a:solidFill>
                </a:rPr>
                <a:t>maintenance time and longer </a:t>
              </a:r>
              <a:r>
                <a:rPr lang="en-US" altLang="zh-TW" sz="2000" dirty="0" smtClean="0">
                  <a:solidFill>
                    <a:schemeClr val="tx1"/>
                  </a:solidFill>
                </a:rPr>
                <a:t>maintenance </a:t>
              </a:r>
              <a:r>
                <a:rPr lang="en-US" altLang="zh-TW" sz="2000" dirty="0">
                  <a:solidFill>
                    <a:schemeClr val="tx1"/>
                  </a:solidFill>
                </a:rPr>
                <a:t>intervals</a:t>
              </a:r>
              <a:endParaRPr lang="en-US" altLang="zh-TW" sz="2000" dirty="0" smtClean="0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TW" sz="2000" dirty="0" smtClean="0">
                  <a:solidFill>
                    <a:schemeClr val="tx1"/>
                  </a:solidFill>
                </a:rPr>
                <a:t>Quality &gt; Quantity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圓角 37">
              <a:extLst>
                <a:ext uri="{FF2B5EF4-FFF2-40B4-BE49-F238E27FC236}">
                  <a16:creationId xmlns:a16="http://schemas.microsoft.com/office/drawing/2014/main" id="{D57EEC66-CB54-1261-18FC-6F5146F8ED49}"/>
                </a:ext>
              </a:extLst>
            </p:cNvPr>
            <p:cNvSpPr/>
            <p:nvPr/>
          </p:nvSpPr>
          <p:spPr>
            <a:xfrm>
              <a:off x="6751304" y="1082465"/>
              <a:ext cx="1333434" cy="34370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 smtClean="0"/>
                <a:t>Summary</a:t>
              </a:r>
              <a:endParaRPr lang="zh-TW" altLang="en-US" sz="2000" b="1" dirty="0"/>
            </a:p>
          </p:txBody>
        </p:sp>
      </p:grp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C922E19F-B806-AF11-D74F-D814B1BF0058}"/>
              </a:ext>
            </a:extLst>
          </p:cNvPr>
          <p:cNvSpPr/>
          <p:nvPr/>
        </p:nvSpPr>
        <p:spPr>
          <a:xfrm rot="5400000">
            <a:off x="5990730" y="4050805"/>
            <a:ext cx="475494" cy="213145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197868" y="772597"/>
            <a:ext cx="5698131" cy="1486098"/>
            <a:chOff x="228597" y="1827531"/>
            <a:chExt cx="5698131" cy="148609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B1BA513-8FF0-AB50-840A-10EE7874DD83}"/>
                </a:ext>
              </a:extLst>
            </p:cNvPr>
            <p:cNvSpPr/>
            <p:nvPr/>
          </p:nvSpPr>
          <p:spPr>
            <a:xfrm>
              <a:off x="228597" y="1945198"/>
              <a:ext cx="5698131" cy="1146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: 圓角 18">
              <a:extLst>
                <a:ext uri="{FF2B5EF4-FFF2-40B4-BE49-F238E27FC236}">
                  <a16:creationId xmlns:a16="http://schemas.microsoft.com/office/drawing/2014/main" id="{04E9FAD3-471F-D2E7-6106-C597D15CB879}"/>
                </a:ext>
              </a:extLst>
            </p:cNvPr>
            <p:cNvSpPr/>
            <p:nvPr/>
          </p:nvSpPr>
          <p:spPr>
            <a:xfrm>
              <a:off x="328071" y="1827531"/>
              <a:ext cx="1333434" cy="34370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Safety</a:t>
              </a: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43959" y="2113300"/>
              <a:ext cx="566740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/>
                <a:t>In addition to the basic safety tests, due to its unique requirements, customers might request to have some specific measures in place.</a:t>
              </a:r>
            </a:p>
            <a:p>
              <a:endParaRPr lang="zh-TW" altLang="en-US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-242394" y="2138394"/>
            <a:ext cx="6138394" cy="1263695"/>
            <a:chOff x="-211666" y="4671736"/>
            <a:chExt cx="6138394" cy="126369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14504A-4F33-8EC3-413A-C57B3DEE8A62}"/>
                </a:ext>
              </a:extLst>
            </p:cNvPr>
            <p:cNvSpPr/>
            <p:nvPr/>
          </p:nvSpPr>
          <p:spPr>
            <a:xfrm>
              <a:off x="228597" y="4789403"/>
              <a:ext cx="5698131" cy="1146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: 圓角 32">
              <a:extLst>
                <a:ext uri="{FF2B5EF4-FFF2-40B4-BE49-F238E27FC236}">
                  <a16:creationId xmlns:a16="http://schemas.microsoft.com/office/drawing/2014/main" id="{54FFAD1E-FADC-52EA-EA1C-1D19AD3B3954}"/>
                </a:ext>
              </a:extLst>
            </p:cNvPr>
            <p:cNvSpPr/>
            <p:nvPr/>
          </p:nvSpPr>
          <p:spPr>
            <a:xfrm>
              <a:off x="328071" y="4671736"/>
              <a:ext cx="1333434" cy="34370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Cost</a:t>
              </a:r>
              <a:endParaRPr lang="zh-TW" altLang="en-US" sz="2000" b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-211666" y="5011887"/>
              <a:ext cx="60451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dirty="0"/>
                <a:t>Total Cost = Vehicle Price +  Fuel + Maintenance + </a:t>
              </a:r>
              <a:r>
                <a:rPr lang="en-US" altLang="zh-TW" dirty="0" smtClean="0"/>
                <a:t>Tax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 smtClean="0"/>
                <a:t>Low </a:t>
              </a:r>
              <a:r>
                <a:rPr lang="en-US" altLang="zh-TW" b="1" dirty="0"/>
                <a:t>displacement but high </a:t>
              </a:r>
              <a:r>
                <a:rPr lang="en-US" altLang="zh-TW" b="1" dirty="0" smtClean="0"/>
                <a:t>horsepower</a:t>
              </a:r>
              <a:endParaRPr lang="zh-TW" altLang="en-US" b="1" dirty="0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-196302" y="3500713"/>
            <a:ext cx="6123030" cy="3357287"/>
            <a:chOff x="-196302" y="3500713"/>
            <a:chExt cx="6123030" cy="335728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3AEC0DF-2C8F-EA1E-445D-151C50AA00B2}"/>
                </a:ext>
              </a:extLst>
            </p:cNvPr>
            <p:cNvSpPr/>
            <p:nvPr/>
          </p:nvSpPr>
          <p:spPr>
            <a:xfrm>
              <a:off x="213233" y="3618380"/>
              <a:ext cx="5698131" cy="299116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矩形: 圓角 29">
              <a:extLst>
                <a:ext uri="{FF2B5EF4-FFF2-40B4-BE49-F238E27FC236}">
                  <a16:creationId xmlns:a16="http://schemas.microsoft.com/office/drawing/2014/main" id="{6CD8B42D-57DB-0EBF-D3B7-628AEA93E190}"/>
                </a:ext>
              </a:extLst>
            </p:cNvPr>
            <p:cNvSpPr/>
            <p:nvPr/>
          </p:nvSpPr>
          <p:spPr>
            <a:xfrm>
              <a:off x="312707" y="3500713"/>
              <a:ext cx="1333434" cy="34370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dirty="0"/>
                <a:t>Aftersales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-196302" y="3841790"/>
              <a:ext cx="6123030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TW" dirty="0"/>
                <a:t>Volvo aftersales service has great reputation in the market</a:t>
              </a:r>
            </a:p>
            <a:p>
              <a:pPr marL="742950" lvl="1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TW" dirty="0"/>
                <a:t>For light trucks, the key is to ensure that the maintenance capacity keeps up. At least one in several important major cities.</a:t>
              </a:r>
            </a:p>
            <a:p>
              <a:pPr marL="742950" lvl="1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TW" dirty="0"/>
                <a:t>Although HINO has the fewest service points, its maintenance staff receives excellent training and benefits. As a result, they can provide stable after-sales service to increase customer loyalty.</a:t>
              </a:r>
            </a:p>
            <a:p>
              <a:endParaRPr lang="zh-TW" altLang="en-US" dirty="0"/>
            </a:p>
          </p:txBody>
        </p:sp>
      </p:grpSp>
      <p:sp>
        <p:nvSpPr>
          <p:cNvPr id="24" name="文字方塊 23"/>
          <p:cNvSpPr txBox="1"/>
          <p:nvPr/>
        </p:nvSpPr>
        <p:spPr>
          <a:xfrm>
            <a:off x="213230" y="77897"/>
            <a:ext cx="6233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Customer </a:t>
            </a:r>
            <a:r>
              <a:rPr lang="en-US" altLang="zh-TW" sz="3200" dirty="0" smtClean="0"/>
              <a:t>visits: Aftersales is the key</a:t>
            </a:r>
            <a:endParaRPr lang="zh-TW" altLang="en-US" sz="32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9448800" y="6554163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16</a:t>
            </a:fld>
            <a:endParaRPr lang="zh-TW" altLang="en-US" dirty="0"/>
          </a:p>
        </p:txBody>
      </p:sp>
      <p:cxnSp>
        <p:nvCxnSpPr>
          <p:cNvPr id="25" name="直線接點 24"/>
          <p:cNvCxnSpPr/>
          <p:nvPr/>
        </p:nvCxnSpPr>
        <p:spPr>
          <a:xfrm>
            <a:off x="25903" y="695074"/>
            <a:ext cx="1219200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15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Competitors Comparison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77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F6F6279-A25D-4079-2F64-02530359CF3B}"/>
              </a:ext>
            </a:extLst>
          </p:cNvPr>
          <p:cNvSpPr/>
          <p:nvPr/>
        </p:nvSpPr>
        <p:spPr>
          <a:xfrm>
            <a:off x="262554" y="1206824"/>
            <a:ext cx="11568260" cy="61110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24">
            <a:extLst>
              <a:ext uri="{FF2B5EF4-FFF2-40B4-BE49-F238E27FC236}">
                <a16:creationId xmlns:a16="http://schemas.microsoft.com/office/drawing/2014/main" id="{3D51D5F1-2B15-9CBE-B0A1-5A9EA02316E4}"/>
              </a:ext>
            </a:extLst>
          </p:cNvPr>
          <p:cNvSpPr/>
          <p:nvPr/>
        </p:nvSpPr>
        <p:spPr>
          <a:xfrm>
            <a:off x="361186" y="970919"/>
            <a:ext cx="1883250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Data Cleaning</a:t>
            </a:r>
            <a:endParaRPr lang="zh-TW" altLang="en-US" sz="20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01BD02-582C-C64D-3453-EDCE33F58A76}"/>
              </a:ext>
            </a:extLst>
          </p:cNvPr>
          <p:cNvSpPr/>
          <p:nvPr/>
        </p:nvSpPr>
        <p:spPr>
          <a:xfrm>
            <a:off x="262554" y="2015055"/>
            <a:ext cx="11568260" cy="343528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28">
            <a:extLst>
              <a:ext uri="{FF2B5EF4-FFF2-40B4-BE49-F238E27FC236}">
                <a16:creationId xmlns:a16="http://schemas.microsoft.com/office/drawing/2014/main" id="{05B32E9F-0C96-3818-D7A5-43D1F707C2C6}"/>
              </a:ext>
            </a:extLst>
          </p:cNvPr>
          <p:cNvSpPr/>
          <p:nvPr/>
        </p:nvSpPr>
        <p:spPr>
          <a:xfrm>
            <a:off x="361186" y="1869628"/>
            <a:ext cx="1883250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Comparison</a:t>
            </a:r>
            <a:endParaRPr lang="zh-TW" altLang="en-US" sz="20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473638-B05A-3B93-0B7D-DCDF64FB6EB5}"/>
              </a:ext>
            </a:extLst>
          </p:cNvPr>
          <p:cNvSpPr/>
          <p:nvPr/>
        </p:nvSpPr>
        <p:spPr>
          <a:xfrm>
            <a:off x="262554" y="5662805"/>
            <a:ext cx="5376422" cy="10885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30">
            <a:extLst>
              <a:ext uri="{FF2B5EF4-FFF2-40B4-BE49-F238E27FC236}">
                <a16:creationId xmlns:a16="http://schemas.microsoft.com/office/drawing/2014/main" id="{FCFBCA8E-1D2F-E679-BEFB-1F20F6D72288}"/>
              </a:ext>
            </a:extLst>
          </p:cNvPr>
          <p:cNvSpPr/>
          <p:nvPr/>
        </p:nvSpPr>
        <p:spPr>
          <a:xfrm>
            <a:off x="361185" y="5500100"/>
            <a:ext cx="1883251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Summary</a:t>
            </a:r>
            <a:endParaRPr lang="zh-TW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361186" y="1307531"/>
            <a:ext cx="5476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Based on the new registration data from 2021 to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Without distinguishing between AT/MT</a:t>
            </a: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371422" y="2290235"/>
          <a:ext cx="11350523" cy="303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90">
                  <a:extLst>
                    <a:ext uri="{9D8B030D-6E8A-4147-A177-3AD203B41FA5}">
                      <a16:colId xmlns:a16="http://schemas.microsoft.com/office/drawing/2014/main" val="2430583105"/>
                    </a:ext>
                  </a:extLst>
                </a:gridCol>
                <a:gridCol w="590190">
                  <a:extLst>
                    <a:ext uri="{9D8B030D-6E8A-4147-A177-3AD203B41FA5}">
                      <a16:colId xmlns:a16="http://schemas.microsoft.com/office/drawing/2014/main" val="2647560276"/>
                    </a:ext>
                  </a:extLst>
                </a:gridCol>
                <a:gridCol w="742497">
                  <a:extLst>
                    <a:ext uri="{9D8B030D-6E8A-4147-A177-3AD203B41FA5}">
                      <a16:colId xmlns:a16="http://schemas.microsoft.com/office/drawing/2014/main" val="3124014177"/>
                    </a:ext>
                  </a:extLst>
                </a:gridCol>
                <a:gridCol w="2124422">
                  <a:extLst>
                    <a:ext uri="{9D8B030D-6E8A-4147-A177-3AD203B41FA5}">
                      <a16:colId xmlns:a16="http://schemas.microsoft.com/office/drawing/2014/main" val="36082723"/>
                    </a:ext>
                  </a:extLst>
                </a:gridCol>
                <a:gridCol w="560742">
                  <a:extLst>
                    <a:ext uri="{9D8B030D-6E8A-4147-A177-3AD203B41FA5}">
                      <a16:colId xmlns:a16="http://schemas.microsoft.com/office/drawing/2014/main" val="4077287520"/>
                    </a:ext>
                  </a:extLst>
                </a:gridCol>
                <a:gridCol w="6742482">
                  <a:extLst>
                    <a:ext uri="{9D8B030D-6E8A-4147-A177-3AD203B41FA5}">
                      <a16:colId xmlns:a16="http://schemas.microsoft.com/office/drawing/2014/main" val="2638744498"/>
                    </a:ext>
                  </a:extLst>
                </a:gridCol>
              </a:tblGrid>
              <a:tr h="2309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No.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GVW</a:t>
                      </a:r>
                      <a:r>
                        <a:rPr lang="zh-TW" alt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Brand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Model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err="1" smtClean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Qty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Analysis</a:t>
                      </a:r>
                      <a:endParaRPr lang="zh-TW" alt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651128"/>
                  </a:ext>
                </a:extLst>
              </a:tr>
              <a:tr h="4134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XZU720L-WCFSWR3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986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Intermediate displacement within its class, </a:t>
                      </a:r>
                      <a:r>
                        <a:rPr lang="en-US" altLang="zh-TW" sz="13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lower tax than ISUZU </a:t>
                      </a: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by one level. Similar performance, </a:t>
                      </a:r>
                      <a:r>
                        <a:rPr lang="en-US" altLang="zh-TW" sz="13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spacious cabin</a:t>
                      </a: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.</a:t>
                      </a:r>
                      <a:endParaRPr lang="zh-TW" altLang="en-US" sz="13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52912"/>
                  </a:ext>
                </a:extLst>
              </a:tr>
              <a:tr h="438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IZUSU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HMJ6/HAJ6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672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3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Low displacement but high horsepower</a:t>
                      </a: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, weaker torque, inferred from gear ratio, suitable for urban or highway use. Mainly used for logistics.</a:t>
                      </a:r>
                      <a:endParaRPr lang="zh-TW" alt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4732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7T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IZUSU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NPR75 KM6/KA6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460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The highest displacement in its class, offering the best performance. </a:t>
                      </a:r>
                      <a:r>
                        <a:rPr lang="en-US" altLang="zh-TW" sz="13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Offer 7 seats</a:t>
                      </a:r>
                      <a:endParaRPr lang="zh-TW" altLang="en-US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88522"/>
                  </a:ext>
                </a:extLst>
              </a:tr>
              <a:tr h="2810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7T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XZU640L- WCMRVR3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403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Shortest wheelbase, optional high roof.</a:t>
                      </a:r>
                      <a:endParaRPr lang="zh-TW" altLang="en-US" sz="13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96488"/>
                  </a:ext>
                </a:extLst>
              </a:tr>
              <a:tr h="2599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FKEE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374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The lowest displacement in its class, poorest performance, likely </a:t>
                      </a:r>
                      <a:r>
                        <a:rPr lang="en-US" altLang="zh-TW" sz="13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valued for its price</a:t>
                      </a:r>
                      <a:r>
                        <a:rPr lang="en-US" altLang="zh-TW" sz="13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.</a:t>
                      </a:r>
                      <a:endParaRPr lang="zh-TW" altLang="en-US" sz="13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207669"/>
                  </a:ext>
                </a:extLst>
              </a:tr>
              <a:tr h="223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FKJG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358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Same as No.5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038333"/>
                  </a:ext>
                </a:extLst>
              </a:tr>
              <a:tr h="223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XZU710L- WCFSWR3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322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Same as</a:t>
                      </a:r>
                      <a:r>
                        <a:rPr lang="en-US" altLang="zh-TW" sz="13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 No.1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5369"/>
                  </a:ext>
                </a:extLst>
              </a:tr>
              <a:tr h="223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FKJE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289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Same as No.5</a:t>
                      </a:r>
                      <a:endParaRPr lang="zh-TW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63196"/>
                  </a:ext>
                </a:extLst>
              </a:tr>
              <a:tr h="223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IZUSU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KMJ6/KAJ6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255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TW" sz="13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The highest displacement in its class, offering the best performance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294300"/>
                  </a:ext>
                </a:extLst>
              </a:tr>
              <a:tr h="223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8-9T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IZUSU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LMJ6/LAJ6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3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254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3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The highest displacement in its class, offering the best performance</a:t>
                      </a:r>
                      <a:endParaRPr lang="zh-TW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8609" marR="8609" marT="86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32652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66713" y="0"/>
            <a:ext cx="68225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LD Truck Sales Data </a:t>
            </a:r>
            <a:br>
              <a:rPr lang="en-US" altLang="zh-TW" sz="3200" dirty="0" smtClean="0">
                <a:latin typeface="+mj-lt"/>
              </a:rPr>
            </a:br>
            <a:r>
              <a:rPr lang="en-US" altLang="zh-TW" sz="2400" dirty="0" smtClean="0">
                <a:latin typeface="+mj-lt"/>
              </a:rPr>
              <a:t>Long wheelbase product and 8-9T is the most popular</a:t>
            </a:r>
            <a:endParaRPr lang="zh-TW" altLang="en-US" sz="2400" dirty="0">
              <a:latin typeface="+mj-lt"/>
            </a:endParaRPr>
          </a:p>
        </p:txBody>
      </p:sp>
      <p:cxnSp>
        <p:nvCxnSpPr>
          <p:cNvPr id="19" name="直線接點 18"/>
          <p:cNvCxnSpPr/>
          <p:nvPr/>
        </p:nvCxnSpPr>
        <p:spPr>
          <a:xfrm>
            <a:off x="0" y="900767"/>
            <a:ext cx="1219200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361185" y="5870941"/>
            <a:ext cx="42334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6/7-8/9 are two main segment in LD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Long wheelbase, low displacement is more popular.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HINO -&gt; ISUZU -&gt; FUSO</a:t>
            </a:r>
            <a:endParaRPr lang="zh-TW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473638-B05A-3B93-0B7D-DCDF64FB6EB5}"/>
              </a:ext>
            </a:extLst>
          </p:cNvPr>
          <p:cNvSpPr/>
          <p:nvPr/>
        </p:nvSpPr>
        <p:spPr>
          <a:xfrm>
            <a:off x="5837381" y="5662805"/>
            <a:ext cx="5884563" cy="10885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30">
            <a:extLst>
              <a:ext uri="{FF2B5EF4-FFF2-40B4-BE49-F238E27FC236}">
                <a16:creationId xmlns:a16="http://schemas.microsoft.com/office/drawing/2014/main" id="{FCFBCA8E-1D2F-E679-BEFB-1F20F6D72288}"/>
              </a:ext>
            </a:extLst>
          </p:cNvPr>
          <p:cNvSpPr/>
          <p:nvPr/>
        </p:nvSpPr>
        <p:spPr>
          <a:xfrm>
            <a:off x="5936013" y="5500100"/>
            <a:ext cx="2312060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Opinion from HINO</a:t>
            </a:r>
            <a:endParaRPr lang="zh-TW" altLang="en-US" sz="2000" b="1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852889" y="5824958"/>
            <a:ext cx="6154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Customers in LD market are highly cost 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Pursuit longer maintenance interval and shorter duration with convenience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Expect to build 5 new facilities(21-&gt;26)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It takes 5 years to release a new product</a:t>
            </a:r>
            <a:endParaRPr lang="zh-TW" altLang="en-US" sz="1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9348935" y="6413940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188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F6F6279-A25D-4079-2F64-02530359CF3B}"/>
              </a:ext>
            </a:extLst>
          </p:cNvPr>
          <p:cNvSpPr/>
          <p:nvPr/>
        </p:nvSpPr>
        <p:spPr>
          <a:xfrm>
            <a:off x="262554" y="1206824"/>
            <a:ext cx="11568260" cy="61110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24">
            <a:extLst>
              <a:ext uri="{FF2B5EF4-FFF2-40B4-BE49-F238E27FC236}">
                <a16:creationId xmlns:a16="http://schemas.microsoft.com/office/drawing/2014/main" id="{3D51D5F1-2B15-9CBE-B0A1-5A9EA02316E4}"/>
              </a:ext>
            </a:extLst>
          </p:cNvPr>
          <p:cNvSpPr/>
          <p:nvPr/>
        </p:nvSpPr>
        <p:spPr>
          <a:xfrm>
            <a:off x="361186" y="970919"/>
            <a:ext cx="1883250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Data Cleaning</a:t>
            </a:r>
            <a:endParaRPr lang="zh-TW" altLang="en-US" sz="20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01BD02-582C-C64D-3453-EDCE33F58A76}"/>
              </a:ext>
            </a:extLst>
          </p:cNvPr>
          <p:cNvSpPr/>
          <p:nvPr/>
        </p:nvSpPr>
        <p:spPr>
          <a:xfrm>
            <a:off x="262554" y="2015055"/>
            <a:ext cx="11568260" cy="343528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28">
            <a:extLst>
              <a:ext uri="{FF2B5EF4-FFF2-40B4-BE49-F238E27FC236}">
                <a16:creationId xmlns:a16="http://schemas.microsoft.com/office/drawing/2014/main" id="{05B32E9F-0C96-3818-D7A5-43D1F707C2C6}"/>
              </a:ext>
            </a:extLst>
          </p:cNvPr>
          <p:cNvSpPr/>
          <p:nvPr/>
        </p:nvSpPr>
        <p:spPr>
          <a:xfrm>
            <a:off x="361186" y="1869628"/>
            <a:ext cx="1883250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Comparison</a:t>
            </a:r>
            <a:endParaRPr lang="zh-TW" altLang="en-US" sz="20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473638-B05A-3B93-0B7D-DCDF64FB6EB5}"/>
              </a:ext>
            </a:extLst>
          </p:cNvPr>
          <p:cNvSpPr/>
          <p:nvPr/>
        </p:nvSpPr>
        <p:spPr>
          <a:xfrm>
            <a:off x="262554" y="5662805"/>
            <a:ext cx="11568260" cy="10885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30">
            <a:extLst>
              <a:ext uri="{FF2B5EF4-FFF2-40B4-BE49-F238E27FC236}">
                <a16:creationId xmlns:a16="http://schemas.microsoft.com/office/drawing/2014/main" id="{FCFBCA8E-1D2F-E679-BEFB-1F20F6D72288}"/>
              </a:ext>
            </a:extLst>
          </p:cNvPr>
          <p:cNvSpPr/>
          <p:nvPr/>
        </p:nvSpPr>
        <p:spPr>
          <a:xfrm>
            <a:off x="361185" y="5500100"/>
            <a:ext cx="1883251" cy="37084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Summary</a:t>
            </a:r>
            <a:endParaRPr lang="zh-TW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361186" y="1307531"/>
            <a:ext cx="5476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Based on the new registration data from 2021 to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Without distinguishing between AT/MT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266713" y="0"/>
            <a:ext cx="71264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MD Truck Sales Data </a:t>
            </a:r>
            <a:br>
              <a:rPr lang="en-US" altLang="zh-TW" sz="3200" dirty="0" smtClean="0">
                <a:latin typeface="+mj-lt"/>
              </a:rPr>
            </a:br>
            <a:r>
              <a:rPr lang="en-US" altLang="zh-TW" sz="2400" dirty="0">
                <a:latin typeface="+mj-lt"/>
              </a:rPr>
              <a:t>11/18T are the main market, </a:t>
            </a:r>
            <a:r>
              <a:rPr lang="en-US" altLang="zh-TW" sz="2400" dirty="0" smtClean="0">
                <a:latin typeface="+mj-lt"/>
              </a:rPr>
              <a:t>HINO dominate the market</a:t>
            </a:r>
            <a:endParaRPr lang="zh-TW" altLang="en-US" sz="2400" dirty="0">
              <a:latin typeface="+mj-lt"/>
            </a:endParaRPr>
          </a:p>
        </p:txBody>
      </p:sp>
      <p:cxnSp>
        <p:nvCxnSpPr>
          <p:cNvPr id="19" name="直線接點 18"/>
          <p:cNvCxnSpPr/>
          <p:nvPr/>
        </p:nvCxnSpPr>
        <p:spPr>
          <a:xfrm>
            <a:off x="0" y="900767"/>
            <a:ext cx="1219200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61185" y="2276988"/>
          <a:ext cx="11359760" cy="30603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9398">
                  <a:extLst>
                    <a:ext uri="{9D8B030D-6E8A-4147-A177-3AD203B41FA5}">
                      <a16:colId xmlns:a16="http://schemas.microsoft.com/office/drawing/2014/main" val="2047098232"/>
                    </a:ext>
                  </a:extLst>
                </a:gridCol>
                <a:gridCol w="646545">
                  <a:extLst>
                    <a:ext uri="{9D8B030D-6E8A-4147-A177-3AD203B41FA5}">
                      <a16:colId xmlns:a16="http://schemas.microsoft.com/office/drawing/2014/main" val="1488345488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3369426692"/>
                    </a:ext>
                  </a:extLst>
                </a:gridCol>
                <a:gridCol w="2068946">
                  <a:extLst>
                    <a:ext uri="{9D8B030D-6E8A-4147-A177-3AD203B41FA5}">
                      <a16:colId xmlns:a16="http://schemas.microsoft.com/office/drawing/2014/main" val="546651202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4174436629"/>
                    </a:ext>
                  </a:extLst>
                </a:gridCol>
                <a:gridCol w="6631708">
                  <a:extLst>
                    <a:ext uri="{9D8B030D-6E8A-4147-A177-3AD203B41FA5}">
                      <a16:colId xmlns:a16="http://schemas.microsoft.com/office/drawing/2014/main" val="1030663902"/>
                    </a:ext>
                  </a:extLst>
                </a:gridCol>
              </a:tblGrid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GVW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Brand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Model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err="1" smtClean="0">
                          <a:effectLst/>
                          <a:latin typeface="+mn-lt"/>
                        </a:rPr>
                        <a:t>Qty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Analysis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0666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17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+mn-lt"/>
                        </a:rPr>
                        <a:t>T8A-UGF(With ACC</a:t>
                      </a:r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)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915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The second-longest wheelbase in its class, comes with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standard ACC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, and has intermediate displacement with the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best performance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00722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2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11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L7A-DBCPF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677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It combines a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higher displacement engine (6403) 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for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improved torque 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while maintaining the same horsepower as ISUZU.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949172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3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17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+mn-lt"/>
                        </a:rPr>
                        <a:t>R8A-UGF(With ACC</a:t>
                      </a:r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)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555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Same as No.1 but with a shorter wheelbase.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10070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4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+mn-lt"/>
                        </a:rPr>
                        <a:t>M8A-UGF(With ACC</a:t>
                      </a:r>
                      <a:r>
                        <a:rPr lang="en-US" altLang="zh-TW" sz="1300" u="none" strike="noStrike" dirty="0" smtClean="0">
                          <a:effectLst/>
                          <a:latin typeface="+mn-lt"/>
                        </a:rPr>
                        <a:t>)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296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Same as No.1 but with a shorter wheelbase.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66825"/>
                  </a:ext>
                </a:extLst>
              </a:tr>
              <a:tr h="2627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5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18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FKSN9/FKSN1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287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Intermediate 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wheelbase, 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and the worst performance in its class, likely with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a price advantage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240872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6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11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P7A-DBCPF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283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Same as No.2 but with the longest wheelbase.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400672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18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</a:rPr>
                        <a:t>FKSL9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 dirty="0">
                          <a:effectLst/>
                          <a:latin typeface="+mn-lt"/>
                        </a:rPr>
                        <a:t>268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Intermediate wheelbase, likely with a price advantage.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690050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8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11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FUSO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</a:rPr>
                        <a:t>FKLK1/FK62FKY5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257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Shorter wheelbase, with the worst performance in its class, likely with a price advantage, and an option for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imported models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517119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9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11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IZUSU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</a:rPr>
                        <a:t>NMC6/NAC6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238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Long wheelbase, with the option for a larger displacement engine.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9583"/>
                  </a:ext>
                </a:extLst>
              </a:tr>
              <a:tr h="2189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10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11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+mn-lt"/>
                        </a:rPr>
                        <a:t>HINO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+mn-lt"/>
                        </a:rPr>
                        <a:t>J7A-DBCPF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300" u="none" strike="noStrike">
                          <a:effectLst/>
                          <a:latin typeface="+mn-lt"/>
                        </a:rPr>
                        <a:t>237</a:t>
                      </a:r>
                      <a:endParaRPr lang="en-US" altLang="zh-TW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1657" marR="11657" marT="116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Same as No.2 but with a shorter wheelbase.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6025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407849" y="5828399"/>
            <a:ext cx="113130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HINO &gt; FUSO &gt; ISUZU =&gt; Only HINO provides standard ACC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and it seems to be an attractive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Although FUSO provides imported models, specification is all the same. 18T is the most popular, but without imported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Many serve special purposes, such as street sweepers, fire trucks, garbage trucks, and so on</a:t>
            </a:r>
            <a:r>
              <a:rPr lang="en-US" altLang="zh-TW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The ratio of different brands and sizes of trucks (with 10T as the dividing point) is as follows: </a:t>
            </a:r>
            <a:r>
              <a:rPr lang="en-US" altLang="zh-TW" sz="1400" b="1" dirty="0"/>
              <a:t>HINO 6/4 | ISUZU 4/6 | FUSO </a:t>
            </a:r>
            <a:r>
              <a:rPr lang="en-US" altLang="zh-TW" sz="1400" b="1" dirty="0" smtClean="0"/>
              <a:t>6/4</a:t>
            </a:r>
            <a:endParaRPr lang="zh-TW" altLang="en-US" sz="14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9383012" y="6438527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922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 smtClean="0"/>
              <a:t>Business Plan</a:t>
            </a:r>
            <a:endParaRPr lang="en-US" altLang="zh-TW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38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21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262552" y="5418246"/>
            <a:ext cx="11578653" cy="1295406"/>
            <a:chOff x="262552" y="4973329"/>
            <a:chExt cx="11578653" cy="174032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F37C2CF-409B-0A95-EBD5-E69C5A0DDE0E}"/>
                </a:ext>
              </a:extLst>
            </p:cNvPr>
            <p:cNvSpPr/>
            <p:nvPr/>
          </p:nvSpPr>
          <p:spPr>
            <a:xfrm>
              <a:off x="262552" y="5126665"/>
              <a:ext cx="11578653" cy="158698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" name="矩形: 圓角 37">
              <a:extLst>
                <a:ext uri="{FF2B5EF4-FFF2-40B4-BE49-F238E27FC236}">
                  <a16:creationId xmlns:a16="http://schemas.microsoft.com/office/drawing/2014/main" id="{76BD5996-13F9-9042-30F2-0CA8A644670B}"/>
                </a:ext>
              </a:extLst>
            </p:cNvPr>
            <p:cNvSpPr/>
            <p:nvPr/>
          </p:nvSpPr>
          <p:spPr>
            <a:xfrm>
              <a:off x="361186" y="4973329"/>
              <a:ext cx="1446349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成果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效</a:t>
              </a: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Summary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益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2" y="2280293"/>
            <a:ext cx="11578652" cy="303004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62552" y="575636"/>
            <a:ext cx="11578653" cy="1652129"/>
            <a:chOff x="262552" y="745154"/>
            <a:chExt cx="11578653" cy="148261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9DD882-7751-687A-A22A-E22361689AA4}"/>
                </a:ext>
              </a:extLst>
            </p:cNvPr>
            <p:cNvSpPr/>
            <p:nvPr/>
          </p:nvSpPr>
          <p:spPr>
            <a:xfrm>
              <a:off x="262552" y="867546"/>
              <a:ext cx="11578653" cy="136021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" name="矩形: 圓角 31">
              <a:extLst>
                <a:ext uri="{FF2B5EF4-FFF2-40B4-BE49-F238E27FC236}">
                  <a16:creationId xmlns:a16="http://schemas.microsoft.com/office/drawing/2014/main" id="{05AA873F-34D4-A122-96B9-487AACBDB06C}"/>
                </a:ext>
              </a:extLst>
            </p:cNvPr>
            <p:cNvSpPr/>
            <p:nvPr/>
          </p:nvSpPr>
          <p:spPr>
            <a:xfrm>
              <a:off x="361186" y="745154"/>
              <a:ext cx="1974635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457200">
                <a:defRPr/>
              </a:pPr>
              <a:r>
                <a:rPr lang="en-US" altLang="zh-TW" sz="2000" b="1" dirty="0" smtClean="0">
                  <a:solidFill>
                    <a:prstClr val="white"/>
                  </a:solidFill>
                  <a:latin typeface="Arial"/>
                  <a:ea typeface="微軟正黑體" panose="020B0604030504040204" pitchFamily="34" charset="-120"/>
                </a:rPr>
                <a:t>Assumption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205269" y="-9139"/>
            <a:ext cx="47275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LD(11T) Business Plan (TW)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9869"/>
              </p:ext>
            </p:extLst>
          </p:nvPr>
        </p:nvGraphicFramePr>
        <p:xfrm>
          <a:off x="2491738" y="771959"/>
          <a:ext cx="4329833" cy="14001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030883">
                  <a:extLst>
                    <a:ext uri="{9D8B030D-6E8A-4147-A177-3AD203B41FA5}">
                      <a16:colId xmlns:a16="http://schemas.microsoft.com/office/drawing/2014/main" val="4167782477"/>
                    </a:ext>
                  </a:extLst>
                </a:gridCol>
                <a:gridCol w="1298950">
                  <a:extLst>
                    <a:ext uri="{9D8B030D-6E8A-4147-A177-3AD203B41FA5}">
                      <a16:colId xmlns:a16="http://schemas.microsoft.com/office/drawing/2014/main" val="273592936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Inflation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60288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unit selling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1100" u="none" strike="noStrike" dirty="0">
                          <a:effectLst/>
                        </a:rPr>
                        <a:t>            </a:t>
                      </a:r>
                      <a:r>
                        <a:rPr lang="en-US" altLang="zh-TW" sz="1100" u="none" strike="noStrike" dirty="0">
                          <a:effectLst/>
                        </a:rPr>
                        <a:t>2,700,000 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429231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maintenance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80,000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1603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Gross profit margin (%) for Sales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 smtClean="0">
                          <a:effectLst/>
                        </a:rPr>
                        <a:t>0.06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209541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Aftersales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0.35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21427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CAGR of total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1.61%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504865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3rd in the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4630801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151459"/>
              </p:ext>
            </p:extLst>
          </p:nvPr>
        </p:nvGraphicFramePr>
        <p:xfrm>
          <a:off x="434101" y="2306582"/>
          <a:ext cx="11323798" cy="3007663"/>
        </p:xfrm>
        <a:graphic>
          <a:graphicData uri="http://schemas.openxmlformats.org/drawingml/2006/table">
            <a:tbl>
              <a:tblPr/>
              <a:tblGrid>
                <a:gridCol w="1912389">
                  <a:extLst>
                    <a:ext uri="{9D8B030D-6E8A-4147-A177-3AD203B41FA5}">
                      <a16:colId xmlns:a16="http://schemas.microsoft.com/office/drawing/2014/main" val="3409373905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2626599497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4201559515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2713673867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820836486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2076042285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4258715011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1434761170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2802216265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4146553768"/>
                    </a:ext>
                  </a:extLst>
                </a:gridCol>
                <a:gridCol w="840039">
                  <a:extLst>
                    <a:ext uri="{9D8B030D-6E8A-4147-A177-3AD203B41FA5}">
                      <a16:colId xmlns:a16="http://schemas.microsoft.com/office/drawing/2014/main" val="951936194"/>
                    </a:ext>
                  </a:extLst>
                </a:gridCol>
                <a:gridCol w="1011019">
                  <a:extLst>
                    <a:ext uri="{9D8B030D-6E8A-4147-A177-3AD203B41FA5}">
                      <a16:colId xmlns:a16="http://schemas.microsoft.com/office/drawing/2014/main" val="1321139083"/>
                    </a:ext>
                  </a:extLst>
                </a:gridCol>
              </a:tblGrid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104677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Vehicle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7956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Unit of car sold by TMG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87351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unit selling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2,700,000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2,754,000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2,809,080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2,865,262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2,922,567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2,981,018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3,040,639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3,101,451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3,163,480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3,226,750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76610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135,000,000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275,400,000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561,816,000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859,578,480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876,770,050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894,305,451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912,191,560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930,435,391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949,044,099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968,024,981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2,708,564,530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917710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971942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8,100,000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16,524,000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33,708,960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51,574,709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52,606,203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53,658,327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54,731,494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55,826,123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56,942,646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58,081,499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162,513,872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289505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8,100,000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24,624,000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58,332,960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109,907,669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162,513,872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216,172,199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270,903,692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326,729,816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383,672,462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441,753,961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24002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353855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Workshop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961058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Car population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2450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23038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maintenance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81,600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83,232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84,897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86,595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88,326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90,093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91,895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93,733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95,607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735770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12,240,000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29,131,200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55,182,816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82,264,844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110,408,080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139,644,140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170,005,479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201,525,414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234,238,143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180,818,860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743943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939687"/>
                  </a:ext>
                </a:extLst>
              </a:tr>
              <a:tr h="115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Starting Capex(Tools for CKD)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491244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4,284,000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10,195,920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19,313,986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28,792,695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38,642,828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48,875,449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59,501,918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70,533,895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81,983,350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63,286,601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97361"/>
                  </a:ext>
                </a:extLst>
              </a:tr>
              <a:tr h="231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4,984,000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15,179,920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34,493,906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63,286,601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101,929,429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150,804,878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210,306,796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280,840,690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362,824,041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695925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35308"/>
              </p:ext>
            </p:extLst>
          </p:nvPr>
        </p:nvGraphicFramePr>
        <p:xfrm>
          <a:off x="689078" y="5762802"/>
          <a:ext cx="10081497" cy="86857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93637">
                  <a:extLst>
                    <a:ext uri="{9D8B030D-6E8A-4147-A177-3AD203B41FA5}">
                      <a16:colId xmlns:a16="http://schemas.microsoft.com/office/drawing/2014/main" val="9849279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388269409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36178180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858849004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3763848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873824414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63433413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62063539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504131854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726050618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4104292762"/>
                    </a:ext>
                  </a:extLst>
                </a:gridCol>
              </a:tblGrid>
              <a:tr h="1370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  <a:latin typeface="+mn-lt"/>
                        </a:rPr>
                        <a:t>1000/NTD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2025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2026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2027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2028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2029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2030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2031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2032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2033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2034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91322547"/>
                  </a:ext>
                </a:extLst>
              </a:tr>
              <a:tr h="2192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  <a:latin typeface="+mn-lt"/>
                        </a:rPr>
                        <a:t>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8,100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24,624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58,333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109,908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162,514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216,172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270,904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326,730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383,672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441,754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5499994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  <a:latin typeface="+mn-lt"/>
                        </a:rPr>
                        <a:t>Aftersales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700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4,984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15,180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34,494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63,287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101,929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150,805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210,307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280,841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362,824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84457815"/>
                  </a:ext>
                </a:extLst>
              </a:tr>
              <a:tr h="1370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  <a:latin typeface="+mn-lt"/>
                        </a:rPr>
                        <a:t>Total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8,800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29,608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73,513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  <a:latin typeface="+mn-lt"/>
                        </a:rPr>
                        <a:t>144,402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225,800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318,102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421,709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537,037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664,513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  <a:latin typeface="+mn-lt"/>
                        </a:rPr>
                        <a:t>                              </a:t>
                      </a:r>
                      <a:r>
                        <a:rPr lang="en-US" altLang="zh-TW" sz="800" u="none" strike="noStrike" dirty="0">
                          <a:effectLst/>
                          <a:latin typeface="+mn-lt"/>
                        </a:rPr>
                        <a:t>804,578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643834"/>
                  </a:ext>
                </a:extLst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5729826" y="2602523"/>
            <a:ext cx="1567788" cy="386861"/>
            <a:chOff x="5729826" y="2602523"/>
            <a:chExt cx="1567788" cy="386861"/>
          </a:xfrm>
        </p:grpSpPr>
        <p:sp>
          <p:nvSpPr>
            <p:cNvPr id="10" name="矩形 9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UD’s goal</a:t>
              </a:r>
              <a:endParaRPr lang="zh-TW" altLang="en-US" sz="1200" dirty="0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2051709" y="4783301"/>
            <a:ext cx="3461068" cy="386861"/>
            <a:chOff x="5729826" y="2602523"/>
            <a:chExt cx="1567788" cy="386861"/>
          </a:xfrm>
        </p:grpSpPr>
        <p:sp>
          <p:nvSpPr>
            <p:cNvPr id="29" name="矩形 28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market data, plan to import in CBU</a:t>
              </a:r>
              <a:endParaRPr lang="zh-TW" altLang="en-US" sz="1200" dirty="0"/>
            </a:p>
          </p:txBody>
        </p:sp>
        <p:cxnSp>
          <p:nvCxnSpPr>
            <p:cNvPr id="30" name="直線單箭頭接點 29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081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22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273544" y="5426069"/>
            <a:ext cx="11578653" cy="1295406"/>
            <a:chOff x="262552" y="4973329"/>
            <a:chExt cx="11578653" cy="174032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F37C2CF-409B-0A95-EBD5-E69C5A0DDE0E}"/>
                </a:ext>
              </a:extLst>
            </p:cNvPr>
            <p:cNvSpPr/>
            <p:nvPr/>
          </p:nvSpPr>
          <p:spPr>
            <a:xfrm>
              <a:off x="262552" y="5126665"/>
              <a:ext cx="11578653" cy="158698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" name="矩形: 圓角 37">
              <a:extLst>
                <a:ext uri="{FF2B5EF4-FFF2-40B4-BE49-F238E27FC236}">
                  <a16:creationId xmlns:a16="http://schemas.microsoft.com/office/drawing/2014/main" id="{76BD5996-13F9-9042-30F2-0CA8A644670B}"/>
                </a:ext>
              </a:extLst>
            </p:cNvPr>
            <p:cNvSpPr/>
            <p:nvPr/>
          </p:nvSpPr>
          <p:spPr>
            <a:xfrm>
              <a:off x="361186" y="4973329"/>
              <a:ext cx="1446349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成果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效</a:t>
              </a: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Summary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益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2" y="2280293"/>
            <a:ext cx="11578652" cy="303004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62552" y="575636"/>
            <a:ext cx="11578653" cy="1652129"/>
            <a:chOff x="262552" y="745154"/>
            <a:chExt cx="11578653" cy="148261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9DD882-7751-687A-A22A-E22361689AA4}"/>
                </a:ext>
              </a:extLst>
            </p:cNvPr>
            <p:cNvSpPr/>
            <p:nvPr/>
          </p:nvSpPr>
          <p:spPr>
            <a:xfrm>
              <a:off x="262552" y="867546"/>
              <a:ext cx="11578653" cy="136021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" name="矩形: 圓角 31">
              <a:extLst>
                <a:ext uri="{FF2B5EF4-FFF2-40B4-BE49-F238E27FC236}">
                  <a16:creationId xmlns:a16="http://schemas.microsoft.com/office/drawing/2014/main" id="{05AA873F-34D4-A122-96B9-487AACBDB06C}"/>
                </a:ext>
              </a:extLst>
            </p:cNvPr>
            <p:cNvSpPr/>
            <p:nvPr/>
          </p:nvSpPr>
          <p:spPr>
            <a:xfrm>
              <a:off x="361186" y="745154"/>
              <a:ext cx="1974635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457200">
                <a:defRPr/>
              </a:pPr>
              <a:r>
                <a:rPr lang="en-US" altLang="zh-TW" sz="2000" b="1" dirty="0" smtClean="0">
                  <a:solidFill>
                    <a:prstClr val="white"/>
                  </a:solidFill>
                  <a:latin typeface="Arial"/>
                  <a:ea typeface="微軟正黑體" panose="020B0604030504040204" pitchFamily="34" charset="-120"/>
                </a:rPr>
                <a:t>Assumption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205269" y="-9139"/>
            <a:ext cx="4905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MD(18T) Business Plan (TW)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339736"/>
              </p:ext>
            </p:extLst>
          </p:nvPr>
        </p:nvGraphicFramePr>
        <p:xfrm>
          <a:off x="2434455" y="772206"/>
          <a:ext cx="4064000" cy="14001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9182054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3651861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Inflation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938802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unit selling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1100" u="none" strike="noStrike">
                          <a:effectLst/>
                        </a:rPr>
                        <a:t>            </a:t>
                      </a:r>
                      <a:r>
                        <a:rPr lang="en-US" altLang="zh-TW" sz="1100" u="none" strike="noStrike">
                          <a:effectLst/>
                        </a:rPr>
                        <a:t>3,200,000 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700253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maintenance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90,000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60230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 smtClean="0">
                          <a:effectLst/>
                        </a:rPr>
                        <a:t>0.06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531335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Aftersales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0.35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388881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CAGR of total market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1.61%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25966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3rd in the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11282333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996496"/>
              </p:ext>
            </p:extLst>
          </p:nvPr>
        </p:nvGraphicFramePr>
        <p:xfrm>
          <a:off x="361186" y="2287949"/>
          <a:ext cx="11224262" cy="2974156"/>
        </p:xfrm>
        <a:graphic>
          <a:graphicData uri="http://schemas.openxmlformats.org/drawingml/2006/table">
            <a:tbl>
              <a:tblPr/>
              <a:tblGrid>
                <a:gridCol w="1895579">
                  <a:extLst>
                    <a:ext uri="{9D8B030D-6E8A-4147-A177-3AD203B41FA5}">
                      <a16:colId xmlns:a16="http://schemas.microsoft.com/office/drawing/2014/main" val="1211103839"/>
                    </a:ext>
                  </a:extLst>
                </a:gridCol>
                <a:gridCol w="987597">
                  <a:extLst>
                    <a:ext uri="{9D8B030D-6E8A-4147-A177-3AD203B41FA5}">
                      <a16:colId xmlns:a16="http://schemas.microsoft.com/office/drawing/2014/main" val="1540114214"/>
                    </a:ext>
                  </a:extLst>
                </a:gridCol>
                <a:gridCol w="923192">
                  <a:extLst>
                    <a:ext uri="{9D8B030D-6E8A-4147-A177-3AD203B41FA5}">
                      <a16:colId xmlns:a16="http://schemas.microsoft.com/office/drawing/2014/main" val="3216282350"/>
                    </a:ext>
                  </a:extLst>
                </a:gridCol>
                <a:gridCol w="587176">
                  <a:extLst>
                    <a:ext uri="{9D8B030D-6E8A-4147-A177-3AD203B41FA5}">
                      <a16:colId xmlns:a16="http://schemas.microsoft.com/office/drawing/2014/main" val="4067827829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1167908105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2486849665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185029755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3277175331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1016117293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595977318"/>
                    </a:ext>
                  </a:extLst>
                </a:gridCol>
                <a:gridCol w="832655">
                  <a:extLst>
                    <a:ext uri="{9D8B030D-6E8A-4147-A177-3AD203B41FA5}">
                      <a16:colId xmlns:a16="http://schemas.microsoft.com/office/drawing/2014/main" val="1009695857"/>
                    </a:ext>
                  </a:extLst>
                </a:gridCol>
                <a:gridCol w="1002133">
                  <a:extLst>
                    <a:ext uri="{9D8B030D-6E8A-4147-A177-3AD203B41FA5}">
                      <a16:colId xmlns:a16="http://schemas.microsoft.com/office/drawing/2014/main" val="1448299333"/>
                    </a:ext>
                  </a:extLst>
                </a:gridCol>
              </a:tblGrid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61646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Vehicle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882860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Unit of car sold by TMG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595559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unit selling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3,200,000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3,264,000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3,329,280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3,395,866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3,463,783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3,533,059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3,603,720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3,675,794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3,749,310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3,824,296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131298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96,000,000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163,200,000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332,928,000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848,966,400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865,945,728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883,264,643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900,929,935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918,948,534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937,327,505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956,074,055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2,307,040,128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18716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05269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5,760,000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9,792,000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19,975,680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50,937,984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51,956,744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52,995,879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54,055,796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55,136,912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84,359,475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86,046,665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138,422,408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24000"/>
                  </a:ext>
                </a:extLst>
              </a:tr>
              <a:tr h="222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5,760,000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15,552,000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35,527,680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86,465,664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138,422,408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191,418,286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245,474,082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300,610,994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384,970,470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471,017,135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315792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631059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Workshop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492275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Car population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1430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409614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Retention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734338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maintenance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91,800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93,636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95,509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97,419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99,367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101,355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103,382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105,449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107,558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16276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1,350,000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7,344,000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16,854,480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39,015,312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59,620,363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78,549,829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95,678,759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110,876,884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132,866,174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145,311,305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124,184,155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56675"/>
                  </a:ext>
                </a:extLst>
              </a:tr>
              <a:tr h="110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352314"/>
                  </a:ext>
                </a:extLst>
              </a:tr>
              <a:tr h="163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Starting Capex(CKD Equipment except rental)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8,000,000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85222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7,527,500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2,570,400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5,899,068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13,655,359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20,867,127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27,492,440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33,487,566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38,806,909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46,503,161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50,858,957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35,464,454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14821"/>
                  </a:ext>
                </a:extLst>
              </a:tr>
              <a:tr h="20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7,527,500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4,957,100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941,968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14,597,327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35,464,454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62,956,894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96,444,460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135,251,370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181,754,530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232,613,487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79148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988640"/>
              </p:ext>
            </p:extLst>
          </p:nvPr>
        </p:nvGraphicFramePr>
        <p:xfrm>
          <a:off x="460131" y="5751442"/>
          <a:ext cx="10248896" cy="92413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91036">
                  <a:extLst>
                    <a:ext uri="{9D8B030D-6E8A-4147-A177-3AD203B41FA5}">
                      <a16:colId xmlns:a16="http://schemas.microsoft.com/office/drawing/2014/main" val="3207666589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1971307280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2236815975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1781341242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1712176805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477391433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1480323865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3528744270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3201820784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3435992539"/>
                    </a:ext>
                  </a:extLst>
                </a:gridCol>
                <a:gridCol w="865786">
                  <a:extLst>
                    <a:ext uri="{9D8B030D-6E8A-4147-A177-3AD203B41FA5}">
                      <a16:colId xmlns:a16="http://schemas.microsoft.com/office/drawing/2014/main" val="2120462934"/>
                    </a:ext>
                  </a:extLst>
                </a:gridCol>
              </a:tblGrid>
              <a:tr h="1926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1000/NTD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2026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2027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2028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2029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2030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2031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2032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2034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7793288"/>
                  </a:ext>
                </a:extLst>
              </a:tr>
              <a:tr h="2343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5,760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15,552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35,528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86,466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138,422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191,418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245,474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300,611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384,970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471,017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2756981"/>
                  </a:ext>
                </a:extLst>
              </a:tr>
              <a:tr h="2343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Aftersales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-                         7,528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-                         4,957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942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14,597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35,464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62,957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96,444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135,251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181,755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232,613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4149067"/>
                  </a:ext>
                </a:extLst>
              </a:tr>
              <a:tr h="2343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Total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-                         1,768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10,595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36,470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101,063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173,887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254,375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341,919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435,862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566,725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703,631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971257"/>
                  </a:ext>
                </a:extLst>
              </a:tr>
            </a:tbl>
          </a:graphicData>
        </a:graphic>
      </p:graphicFrame>
      <p:grpSp>
        <p:nvGrpSpPr>
          <p:cNvPr id="19" name="群組 18"/>
          <p:cNvGrpSpPr/>
          <p:nvPr/>
        </p:nvGrpSpPr>
        <p:grpSpPr>
          <a:xfrm>
            <a:off x="2875256" y="2570284"/>
            <a:ext cx="1916551" cy="386861"/>
            <a:chOff x="5729826" y="2602523"/>
            <a:chExt cx="1567788" cy="386861"/>
          </a:xfrm>
        </p:grpSpPr>
        <p:sp>
          <p:nvSpPr>
            <p:cNvPr id="20" name="矩形 19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previous data</a:t>
              </a:r>
              <a:endParaRPr lang="zh-TW" altLang="en-US" sz="1200" dirty="0"/>
            </a:p>
          </p:txBody>
        </p:sp>
        <p:cxnSp>
          <p:nvCxnSpPr>
            <p:cNvPr id="23" name="直線單箭頭接點 22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23"/>
          <p:cNvGrpSpPr/>
          <p:nvPr/>
        </p:nvGrpSpPr>
        <p:grpSpPr>
          <a:xfrm>
            <a:off x="2201417" y="4796749"/>
            <a:ext cx="3461068" cy="386861"/>
            <a:chOff x="5729826" y="2602523"/>
            <a:chExt cx="1567788" cy="386861"/>
          </a:xfrm>
        </p:grpSpPr>
        <p:sp>
          <p:nvSpPr>
            <p:cNvPr id="25" name="矩形 24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market data, plan to import in CKD</a:t>
              </a:r>
              <a:endParaRPr lang="zh-TW" altLang="en-US" sz="1200" dirty="0"/>
            </a:p>
          </p:txBody>
        </p:sp>
        <p:cxnSp>
          <p:nvCxnSpPr>
            <p:cNvPr id="26" name="直線單箭頭接點 25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519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23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262552" y="5418246"/>
            <a:ext cx="11578653" cy="1295406"/>
            <a:chOff x="262552" y="4973329"/>
            <a:chExt cx="11578653" cy="174032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F37C2CF-409B-0A95-EBD5-E69C5A0DDE0E}"/>
                </a:ext>
              </a:extLst>
            </p:cNvPr>
            <p:cNvSpPr/>
            <p:nvPr/>
          </p:nvSpPr>
          <p:spPr>
            <a:xfrm>
              <a:off x="262552" y="5126665"/>
              <a:ext cx="11578653" cy="158698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" name="矩形: 圓角 37">
              <a:extLst>
                <a:ext uri="{FF2B5EF4-FFF2-40B4-BE49-F238E27FC236}">
                  <a16:creationId xmlns:a16="http://schemas.microsoft.com/office/drawing/2014/main" id="{76BD5996-13F9-9042-30F2-0CA8A644670B}"/>
                </a:ext>
              </a:extLst>
            </p:cNvPr>
            <p:cNvSpPr/>
            <p:nvPr/>
          </p:nvSpPr>
          <p:spPr>
            <a:xfrm>
              <a:off x="361186" y="4973329"/>
              <a:ext cx="1446349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成果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效</a:t>
              </a: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Summary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益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2" y="2280293"/>
            <a:ext cx="11578652" cy="309241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62552" y="575636"/>
            <a:ext cx="11578653" cy="1652129"/>
            <a:chOff x="262552" y="745154"/>
            <a:chExt cx="11578653" cy="148261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9DD882-7751-687A-A22A-E22361689AA4}"/>
                </a:ext>
              </a:extLst>
            </p:cNvPr>
            <p:cNvSpPr/>
            <p:nvPr/>
          </p:nvSpPr>
          <p:spPr>
            <a:xfrm>
              <a:off x="262552" y="867546"/>
              <a:ext cx="11578653" cy="136021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" name="矩形: 圓角 31">
              <a:extLst>
                <a:ext uri="{FF2B5EF4-FFF2-40B4-BE49-F238E27FC236}">
                  <a16:creationId xmlns:a16="http://schemas.microsoft.com/office/drawing/2014/main" id="{05AA873F-34D4-A122-96B9-487AACBDB06C}"/>
                </a:ext>
              </a:extLst>
            </p:cNvPr>
            <p:cNvSpPr/>
            <p:nvPr/>
          </p:nvSpPr>
          <p:spPr>
            <a:xfrm>
              <a:off x="361186" y="745154"/>
              <a:ext cx="1974635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457200">
                <a:defRPr/>
              </a:pPr>
              <a:r>
                <a:rPr lang="en-US" altLang="zh-TW" sz="2000" b="1" dirty="0" smtClean="0">
                  <a:solidFill>
                    <a:prstClr val="white"/>
                  </a:solidFill>
                  <a:latin typeface="Arial"/>
                  <a:ea typeface="微軟正黑體" panose="020B0604030504040204" pitchFamily="34" charset="-120"/>
                </a:rPr>
                <a:t>Assumption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205269" y="-9139"/>
            <a:ext cx="4735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LD(5.5T) Business Plan (HK)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10079"/>
              </p:ext>
            </p:extLst>
          </p:nvPr>
        </p:nvGraphicFramePr>
        <p:xfrm>
          <a:off x="2434455" y="768081"/>
          <a:ext cx="4138813" cy="14001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897169">
                  <a:extLst>
                    <a:ext uri="{9D8B030D-6E8A-4147-A177-3AD203B41FA5}">
                      <a16:colId xmlns:a16="http://schemas.microsoft.com/office/drawing/2014/main" val="896761941"/>
                    </a:ext>
                  </a:extLst>
                </a:gridCol>
                <a:gridCol w="1241644">
                  <a:extLst>
                    <a:ext uri="{9D8B030D-6E8A-4147-A177-3AD203B41FA5}">
                      <a16:colId xmlns:a16="http://schemas.microsoft.com/office/drawing/2014/main" val="179374527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Inflation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920837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unit selling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1100" u="none" strike="noStrike">
                          <a:effectLst/>
                        </a:rPr>
                        <a:t>            </a:t>
                      </a:r>
                      <a:r>
                        <a:rPr lang="en-US" altLang="zh-TW" sz="1100" u="none" strike="noStrike">
                          <a:effectLst/>
                        </a:rPr>
                        <a:t>1,800,000 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327209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maintenance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50,000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82625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 smtClean="0">
                          <a:effectLst/>
                        </a:rPr>
                        <a:t>0.06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9589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Aftersales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0.35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189661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CAGR of total market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1.61%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35301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3rd in the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056614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097785"/>
              </p:ext>
            </p:extLst>
          </p:nvPr>
        </p:nvGraphicFramePr>
        <p:xfrm>
          <a:off x="361179" y="2323116"/>
          <a:ext cx="11315008" cy="2990165"/>
        </p:xfrm>
        <a:graphic>
          <a:graphicData uri="http://schemas.openxmlformats.org/drawingml/2006/table">
            <a:tbl>
              <a:tblPr/>
              <a:tblGrid>
                <a:gridCol w="1503499">
                  <a:extLst>
                    <a:ext uri="{9D8B030D-6E8A-4147-A177-3AD203B41FA5}">
                      <a16:colId xmlns:a16="http://schemas.microsoft.com/office/drawing/2014/main" val="83940371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160054133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1736761645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4133946149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1821134521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3195579416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1611578601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2208506591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102195536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2005189825"/>
                    </a:ext>
                  </a:extLst>
                </a:gridCol>
                <a:gridCol w="875751">
                  <a:extLst>
                    <a:ext uri="{9D8B030D-6E8A-4147-A177-3AD203B41FA5}">
                      <a16:colId xmlns:a16="http://schemas.microsoft.com/office/drawing/2014/main" val="386625564"/>
                    </a:ext>
                  </a:extLst>
                </a:gridCol>
                <a:gridCol w="1053999">
                  <a:extLst>
                    <a:ext uri="{9D8B030D-6E8A-4147-A177-3AD203B41FA5}">
                      <a16:colId xmlns:a16="http://schemas.microsoft.com/office/drawing/2014/main" val="303000089"/>
                    </a:ext>
                  </a:extLst>
                </a:gridCol>
              </a:tblGrid>
              <a:tr h="10980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592722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Vehicle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815806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 market - CV TW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982475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Unit of car sold by TMG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078066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unit selling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1,800,000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1,836,000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1,872,720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1,910,174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1,948,378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1,987,345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2,027,092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2,067,634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2,108,987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2,151,167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02503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36,720,000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74,908,800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95,508,720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97,418,894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99,367,272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101,354,618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103,381,710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105,449,344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107,558,331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313,556,414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88880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975686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Opex(Showroom)(NTD)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2,120,000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2,141,200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2,162,612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2,184,238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2,206,081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2,228,141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2,250,423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2,272,927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2,295,656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2,318,613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358128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1,580,000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62,000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2,331,916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3,546,285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3,639,053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3,733,895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3,830,854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3,929,976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4,031,304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4,134,887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7,999,254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61815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1,580,000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1,518,000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813,916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4,360,201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7,999,254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11,733,149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15,564,004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19,493,979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23,525,284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27,660,171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866026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348678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Workshop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71330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Car population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574867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maintenance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51,000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52,020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53,060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54,122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55,204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56,308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57,434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58,583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59,755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4060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125,000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1,275,000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3,381,300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6,101,946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8,930,065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11,868,869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14,921,652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18,091,799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21,382,784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24,798,171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19,813,311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616315"/>
                  </a:ext>
                </a:extLst>
              </a:tr>
              <a:tr h="101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21389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43,750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446,250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1,183,455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2,135,681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3,125,523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4,154,104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5,222,578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6,332,130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7,483,974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8,679,360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6,934,659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906286"/>
                  </a:ext>
                </a:extLst>
              </a:tr>
              <a:tr h="202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43,750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490,000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1,673,455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3,809,136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6,934,659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11,088,763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16,311,341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22,643,471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30,127,445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38,806,805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79737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77103"/>
              </p:ext>
            </p:extLst>
          </p:nvPr>
        </p:nvGraphicFramePr>
        <p:xfrm>
          <a:off x="838198" y="5701144"/>
          <a:ext cx="10515603" cy="975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57003">
                  <a:extLst>
                    <a:ext uri="{9D8B030D-6E8A-4147-A177-3AD203B41FA5}">
                      <a16:colId xmlns:a16="http://schemas.microsoft.com/office/drawing/2014/main" val="3124366425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971930751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447796574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133775105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3418222056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1251163561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931241128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484035108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426043766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2598856581"/>
                    </a:ext>
                  </a:extLst>
                </a:gridCol>
                <a:gridCol w="885860">
                  <a:extLst>
                    <a:ext uri="{9D8B030D-6E8A-4147-A177-3AD203B41FA5}">
                      <a16:colId xmlns:a16="http://schemas.microsoft.com/office/drawing/2014/main" val="3168566917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1000/NTD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2026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2027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2028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2029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2030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2031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2032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2034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5832884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-                         1,580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-                         1,518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814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4,360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7,999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11,733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15,564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19,494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23,525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</a:t>
                      </a:r>
                      <a:r>
                        <a:rPr lang="en-US" altLang="zh-TW" sz="800" u="none" strike="noStrike">
                          <a:effectLst/>
                        </a:rPr>
                        <a:t>27,660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770814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Aftersales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490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1,673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3,809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6,935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11,089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16,311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22,643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30,127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</a:t>
                      </a:r>
                      <a:r>
                        <a:rPr lang="en-US" altLang="zh-TW" sz="800" u="none" strike="noStrike">
                          <a:effectLst/>
                        </a:rPr>
                        <a:t>38,807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318714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Total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-                         1,536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-                         1,028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2,487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8,169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14,934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22,822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31,875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42,137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53,653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66,467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636003"/>
                  </a:ext>
                </a:extLst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5395719" y="2702315"/>
            <a:ext cx="1567788" cy="386861"/>
            <a:chOff x="5729826" y="2602523"/>
            <a:chExt cx="1567788" cy="386861"/>
          </a:xfrm>
        </p:grpSpPr>
        <p:sp>
          <p:nvSpPr>
            <p:cNvPr id="16" name="矩形 15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UD’s goal</a:t>
              </a:r>
              <a:endParaRPr lang="zh-TW" altLang="en-US" sz="1200" dirty="0"/>
            </a:p>
          </p:txBody>
        </p:sp>
        <p:cxnSp>
          <p:nvCxnSpPr>
            <p:cNvPr id="17" name="直線單箭頭接點 16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729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3D2E6-F684-48E5-8E5B-55B543A5E408}" type="slidenum">
              <a:rPr lang="zh-TW" altLang="en-US" smtClean="0"/>
              <a:t>24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262552" y="5418246"/>
            <a:ext cx="11578653" cy="1295406"/>
            <a:chOff x="262552" y="4973329"/>
            <a:chExt cx="11578653" cy="174032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F37C2CF-409B-0A95-EBD5-E69C5A0DDE0E}"/>
                </a:ext>
              </a:extLst>
            </p:cNvPr>
            <p:cNvSpPr/>
            <p:nvPr/>
          </p:nvSpPr>
          <p:spPr>
            <a:xfrm>
              <a:off x="262552" y="5126665"/>
              <a:ext cx="11578653" cy="158698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" name="矩形: 圓角 37">
              <a:extLst>
                <a:ext uri="{FF2B5EF4-FFF2-40B4-BE49-F238E27FC236}">
                  <a16:creationId xmlns:a16="http://schemas.microsoft.com/office/drawing/2014/main" id="{76BD5996-13F9-9042-30F2-0CA8A644670B}"/>
                </a:ext>
              </a:extLst>
            </p:cNvPr>
            <p:cNvSpPr/>
            <p:nvPr/>
          </p:nvSpPr>
          <p:spPr>
            <a:xfrm>
              <a:off x="361186" y="4973329"/>
              <a:ext cx="1446349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成果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效</a:t>
              </a: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Summary</a:t>
              </a:r>
              <a:r>
                <a:rPr kumimoji="0" lang="zh-TW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益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E3CAAAE-2C6E-B896-831B-8E0053605A68}"/>
              </a:ext>
            </a:extLst>
          </p:cNvPr>
          <p:cNvSpPr/>
          <p:nvPr/>
        </p:nvSpPr>
        <p:spPr>
          <a:xfrm>
            <a:off x="262552" y="2280293"/>
            <a:ext cx="11578652" cy="30842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62552" y="575636"/>
            <a:ext cx="11578653" cy="1652129"/>
            <a:chOff x="262552" y="745154"/>
            <a:chExt cx="11578653" cy="148261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9DD882-7751-687A-A22A-E22361689AA4}"/>
                </a:ext>
              </a:extLst>
            </p:cNvPr>
            <p:cNvSpPr/>
            <p:nvPr/>
          </p:nvSpPr>
          <p:spPr>
            <a:xfrm>
              <a:off x="262552" y="867546"/>
              <a:ext cx="11578653" cy="136021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" name="矩形: 圓角 31">
              <a:extLst>
                <a:ext uri="{FF2B5EF4-FFF2-40B4-BE49-F238E27FC236}">
                  <a16:creationId xmlns:a16="http://schemas.microsoft.com/office/drawing/2014/main" id="{05AA873F-34D4-A122-96B9-487AACBDB06C}"/>
                </a:ext>
              </a:extLst>
            </p:cNvPr>
            <p:cNvSpPr/>
            <p:nvPr/>
          </p:nvSpPr>
          <p:spPr>
            <a:xfrm>
              <a:off x="361186" y="745154"/>
              <a:ext cx="1974635" cy="35235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457200">
                <a:defRPr/>
              </a:pPr>
              <a:r>
                <a:rPr lang="en-US" altLang="zh-TW" sz="2000" b="1" dirty="0" smtClean="0">
                  <a:solidFill>
                    <a:prstClr val="white"/>
                  </a:solidFill>
                  <a:latin typeface="Arial"/>
                  <a:ea typeface="微軟正黑體" panose="020B0604030504040204" pitchFamily="34" charset="-120"/>
                </a:rPr>
                <a:t>Assumption</a:t>
              </a:r>
              <a:endPara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205269" y="-9139"/>
            <a:ext cx="4809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MD(16T) Business Plan (HK)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0" y="57563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447272"/>
              </p:ext>
            </p:extLst>
          </p:nvPr>
        </p:nvGraphicFramePr>
        <p:xfrm>
          <a:off x="2434455" y="768081"/>
          <a:ext cx="4138813" cy="14001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897169">
                  <a:extLst>
                    <a:ext uri="{9D8B030D-6E8A-4147-A177-3AD203B41FA5}">
                      <a16:colId xmlns:a16="http://schemas.microsoft.com/office/drawing/2014/main" val="896761941"/>
                    </a:ext>
                  </a:extLst>
                </a:gridCol>
                <a:gridCol w="1241644">
                  <a:extLst>
                    <a:ext uri="{9D8B030D-6E8A-4147-A177-3AD203B41FA5}">
                      <a16:colId xmlns:a16="http://schemas.microsoft.com/office/drawing/2014/main" val="179374527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Inflation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920837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unit selling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1100" u="none" strike="noStrike" dirty="0">
                          <a:effectLst/>
                        </a:rPr>
                        <a:t>            </a:t>
                      </a:r>
                      <a:r>
                        <a:rPr lang="en-US" altLang="zh-TW" sz="1100" u="none" strike="noStrike" dirty="0" smtClean="0">
                          <a:effectLst/>
                        </a:rPr>
                        <a:t>3,000,000 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327209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Average maintenance price </a:t>
                      </a:r>
                      <a:r>
                        <a:rPr lang="en-US" sz="1100" u="none" strike="noStrike" dirty="0" smtClean="0">
                          <a:effectLst/>
                        </a:rPr>
                        <a:t>(NTD)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 smtClean="0">
                          <a:effectLst/>
                        </a:rPr>
                        <a:t>90,000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82625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 smtClean="0">
                          <a:effectLst/>
                        </a:rPr>
                        <a:t>0.06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9589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Gross profit margin (%) for Aftersales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0.35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189661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CAGR of total market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1.61%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35301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3rd in the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0566145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10116"/>
              </p:ext>
            </p:extLst>
          </p:nvPr>
        </p:nvGraphicFramePr>
        <p:xfrm>
          <a:off x="361186" y="2288562"/>
          <a:ext cx="11394131" cy="3080015"/>
        </p:xfrm>
        <a:graphic>
          <a:graphicData uri="http://schemas.openxmlformats.org/drawingml/2006/table">
            <a:tbl>
              <a:tblPr/>
              <a:tblGrid>
                <a:gridCol w="1512978">
                  <a:extLst>
                    <a:ext uri="{9D8B030D-6E8A-4147-A177-3AD203B41FA5}">
                      <a16:colId xmlns:a16="http://schemas.microsoft.com/office/drawing/2014/main" val="1531002119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1927246766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1417557726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3539227133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411882172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1772865763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974300824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424955538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2570926060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1201110452"/>
                    </a:ext>
                  </a:extLst>
                </a:gridCol>
                <a:gridCol w="881271">
                  <a:extLst>
                    <a:ext uri="{9D8B030D-6E8A-4147-A177-3AD203B41FA5}">
                      <a16:colId xmlns:a16="http://schemas.microsoft.com/office/drawing/2014/main" val="1729033802"/>
                    </a:ext>
                  </a:extLst>
                </a:gridCol>
                <a:gridCol w="1068443">
                  <a:extLst>
                    <a:ext uri="{9D8B030D-6E8A-4147-A177-3AD203B41FA5}">
                      <a16:colId xmlns:a16="http://schemas.microsoft.com/office/drawing/2014/main" val="1654768541"/>
                    </a:ext>
                  </a:extLst>
                </a:gridCol>
              </a:tblGrid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30262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Vehicle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188093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Total market - CV TW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731434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Unit of car sold by TMG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758860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unit selling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3,060,000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3,121,200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3,183,624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3,247,296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3,312,242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3,378,487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3,446,057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3,514,978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3,585,278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40572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15,000,000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61,200,000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124,848,000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159,181,200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162,364,824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165,612,120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168,924,363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172,302,850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175,748,907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179,263,885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522,594,024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566525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4906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Opex(Showroom)(NTD)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2,120,000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2,141,200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2,162,612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2,184,238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2,206,081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2,228,141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2,250,423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2,272,927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2,295,656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2,318,613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95078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  1,220,000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1,530,800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5,328,268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7,366,634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7,535,809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7,708,586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7,885,039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8,065,244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13,521,745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13,815,137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20,541,511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1372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-                  1,220,000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310,800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5,639,068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13,005,702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20,541,511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28,250,097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36,135,136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44,200,380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57,722,125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71,537,262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642041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582272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sng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Workshop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408135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Car population (#)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568672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Retention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094954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Average maintenance price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90,000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91,800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93,636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95,509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97,419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99,367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101,355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103,382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105,449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107,558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32949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Revenue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225,000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2,295,000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6,086,340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10,434,328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14,466,706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18,159,369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21,487,179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24,423,929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28,866,758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31,245,695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33,507,373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038567"/>
                  </a:ext>
                </a:extLst>
              </a:tr>
              <a:tr h="9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margin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0.35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4902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78,750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803,250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2,130,219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3,652,015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5,063,347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6,355,779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7,520,513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8,548,375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10,103,365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10,935,993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11,727,581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19675"/>
                  </a:ext>
                </a:extLst>
              </a:tr>
              <a:tr h="199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Accumulated Gross profit  (NTD)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78,750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882,000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3,012,219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6,664,234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11,727,581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18,083,360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25,603,873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34,152,248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44,255,613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               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55,191,606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09696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421488"/>
              </p:ext>
            </p:extLst>
          </p:nvPr>
        </p:nvGraphicFramePr>
        <p:xfrm>
          <a:off x="512885" y="5733295"/>
          <a:ext cx="10459912" cy="94622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772472">
                  <a:extLst>
                    <a:ext uri="{9D8B030D-6E8A-4147-A177-3AD203B41FA5}">
                      <a16:colId xmlns:a16="http://schemas.microsoft.com/office/drawing/2014/main" val="4151719560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4138019346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4199306475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3450357936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3635375851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3928421240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2380224763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1946663536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2693653434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2592666786"/>
                    </a:ext>
                  </a:extLst>
                </a:gridCol>
                <a:gridCol w="868744">
                  <a:extLst>
                    <a:ext uri="{9D8B030D-6E8A-4147-A177-3AD203B41FA5}">
                      <a16:colId xmlns:a16="http://schemas.microsoft.com/office/drawing/2014/main" val="3962825882"/>
                    </a:ext>
                  </a:extLst>
                </a:gridCol>
              </a:tblGrid>
              <a:tr h="214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1000/NTD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 dirty="0">
                          <a:effectLst/>
                        </a:rPr>
                        <a:t>2026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2027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2028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2029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2030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2031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2032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800" u="none" strike="noStrike">
                          <a:effectLst/>
                        </a:rPr>
                        <a:t>2034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9039611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Sales Accumulated Gross profit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490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1,673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3,809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6,935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11,089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16,311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22,643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30,127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</a:t>
                      </a:r>
                      <a:r>
                        <a:rPr lang="en-US" altLang="zh-TW" sz="800" u="none" strike="noStrike">
                          <a:effectLst/>
                        </a:rPr>
                        <a:t>38,807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3598463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Aftersales Accumulated Gross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79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882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3,012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6,664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11,728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18,083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25,604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34,152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44,256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</a:t>
                      </a:r>
                      <a:r>
                        <a:rPr lang="en-US" altLang="zh-TW" sz="800" u="none" strike="noStrike">
                          <a:effectLst/>
                        </a:rPr>
                        <a:t>55,192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0172970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Total Profit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123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1,372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>
                          <a:effectLst/>
                        </a:rPr>
                        <a:t>                          </a:t>
                      </a:r>
                      <a:r>
                        <a:rPr lang="en-US" altLang="zh-TW" sz="800" u="none" strike="noStrike">
                          <a:effectLst/>
                        </a:rPr>
                        <a:t>4,686 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10,473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18,662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29,172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41,915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56,796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              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74,383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800" u="none" strike="noStrike" dirty="0">
                          <a:effectLst/>
                        </a:rPr>
                        <a:t>         </a:t>
                      </a:r>
                      <a:r>
                        <a:rPr lang="en-US" altLang="zh-TW" sz="800" u="none" strike="noStrike" dirty="0">
                          <a:effectLst/>
                        </a:rPr>
                        <a:t>93,998 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0"/>
                        <a:ea typeface="Arial Unicode MS" panose="020B0604020202020204" pitchFamily="34" charset="-12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31660320"/>
                  </a:ext>
                </a:extLst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5395719" y="2702315"/>
            <a:ext cx="1567788" cy="386861"/>
            <a:chOff x="5729826" y="2602523"/>
            <a:chExt cx="1567788" cy="386861"/>
          </a:xfrm>
        </p:grpSpPr>
        <p:sp>
          <p:nvSpPr>
            <p:cNvPr id="16" name="矩形 15"/>
            <p:cNvSpPr/>
            <p:nvPr/>
          </p:nvSpPr>
          <p:spPr>
            <a:xfrm>
              <a:off x="5890845" y="2690445"/>
              <a:ext cx="1406769" cy="298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Based on UD’s goal</a:t>
              </a:r>
              <a:endParaRPr lang="zh-TW" altLang="en-US" sz="1200" dirty="0"/>
            </a:p>
          </p:txBody>
        </p:sp>
        <p:cxnSp>
          <p:nvCxnSpPr>
            <p:cNvPr id="17" name="直線單箭頭接點 16"/>
            <p:cNvCxnSpPr/>
            <p:nvPr/>
          </p:nvCxnSpPr>
          <p:spPr>
            <a:xfrm flipH="1" flipV="1">
              <a:off x="5729826" y="2602523"/>
              <a:ext cx="366174" cy="79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260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Summary &amp; Next Step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0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74788" y="-36940"/>
            <a:ext cx="9489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High performance and great aftersales service are opportunities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448800" y="6456589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26</a:t>
            </a:fld>
            <a:endParaRPr lang="zh-TW" altLang="en-US" dirty="0"/>
          </a:p>
        </p:txBody>
      </p:sp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B2CF1121-AB25-1020-D5FC-B62FD7AA43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6673" y="787477"/>
          <a:ext cx="11534532" cy="5998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7099">
                  <a:extLst>
                    <a:ext uri="{9D8B030D-6E8A-4147-A177-3AD203B41FA5}">
                      <a16:colId xmlns:a16="http://schemas.microsoft.com/office/drawing/2014/main" val="515567002"/>
                    </a:ext>
                  </a:extLst>
                </a:gridCol>
                <a:gridCol w="3507433">
                  <a:extLst>
                    <a:ext uri="{9D8B030D-6E8A-4147-A177-3AD203B41FA5}">
                      <a16:colId xmlns:a16="http://schemas.microsoft.com/office/drawing/2014/main" val="4056065584"/>
                    </a:ext>
                  </a:extLst>
                </a:gridCol>
              </a:tblGrid>
              <a:tr h="1453582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 smtClean="0"/>
                        <a:t>Cost</a:t>
                      </a:r>
                      <a:r>
                        <a:rPr lang="en-US" altLang="zh-TW" baseline="0" dirty="0" smtClean="0"/>
                        <a:t> Sensitive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 smtClean="0"/>
                        <a:t>Preference of JP brand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 smtClean="0"/>
                        <a:t>Will to pay for better quality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326515"/>
                  </a:ext>
                </a:extLst>
              </a:tr>
              <a:tr h="148646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dirty="0" smtClean="0"/>
                        <a:t>Offering 1-2 product selections will suffice, avoiding excessive customization.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dirty="0" smtClean="0"/>
                        <a:t>Emphasizing on tax savings, high performance, and better AS compared to regular LD (light-duty)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563574"/>
                  </a:ext>
                </a:extLst>
              </a:tr>
              <a:tr h="1321414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80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dirty="0" smtClean="0"/>
                        <a:t>Main displacement range =&gt; 2401cc-3000cc / 3001cc-4200cc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 dirty="0" smtClean="0"/>
                        <a:t>Targeting 6-8T with long wheelbase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dirty="0" smtClean="0"/>
                        <a:t>Horsepower: 150hp / Torque: 40</a:t>
                      </a:r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120785"/>
                  </a:ext>
                </a:extLst>
              </a:tr>
              <a:tr h="1699102"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zh-TW" sz="1800" dirty="0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800" b="1" dirty="0" smtClean="0"/>
                        <a:t>Replacing FUSO(6-9T) / ISUZU(10-18T) to become the third player in the market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dirty="0" smtClean="0"/>
                        <a:t>Each region (north, central, south) should have at least one maintenance facility capable of handling LD (light-duty) vehicles.</a:t>
                      </a:r>
                      <a:r>
                        <a:rPr lang="en-US" altLang="zh-TW" b="1" dirty="0" smtClean="0">
                          <a:effectLst/>
                        </a:rPr>
                        <a:t> 10 Direct workshop/ 5 Authorize workshop</a:t>
                      </a:r>
                      <a:endParaRPr lang="en-US" altLang="zh-TW" sz="18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dirty="0" smtClean="0"/>
                        <a:t>Leveraging the advantages of </a:t>
                      </a:r>
                      <a:r>
                        <a:rPr lang="en-US" altLang="zh-TW" sz="1800" b="1" dirty="0" smtClean="0"/>
                        <a:t>collaborative factories </a:t>
                      </a:r>
                      <a:r>
                        <a:rPr lang="en-US" altLang="zh-TW" sz="1800" dirty="0" smtClean="0"/>
                        <a:t>or exploring various potential collaborations.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dirty="0" smtClean="0"/>
                        <a:t>According to the past decades</a:t>
                      </a:r>
                      <a:r>
                        <a:rPr lang="en-US" altLang="zh-TW" sz="1800" baseline="0" dirty="0" smtClean="0"/>
                        <a:t> data of HINO/FUSO/ISUZU. =&gt; We need build the facilities </a:t>
                      </a:r>
                      <a:r>
                        <a:rPr lang="en-US" altLang="zh-TW" sz="1800" b="1" baseline="0" dirty="0" smtClean="0"/>
                        <a:t>200 units/facility(per year)</a:t>
                      </a:r>
                      <a:endParaRPr lang="en-US" altLang="zh-TW" sz="1800" b="1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455890"/>
                  </a:ext>
                </a:extLst>
              </a:tr>
            </a:tbl>
          </a:graphicData>
        </a:graphic>
      </p:graphicFrame>
      <p:sp>
        <p:nvSpPr>
          <p:cNvPr id="18" name="矩形: 圓角 10">
            <a:extLst>
              <a:ext uri="{FF2B5EF4-FFF2-40B4-BE49-F238E27FC236}">
                <a16:creationId xmlns:a16="http://schemas.microsoft.com/office/drawing/2014/main" id="{615215C0-F8D3-78A4-FCB1-C3209F081DCB}"/>
              </a:ext>
            </a:extLst>
          </p:cNvPr>
          <p:cNvSpPr/>
          <p:nvPr/>
        </p:nvSpPr>
        <p:spPr>
          <a:xfrm>
            <a:off x="361186" y="646712"/>
            <a:ext cx="2473454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Target Customer</a:t>
            </a:r>
            <a:endParaRPr lang="zh-TW" altLang="en-US" sz="2000" b="1" dirty="0"/>
          </a:p>
        </p:txBody>
      </p:sp>
      <p:sp>
        <p:nvSpPr>
          <p:cNvPr id="19" name="矩形: 圓角 11">
            <a:extLst>
              <a:ext uri="{FF2B5EF4-FFF2-40B4-BE49-F238E27FC236}">
                <a16:creationId xmlns:a16="http://schemas.microsoft.com/office/drawing/2014/main" id="{10890940-6529-DC9C-A7F1-83151AF6D14E}"/>
              </a:ext>
            </a:extLst>
          </p:cNvPr>
          <p:cNvSpPr/>
          <p:nvPr/>
        </p:nvSpPr>
        <p:spPr>
          <a:xfrm>
            <a:off x="361186" y="2074802"/>
            <a:ext cx="2473454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Product Concept</a:t>
            </a:r>
            <a:endParaRPr lang="zh-TW" altLang="en-US" sz="2000" b="1" dirty="0"/>
          </a:p>
        </p:txBody>
      </p:sp>
      <p:sp>
        <p:nvSpPr>
          <p:cNvPr id="20" name="矩形: 圓角 12">
            <a:extLst>
              <a:ext uri="{FF2B5EF4-FFF2-40B4-BE49-F238E27FC236}">
                <a16:creationId xmlns:a16="http://schemas.microsoft.com/office/drawing/2014/main" id="{C9A2D6BC-4FC0-8FDA-252D-F9E8931E3EB2}"/>
              </a:ext>
            </a:extLst>
          </p:cNvPr>
          <p:cNvSpPr/>
          <p:nvPr/>
        </p:nvSpPr>
        <p:spPr>
          <a:xfrm>
            <a:off x="361186" y="3552775"/>
            <a:ext cx="2473454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Detail</a:t>
            </a:r>
            <a:endParaRPr lang="zh-TW" altLang="en-US" sz="2000" b="1" dirty="0"/>
          </a:p>
        </p:txBody>
      </p:sp>
      <p:sp>
        <p:nvSpPr>
          <p:cNvPr id="21" name="矩形: 圓角 13">
            <a:extLst>
              <a:ext uri="{FF2B5EF4-FFF2-40B4-BE49-F238E27FC236}">
                <a16:creationId xmlns:a16="http://schemas.microsoft.com/office/drawing/2014/main" id="{8DD5729F-D9EE-D38F-EC25-69EFF1450D2B}"/>
              </a:ext>
            </a:extLst>
          </p:cNvPr>
          <p:cNvSpPr/>
          <p:nvPr/>
        </p:nvSpPr>
        <p:spPr>
          <a:xfrm>
            <a:off x="361186" y="4854568"/>
            <a:ext cx="2473455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Strategy and Goal</a:t>
            </a:r>
            <a:endParaRPr lang="zh-TW" altLang="en-US" sz="2000" b="1" dirty="0"/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101" y="999071"/>
            <a:ext cx="2794671" cy="2503823"/>
          </a:xfrm>
          <a:prstGeom prst="rect">
            <a:avLst/>
          </a:prstGeom>
        </p:spPr>
      </p:pic>
      <p:sp>
        <p:nvSpPr>
          <p:cNvPr id="22" name="矩形: 圓角 14">
            <a:extLst>
              <a:ext uri="{FF2B5EF4-FFF2-40B4-BE49-F238E27FC236}">
                <a16:creationId xmlns:a16="http://schemas.microsoft.com/office/drawing/2014/main" id="{6251F361-9F27-4F38-88C3-A4A8B92E337B}"/>
              </a:ext>
            </a:extLst>
          </p:cNvPr>
          <p:cNvSpPr/>
          <p:nvPr/>
        </p:nvSpPr>
        <p:spPr>
          <a:xfrm>
            <a:off x="8673087" y="611297"/>
            <a:ext cx="1446349" cy="35235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Draft</a:t>
            </a:r>
            <a:endParaRPr lang="zh-TW" altLang="en-US" sz="2000" b="1" dirty="0"/>
          </a:p>
        </p:txBody>
      </p:sp>
      <p:cxnSp>
        <p:nvCxnSpPr>
          <p:cNvPr id="12" name="直線接點 11"/>
          <p:cNvCxnSpPr/>
          <p:nvPr/>
        </p:nvCxnSpPr>
        <p:spPr>
          <a:xfrm>
            <a:off x="0" y="486280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78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448800" y="6445876"/>
            <a:ext cx="2743200" cy="365125"/>
          </a:xfrm>
        </p:spPr>
        <p:txBody>
          <a:bodyPr/>
          <a:lstStyle/>
          <a:p>
            <a:fld id="{9733D2E6-F684-48E5-8E5B-55B543A5E408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9DD882-7751-687A-A22A-E22361689AA4}"/>
              </a:ext>
            </a:extLst>
          </p:cNvPr>
          <p:cNvSpPr/>
          <p:nvPr/>
        </p:nvSpPr>
        <p:spPr>
          <a:xfrm>
            <a:off x="299671" y="854147"/>
            <a:ext cx="11444612" cy="1676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: 圓角 31">
            <a:extLst>
              <a:ext uri="{FF2B5EF4-FFF2-40B4-BE49-F238E27FC236}">
                <a16:creationId xmlns:a16="http://schemas.microsoft.com/office/drawing/2014/main" id="{05AA873F-34D4-A122-96B9-487AACBDB06C}"/>
              </a:ext>
            </a:extLst>
          </p:cNvPr>
          <p:cNvSpPr/>
          <p:nvPr/>
        </p:nvSpPr>
        <p:spPr>
          <a:xfrm>
            <a:off x="397251" y="764621"/>
            <a:ext cx="2377112" cy="36687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1.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What we have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4B8ECE-4E0F-A2EE-A691-408C5BAB4ACC}"/>
              </a:ext>
            </a:extLst>
          </p:cNvPr>
          <p:cNvSpPr/>
          <p:nvPr/>
        </p:nvSpPr>
        <p:spPr>
          <a:xfrm>
            <a:off x="299671" y="2885286"/>
            <a:ext cx="11444612" cy="13460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: 圓角 15">
            <a:extLst>
              <a:ext uri="{FF2B5EF4-FFF2-40B4-BE49-F238E27FC236}">
                <a16:creationId xmlns:a16="http://schemas.microsoft.com/office/drawing/2014/main" id="{55C67B16-8FE4-51E9-CBB1-7307A3593308}"/>
              </a:ext>
            </a:extLst>
          </p:cNvPr>
          <p:cNvSpPr/>
          <p:nvPr/>
        </p:nvSpPr>
        <p:spPr>
          <a:xfrm>
            <a:off x="397250" y="2795760"/>
            <a:ext cx="2377114" cy="36687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2.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What we need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04D14B-5CA9-E65C-3960-78779211B47F}"/>
              </a:ext>
            </a:extLst>
          </p:cNvPr>
          <p:cNvSpPr/>
          <p:nvPr/>
        </p:nvSpPr>
        <p:spPr>
          <a:xfrm>
            <a:off x="299671" y="4585916"/>
            <a:ext cx="11444612" cy="17484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矩形: 圓角 47">
            <a:extLst>
              <a:ext uri="{FF2B5EF4-FFF2-40B4-BE49-F238E27FC236}">
                <a16:creationId xmlns:a16="http://schemas.microsoft.com/office/drawing/2014/main" id="{549230E1-B17C-EB97-9D40-669E941808DB}"/>
              </a:ext>
            </a:extLst>
          </p:cNvPr>
          <p:cNvSpPr/>
          <p:nvPr/>
        </p:nvSpPr>
        <p:spPr>
          <a:xfrm>
            <a:off x="397250" y="4496390"/>
            <a:ext cx="2377113" cy="36687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3.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Next Step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0" y="672006"/>
            <a:ext cx="121920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99671" y="40924"/>
            <a:ext cx="3807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Summary &amp; Next Step</a:t>
            </a:r>
            <a:endParaRPr lang="en-US" altLang="zh-TW" sz="3200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97250" y="1124613"/>
            <a:ext cx="92319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Light-duty trucks should focus on 8.5T, while medium-duty trucks should target 11/17T as the primary market segments.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The market preference leans towards long-wheelbase, low-displacement, high-performance vehicles.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The light-duty truck market is more sensitive to pricing.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Aftersales service </a:t>
            </a:r>
            <a:r>
              <a:rPr lang="en-US" altLang="zh-TW" sz="1400" dirty="0"/>
              <a:t>capacity need to keep up with the sales volume.</a:t>
            </a:r>
            <a:endParaRPr lang="zh-TW" altLang="en-US" sz="1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97250" y="3162637"/>
            <a:ext cx="5698868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Clear specifications from the principal regarding the product.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Specific details on maintenance and servicing requirements.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Information on whether the principal has plans for electric </a:t>
            </a:r>
            <a:r>
              <a:rPr lang="en-US" altLang="zh-TW" sz="1400" dirty="0" smtClean="0"/>
              <a:t>vehicles(EV).</a:t>
            </a:r>
            <a:endParaRPr lang="en-US" altLang="zh-TW" sz="1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97250" y="4952793"/>
            <a:ext cx="8024441" cy="1351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Communicate with potential partners to explore the possibility of providing early-stage service support.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Plan subsequent marketing activities.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Conduct research on location and quantity considerations for establishing new maintenance facilities.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Engage with potential customers to develop customer personas.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1670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7944</TotalTime>
  <Words>3922</Words>
  <Application>Microsoft Office PowerPoint</Application>
  <PresentationFormat>寬螢幕</PresentationFormat>
  <Paragraphs>1410</Paragraphs>
  <Slides>27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Arial Unicode MS</vt:lpstr>
      <vt:lpstr>微軟正黑體</vt:lpstr>
      <vt:lpstr>新細明體</vt:lpstr>
      <vt:lpstr>Arial</vt:lpstr>
      <vt:lpstr>Calibri</vt:lpstr>
      <vt:lpstr>Calibri Light</vt:lpstr>
      <vt:lpstr>Times New Roman</vt:lpstr>
      <vt:lpstr>Office 佈景主題</vt:lpstr>
      <vt:lpstr>Project Unicorn Weekly Update Meeting 0911</vt:lpstr>
      <vt:lpstr>Outline</vt:lpstr>
      <vt:lpstr>PowerPoint 簡報</vt:lpstr>
      <vt:lpstr>PowerPoint 簡報</vt:lpstr>
      <vt:lpstr>Market Overview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HINO leads the market with the lowest service centers.</vt:lpstr>
      <vt:lpstr>Quality wins the quantity</vt:lpstr>
      <vt:lpstr>Service Center Location HK</vt:lpstr>
      <vt:lpstr>PowerPoint 簡報</vt:lpstr>
      <vt:lpstr>PowerPoint 簡報</vt:lpstr>
      <vt:lpstr>Competitors Comparison</vt:lpstr>
      <vt:lpstr>PowerPoint 簡報</vt:lpstr>
      <vt:lpstr>PowerPoint 簡報</vt:lpstr>
      <vt:lpstr>Business Plan</vt:lpstr>
      <vt:lpstr>PowerPoint 簡報</vt:lpstr>
      <vt:lpstr>PowerPoint 簡報</vt:lpstr>
      <vt:lpstr>PowerPoint 簡報</vt:lpstr>
      <vt:lpstr>PowerPoint 簡報</vt:lpstr>
      <vt:lpstr>Summary &amp; Next Step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</dc:title>
  <dc:creator>Paul Li-李柏宣</dc:creator>
  <cp:lastModifiedBy>Paul Li-李柏宣</cp:lastModifiedBy>
  <cp:revision>654</cp:revision>
  <dcterms:created xsi:type="dcterms:W3CDTF">2023-06-29T02:12:49Z</dcterms:created>
  <dcterms:modified xsi:type="dcterms:W3CDTF">2023-09-25T02:18:34Z</dcterms:modified>
</cp:coreProperties>
</file>
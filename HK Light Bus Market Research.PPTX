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3.xml" ContentType="application/vnd.openxmlformats-officedocument.theme+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92" r:id="rId5"/>
    <p:sldMasterId id="2147483704" r:id="rId6"/>
    <p:sldMasterId id="2147483748" r:id="rId7"/>
  </p:sldMasterIdLst>
  <p:notesMasterIdLst>
    <p:notesMasterId r:id="rId17"/>
  </p:notesMasterIdLst>
  <p:handoutMasterIdLst>
    <p:handoutMasterId r:id="rId18"/>
  </p:handoutMasterIdLst>
  <p:sldIdLst>
    <p:sldId id="504" r:id="rId8"/>
    <p:sldId id="622" r:id="rId9"/>
    <p:sldId id="627" r:id="rId10"/>
    <p:sldId id="623" r:id="rId11"/>
    <p:sldId id="624" r:id="rId12"/>
    <p:sldId id="625" r:id="rId13"/>
    <p:sldId id="626" r:id="rId14"/>
    <p:sldId id="629" r:id="rId15"/>
    <p:sldId id="628" r:id="rId16"/>
  </p:sldIdLst>
  <p:sldSz cx="9144000" cy="5143500" type="screen16x9"/>
  <p:notesSz cx="7315200" cy="9601200"/>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9">
          <p15:clr>
            <a:srgbClr val="A4A3A4"/>
          </p15:clr>
        </p15:guide>
        <p15:guide id="2" orient="horz" pos="2720">
          <p15:clr>
            <a:srgbClr val="A4A3A4"/>
          </p15:clr>
        </p15:guide>
        <p15:guide id="3" orient="horz" pos="3174">
          <p15:clr>
            <a:srgbClr val="A4A3A4"/>
          </p15:clr>
        </p15:guide>
        <p15:guide id="4" pos="79">
          <p15:clr>
            <a:srgbClr val="A4A3A4"/>
          </p15:clr>
        </p15:guide>
        <p15:guide id="5" pos="568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guide id="3" orient="horz" pos="3024" userDrawn="1">
          <p15:clr>
            <a:srgbClr val="A4A3A4"/>
          </p15:clr>
        </p15:guide>
        <p15:guide id="4" pos="2304"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0000FF"/>
    <a:srgbClr val="FCCC82"/>
    <a:srgbClr val="FDFDFE"/>
    <a:srgbClr val="FEFDFF"/>
    <a:srgbClr val="704E36"/>
    <a:srgbClr val="C8E691"/>
    <a:srgbClr val="0070C0"/>
    <a:srgbClr val="DCCCA7"/>
    <a:srgbClr val="FFFD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中等深淺樣式 2 - 輔色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74C1A8A3-306A-4EB7-A6B1-4F7E0EB9C5D6}" styleName="中等深淺樣式 3 - 輔色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3B4B98B0-60AC-42C2-AFA5-B58CD77FA1E5}" styleName="淺色樣式 1 - 輔色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C083E6E3-FA7D-4D7B-A595-EF9225AFEA82}" styleName="淺色樣式 1 - 輔色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0E3FDE45-AF77-4B5C-9715-49D594BDF05E}" styleName="淺色樣式 1 - 輔色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D27102A9-8310-4765-A935-A1911B00CA55}" styleName="淺色樣式 1 - 輔色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淺色樣式 1 - 輔色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D7B26C5-4107-4FEC-AEDC-1716B250A1EF}" styleName="淺色樣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1E4AEA4-8DFA-4A89-87EB-49C32662AFE0}" styleName="中等深淺樣式 2 - 輔色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等深淺樣式 2 - 輔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16DA210-FB5B-4158-B5E0-FEB733F419BA}" styleName="淺色樣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84841" autoAdjust="0"/>
  </p:normalViewPr>
  <p:slideViewPr>
    <p:cSldViewPr snapToGrid="0" showGuides="1">
      <p:cViewPr varScale="1">
        <p:scale>
          <a:sx n="85" d="100"/>
          <a:sy n="85" d="100"/>
        </p:scale>
        <p:origin x="696" y="84"/>
      </p:cViewPr>
      <p:guideLst>
        <p:guide orient="horz" pos="69"/>
        <p:guide orient="horz" pos="2720"/>
        <p:guide orient="horz" pos="3174"/>
        <p:guide pos="79"/>
        <p:guide pos="5681"/>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6768"/>
    </p:cViewPr>
  </p:sorterViewPr>
  <p:notesViewPr>
    <p:cSldViewPr snapToGrid="0">
      <p:cViewPr varScale="1">
        <p:scale>
          <a:sx n="81" d="100"/>
          <a:sy n="81" d="100"/>
        </p:scale>
        <p:origin x="-3192" y="-84"/>
      </p:cViewPr>
      <p:guideLst>
        <p:guide orient="horz" pos="2880"/>
        <p:guide pos="2160"/>
        <p:guide orient="horz" pos="3024"/>
        <p:guide pos="2304"/>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5" Type="http://schemas.openxmlformats.org/officeDocument/2006/relationships/slideMaster" Target="slideMasters/slideMaster2.xml"/><Relationship Id="rId15" Type="http://schemas.openxmlformats.org/officeDocument/2006/relationships/slide" Target="slides/slide8.xml"/><Relationship Id="rId10" Type="http://schemas.openxmlformats.org/officeDocument/2006/relationships/slide" Target="slides/slide3.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1440" tIns="45720" rIns="91440" bIns="45720" rtlCol="0"/>
          <a:lstStyle>
            <a:lvl1pPr algn="l">
              <a:defRPr sz="1200"/>
            </a:lvl1pPr>
          </a:lstStyle>
          <a:p>
            <a:endParaRPr lang="sv-SE" sz="1050">
              <a:latin typeface="Arial" panose="020B0604020202020204" pitchFamily="34" charset="0"/>
              <a:cs typeface="Arial" panose="020B0604020202020204" pitchFamily="34" charset="0"/>
            </a:endParaRPr>
          </a:p>
        </p:txBody>
      </p:sp>
      <p:sp>
        <p:nvSpPr>
          <p:cNvPr id="3" name="Date Placeholder 2"/>
          <p:cNvSpPr>
            <a:spLocks noGrp="1"/>
          </p:cNvSpPr>
          <p:nvPr>
            <p:ph type="dt" sz="quarter" idx="1"/>
          </p:nvPr>
        </p:nvSpPr>
        <p:spPr>
          <a:xfrm>
            <a:off x="4143590" y="0"/>
            <a:ext cx="3169920" cy="480060"/>
          </a:xfrm>
          <a:prstGeom prst="rect">
            <a:avLst/>
          </a:prstGeom>
        </p:spPr>
        <p:txBody>
          <a:bodyPr vert="horz" lIns="91440" tIns="45720" rIns="91440" bIns="45720" rtlCol="0"/>
          <a:lstStyle>
            <a:lvl1pPr algn="r">
              <a:defRPr sz="1200"/>
            </a:lvl1pPr>
          </a:lstStyle>
          <a:p>
            <a:fld id="{0571B396-5EB5-43A2-9F3C-65BB162D5C15}" type="datetimeFigureOut">
              <a:rPr lang="sv-SE" sz="1050" smtClean="0">
                <a:latin typeface="Arial" panose="020B0604020202020204" pitchFamily="34" charset="0"/>
                <a:cs typeface="Arial" panose="020B0604020202020204" pitchFamily="34" charset="0"/>
              </a:rPr>
              <a:t>2025-05-12</a:t>
            </a:fld>
            <a:endParaRPr lang="sv-SE" sz="1050">
              <a:latin typeface="Arial" panose="020B0604020202020204" pitchFamily="34" charset="0"/>
              <a:cs typeface="Arial" panose="020B0604020202020204" pitchFamily="34" charset="0"/>
            </a:endParaRPr>
          </a:p>
        </p:txBody>
      </p:sp>
      <p:sp>
        <p:nvSpPr>
          <p:cNvPr id="4" name="Footer Placeholder 3"/>
          <p:cNvSpPr>
            <a:spLocks noGrp="1"/>
          </p:cNvSpPr>
          <p:nvPr>
            <p:ph type="ftr" sz="quarter" idx="2"/>
          </p:nvPr>
        </p:nvSpPr>
        <p:spPr>
          <a:xfrm>
            <a:off x="0" y="9119473"/>
            <a:ext cx="3169920" cy="480060"/>
          </a:xfrm>
          <a:prstGeom prst="rect">
            <a:avLst/>
          </a:prstGeom>
        </p:spPr>
        <p:txBody>
          <a:bodyPr vert="horz" lIns="91440" tIns="45720" rIns="91440" bIns="45720" rtlCol="0" anchor="b"/>
          <a:lstStyle>
            <a:lvl1pPr algn="l">
              <a:defRPr sz="1200"/>
            </a:lvl1pPr>
          </a:lstStyle>
          <a:p>
            <a:endParaRPr lang="sv-SE" sz="1050">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3"/>
          </p:nvPr>
        </p:nvSpPr>
        <p:spPr>
          <a:xfrm>
            <a:off x="4143590" y="9119473"/>
            <a:ext cx="3169920" cy="480060"/>
          </a:xfrm>
          <a:prstGeom prst="rect">
            <a:avLst/>
          </a:prstGeom>
        </p:spPr>
        <p:txBody>
          <a:bodyPr vert="horz" lIns="91440" tIns="45720" rIns="91440" bIns="45720" rtlCol="0" anchor="b"/>
          <a:lstStyle>
            <a:lvl1pPr algn="r">
              <a:defRPr sz="1200"/>
            </a:lvl1pPr>
          </a:lstStyle>
          <a:p>
            <a:fld id="{57503EFD-5C7C-4260-94FE-FA415DFE38F0}" type="slidenum">
              <a:rPr lang="sv-SE" sz="1050" smtClean="0">
                <a:latin typeface="Arial" panose="020B0604020202020204" pitchFamily="34" charset="0"/>
                <a:cs typeface="Arial" panose="020B0604020202020204" pitchFamily="34" charset="0"/>
              </a:rPr>
              <a:t>‹#›</a:t>
            </a:fld>
            <a:endParaRPr lang="sv-SE" sz="105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513237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1440" tIns="45720" rIns="91440" bIns="45720" rtlCol="0"/>
          <a:lstStyle>
            <a:lvl1pPr algn="l">
              <a:defRPr sz="1050">
                <a:latin typeface="Arial" panose="020B0604020202020204" pitchFamily="34" charset="0"/>
                <a:cs typeface="Arial" panose="020B0604020202020204" pitchFamily="34" charset="0"/>
              </a:defRPr>
            </a:lvl1pPr>
          </a:lstStyle>
          <a:p>
            <a:endParaRPr lang="sv-SE"/>
          </a:p>
        </p:txBody>
      </p:sp>
      <p:sp>
        <p:nvSpPr>
          <p:cNvPr id="3" name="Date Placeholder 2"/>
          <p:cNvSpPr>
            <a:spLocks noGrp="1"/>
          </p:cNvSpPr>
          <p:nvPr>
            <p:ph type="dt" idx="1"/>
          </p:nvPr>
        </p:nvSpPr>
        <p:spPr>
          <a:xfrm>
            <a:off x="4143590" y="0"/>
            <a:ext cx="3169920" cy="480060"/>
          </a:xfrm>
          <a:prstGeom prst="rect">
            <a:avLst/>
          </a:prstGeom>
        </p:spPr>
        <p:txBody>
          <a:bodyPr vert="horz" lIns="91440" tIns="45720" rIns="91440" bIns="45720" rtlCol="0"/>
          <a:lstStyle>
            <a:lvl1pPr algn="r">
              <a:defRPr sz="1050">
                <a:latin typeface="Arial" panose="020B0604020202020204" pitchFamily="34" charset="0"/>
                <a:cs typeface="Arial" panose="020B0604020202020204" pitchFamily="34" charset="0"/>
              </a:defRPr>
            </a:lvl1pPr>
          </a:lstStyle>
          <a:p>
            <a:fld id="{7EC0D584-1162-4B69-BD71-00178374AA28}" type="datetimeFigureOut">
              <a:rPr lang="sv-SE" smtClean="0"/>
              <a:pPr/>
              <a:t>2025-05-12</a:t>
            </a:fld>
            <a:endParaRPr lang="sv-SE"/>
          </a:p>
        </p:txBody>
      </p:sp>
      <p:sp>
        <p:nvSpPr>
          <p:cNvPr id="4" name="Slide Image Placeholder 3"/>
          <p:cNvSpPr>
            <a:spLocks noGrp="1" noRot="1" noChangeAspect="1"/>
          </p:cNvSpPr>
          <p:nvPr>
            <p:ph type="sldImg" idx="2"/>
          </p:nvPr>
        </p:nvSpPr>
        <p:spPr>
          <a:xfrm>
            <a:off x="457200" y="720725"/>
            <a:ext cx="6400800" cy="3600450"/>
          </a:xfrm>
          <a:prstGeom prst="rect">
            <a:avLst/>
          </a:prstGeom>
          <a:noFill/>
          <a:ln w="12700">
            <a:solidFill>
              <a:prstClr val="black"/>
            </a:solidFill>
          </a:ln>
        </p:spPr>
        <p:txBody>
          <a:bodyPr vert="horz" lIns="91440" tIns="45720" rIns="91440" bIns="45720" rtlCol="0" anchor="ctr"/>
          <a:lstStyle/>
          <a:p>
            <a:endParaRPr lang="sv-SE"/>
          </a:p>
        </p:txBody>
      </p:sp>
      <p:sp>
        <p:nvSpPr>
          <p:cNvPr id="5" name="Notes Placeholder 4"/>
          <p:cNvSpPr>
            <a:spLocks noGrp="1"/>
          </p:cNvSpPr>
          <p:nvPr>
            <p:ph type="body" sz="quarter" idx="3"/>
          </p:nvPr>
        </p:nvSpPr>
        <p:spPr>
          <a:xfrm>
            <a:off x="731521" y="4560570"/>
            <a:ext cx="5852160" cy="432054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6" name="Footer Placeholder 5"/>
          <p:cNvSpPr>
            <a:spLocks noGrp="1"/>
          </p:cNvSpPr>
          <p:nvPr>
            <p:ph type="ftr" sz="quarter" idx="4"/>
          </p:nvPr>
        </p:nvSpPr>
        <p:spPr>
          <a:xfrm>
            <a:off x="0" y="9119473"/>
            <a:ext cx="3169920" cy="480060"/>
          </a:xfrm>
          <a:prstGeom prst="rect">
            <a:avLst/>
          </a:prstGeom>
        </p:spPr>
        <p:txBody>
          <a:bodyPr vert="horz" lIns="91440" tIns="45720" rIns="91440" bIns="45720" rtlCol="0" anchor="b"/>
          <a:lstStyle>
            <a:lvl1pPr algn="l">
              <a:defRPr sz="1050">
                <a:latin typeface="Arial" panose="020B0604020202020204" pitchFamily="34" charset="0"/>
                <a:cs typeface="Arial" panose="020B0604020202020204" pitchFamily="34" charset="0"/>
              </a:defRPr>
            </a:lvl1pPr>
          </a:lstStyle>
          <a:p>
            <a:endParaRPr lang="sv-SE"/>
          </a:p>
        </p:txBody>
      </p:sp>
      <p:sp>
        <p:nvSpPr>
          <p:cNvPr id="7" name="Slide Number Placeholder 6"/>
          <p:cNvSpPr>
            <a:spLocks noGrp="1"/>
          </p:cNvSpPr>
          <p:nvPr>
            <p:ph type="sldNum" sz="quarter" idx="5"/>
          </p:nvPr>
        </p:nvSpPr>
        <p:spPr>
          <a:xfrm>
            <a:off x="4143590" y="9119473"/>
            <a:ext cx="3169920" cy="480060"/>
          </a:xfrm>
          <a:prstGeom prst="rect">
            <a:avLst/>
          </a:prstGeom>
        </p:spPr>
        <p:txBody>
          <a:bodyPr vert="horz" lIns="91440" tIns="45720" rIns="91440" bIns="45720" rtlCol="0" anchor="b"/>
          <a:lstStyle>
            <a:lvl1pPr algn="r">
              <a:defRPr sz="1050">
                <a:latin typeface="Arial" panose="020B0604020202020204" pitchFamily="34" charset="0"/>
                <a:cs typeface="Arial" panose="020B0604020202020204" pitchFamily="34" charset="0"/>
              </a:defRPr>
            </a:lvl1pPr>
          </a:lstStyle>
          <a:p>
            <a:fld id="{FF94F495-0C05-401B-97D1-8B8BF03EB4E9}" type="slidenum">
              <a:rPr lang="sv-SE" smtClean="0"/>
              <a:pPr/>
              <a:t>‹#›</a:t>
            </a:fld>
            <a:endParaRPr lang="sv-SE"/>
          </a:p>
        </p:txBody>
      </p:sp>
    </p:spTree>
    <p:extLst>
      <p:ext uri="{BB962C8B-B14F-4D97-AF65-F5344CB8AC3E}">
        <p14:creationId xmlns:p14="http://schemas.microsoft.com/office/powerpoint/2010/main" val="2874420334"/>
      </p:ext>
    </p:extLst>
  </p:cSld>
  <p:clrMap bg1="lt1" tx1="dk1" bg2="lt2" tx2="dk2" accent1="accent1" accent2="accent2" accent3="accent3" accent4="accent4" accent5="accent5" accent6="accent6" hlink="hlink" folHlink="folHlink"/>
  <p:notesStyle>
    <a:lvl1pPr marL="0" algn="l" defTabSz="914400" rtl="0" eaLnBrk="1" latinLnBrk="0" hangingPunct="1">
      <a:defRPr sz="11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100" kern="1200">
        <a:solidFill>
          <a:schemeClr val="tx1"/>
        </a:solidFill>
        <a:latin typeface="Arial" panose="020B0604020202020204" pitchFamily="34" charset="0"/>
        <a:ea typeface="+mn-ea"/>
        <a:cs typeface="Arial" panose="020B0604020202020204" pitchFamily="34" charset="0"/>
      </a:defRPr>
    </a:lvl2pPr>
    <a:lvl3pPr marL="914400" algn="l" defTabSz="914400" rtl="0" eaLnBrk="1" latinLnBrk="0" hangingPunct="1">
      <a:defRPr sz="1100" kern="1200">
        <a:solidFill>
          <a:schemeClr val="tx1"/>
        </a:solidFill>
        <a:latin typeface="Arial" panose="020B0604020202020204" pitchFamily="34" charset="0"/>
        <a:ea typeface="+mn-ea"/>
        <a:cs typeface="Arial" panose="020B0604020202020204" pitchFamily="34" charset="0"/>
      </a:defRPr>
    </a:lvl3pPr>
    <a:lvl4pPr marL="1371600" algn="l" defTabSz="914400" rtl="0" eaLnBrk="1" latinLnBrk="0" hangingPunct="1">
      <a:defRPr sz="1100" kern="1200">
        <a:solidFill>
          <a:schemeClr val="tx1"/>
        </a:solidFill>
        <a:latin typeface="Arial" panose="020B0604020202020204" pitchFamily="34" charset="0"/>
        <a:ea typeface="+mn-ea"/>
        <a:cs typeface="Arial" panose="020B0604020202020204" pitchFamily="34" charset="0"/>
      </a:defRPr>
    </a:lvl4pPr>
    <a:lvl5pPr marL="1828800" algn="l" defTabSz="914400" rtl="0" eaLnBrk="1" latinLnBrk="0" hangingPunct="1">
      <a:defRPr sz="1100"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71B7FCE1-D0BB-41BD-9999-C20D32AEF58D}" type="slidenum">
              <a:rPr lang="zh-TW" altLang="en-US" smtClean="0"/>
              <a:t>1</a:t>
            </a:fld>
            <a:endParaRPr lang="zh-TW" altLang="en-US"/>
          </a:p>
        </p:txBody>
      </p:sp>
    </p:spTree>
    <p:extLst>
      <p:ext uri="{BB962C8B-B14F-4D97-AF65-F5344CB8AC3E}">
        <p14:creationId xmlns:p14="http://schemas.microsoft.com/office/powerpoint/2010/main" val="17482819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100" dirty="0" smtClean="0"/>
              <a:t>This growth was primarily driven by a rebound in government spending and significant growth in fixed capital formation. </a:t>
            </a:r>
            <a:endParaRPr lang="zh-TW" altLang="en-US" dirty="0"/>
          </a:p>
        </p:txBody>
      </p:sp>
      <p:sp>
        <p:nvSpPr>
          <p:cNvPr id="4" name="投影片編號版面配置區 3"/>
          <p:cNvSpPr>
            <a:spLocks noGrp="1"/>
          </p:cNvSpPr>
          <p:nvPr>
            <p:ph type="sldNum" sz="quarter" idx="10"/>
          </p:nvPr>
        </p:nvSpPr>
        <p:spPr/>
        <p:txBody>
          <a:bodyPr/>
          <a:lstStyle/>
          <a:p>
            <a:fld id="{FF94F495-0C05-401B-97D1-8B8BF03EB4E9}" type="slidenum">
              <a:rPr lang="sv-SE" smtClean="0"/>
              <a:pPr/>
              <a:t>2</a:t>
            </a:fld>
            <a:endParaRPr lang="sv-SE"/>
          </a:p>
        </p:txBody>
      </p:sp>
    </p:spTree>
    <p:extLst>
      <p:ext uri="{BB962C8B-B14F-4D97-AF65-F5344CB8AC3E}">
        <p14:creationId xmlns:p14="http://schemas.microsoft.com/office/powerpoint/2010/main" val="13018422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100" b="0" i="0" kern="1200" dirty="0" smtClean="0">
                <a:solidFill>
                  <a:schemeClr val="tx1"/>
                </a:solidFill>
                <a:effectLst/>
                <a:latin typeface="Arial" panose="020B0604020202020204" pitchFamily="34" charset="0"/>
                <a:ea typeface="+mn-ea"/>
                <a:cs typeface="Arial" panose="020B0604020202020204" pitchFamily="34" charset="0"/>
              </a:rPr>
              <a:t>Average daily revenue: 5,573</a:t>
            </a:r>
          </a:p>
          <a:p>
            <a:r>
              <a:rPr lang="en-US" altLang="zh-TW" sz="1100" b="0" i="0" kern="1200" dirty="0" smtClean="0">
                <a:solidFill>
                  <a:schemeClr val="tx1"/>
                </a:solidFill>
                <a:effectLst/>
                <a:latin typeface="Arial" panose="020B0604020202020204" pitchFamily="34" charset="0"/>
                <a:ea typeface="+mn-ea"/>
                <a:cs typeface="Arial" panose="020B0604020202020204" pitchFamily="34" charset="0"/>
              </a:rPr>
              <a:t>Monthly revenue: 167,190</a:t>
            </a:r>
          </a:p>
          <a:p>
            <a:endParaRPr lang="zh-TW" altLang="en-US" dirty="0"/>
          </a:p>
        </p:txBody>
      </p:sp>
      <p:sp>
        <p:nvSpPr>
          <p:cNvPr id="4" name="投影片編號版面配置區 3"/>
          <p:cNvSpPr>
            <a:spLocks noGrp="1"/>
          </p:cNvSpPr>
          <p:nvPr>
            <p:ph type="sldNum" sz="quarter" idx="10"/>
          </p:nvPr>
        </p:nvSpPr>
        <p:spPr/>
        <p:txBody>
          <a:bodyPr/>
          <a:lstStyle/>
          <a:p>
            <a:fld id="{FF94F495-0C05-401B-97D1-8B8BF03EB4E9}" type="slidenum">
              <a:rPr lang="sv-SE" smtClean="0"/>
              <a:pPr/>
              <a:t>3</a:t>
            </a:fld>
            <a:endParaRPr lang="sv-SE"/>
          </a:p>
        </p:txBody>
      </p:sp>
    </p:spTree>
    <p:extLst>
      <p:ext uri="{BB962C8B-B14F-4D97-AF65-F5344CB8AC3E}">
        <p14:creationId xmlns:p14="http://schemas.microsoft.com/office/powerpoint/2010/main" val="23266675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smtClean="0"/>
              <a:t>Toyota</a:t>
            </a:r>
            <a:r>
              <a:rPr lang="en-US" altLang="zh-TW" baseline="0" dirty="0" smtClean="0"/>
              <a:t> has 5 service centers in HK</a:t>
            </a:r>
            <a:endParaRPr lang="zh-TW" altLang="en-US" dirty="0"/>
          </a:p>
        </p:txBody>
      </p:sp>
      <p:sp>
        <p:nvSpPr>
          <p:cNvPr id="4" name="投影片編號版面配置區 3"/>
          <p:cNvSpPr>
            <a:spLocks noGrp="1"/>
          </p:cNvSpPr>
          <p:nvPr>
            <p:ph type="sldNum" sz="quarter" idx="10"/>
          </p:nvPr>
        </p:nvSpPr>
        <p:spPr/>
        <p:txBody>
          <a:bodyPr/>
          <a:lstStyle/>
          <a:p>
            <a:fld id="{FF94F495-0C05-401B-97D1-8B8BF03EB4E9}" type="slidenum">
              <a:rPr lang="sv-SE" smtClean="0"/>
              <a:pPr/>
              <a:t>4</a:t>
            </a:fld>
            <a:endParaRPr lang="sv-SE"/>
          </a:p>
        </p:txBody>
      </p:sp>
    </p:spTree>
    <p:extLst>
      <p:ext uri="{BB962C8B-B14F-4D97-AF65-F5344CB8AC3E}">
        <p14:creationId xmlns:p14="http://schemas.microsoft.com/office/powerpoint/2010/main" val="25678707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F94F495-0C05-401B-97D1-8B8BF03EB4E9}" type="slidenum">
              <a:rPr lang="sv-SE" smtClean="0"/>
              <a:pPr/>
              <a:t>7</a:t>
            </a:fld>
            <a:endParaRPr lang="sv-SE"/>
          </a:p>
        </p:txBody>
      </p:sp>
    </p:spTree>
    <p:extLst>
      <p:ext uri="{BB962C8B-B14F-4D97-AF65-F5344CB8AC3E}">
        <p14:creationId xmlns:p14="http://schemas.microsoft.com/office/powerpoint/2010/main" val="14131249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F94F495-0C05-401B-97D1-8B8BF03EB4E9}" type="slidenum">
              <a:rPr lang="sv-SE" smtClean="0"/>
              <a:pPr/>
              <a:t>9</a:t>
            </a:fld>
            <a:endParaRPr lang="sv-SE"/>
          </a:p>
        </p:txBody>
      </p:sp>
    </p:spTree>
    <p:extLst>
      <p:ext uri="{BB962C8B-B14F-4D97-AF65-F5344CB8AC3E}">
        <p14:creationId xmlns:p14="http://schemas.microsoft.com/office/powerpoint/2010/main" val="90359066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Rubrikbild">
    <p:spTree>
      <p:nvGrpSpPr>
        <p:cNvPr id="1" name=""/>
        <p:cNvGrpSpPr/>
        <p:nvPr/>
      </p:nvGrpSpPr>
      <p:grpSpPr>
        <a:xfrm>
          <a:off x="0" y="0"/>
          <a:ext cx="0" cy="0"/>
          <a:chOff x="0" y="0"/>
          <a:chExt cx="0" cy="0"/>
        </a:xfrm>
      </p:grpSpPr>
      <p:sp>
        <p:nvSpPr>
          <p:cNvPr id="28" name="Rectangle 27"/>
          <p:cNvSpPr/>
          <p:nvPr userDrawn="1"/>
        </p:nvSpPr>
        <p:spPr>
          <a:xfrm>
            <a:off x="0" y="0"/>
            <a:ext cx="9144000" cy="5136642"/>
          </a:xfrm>
          <a:prstGeom prst="rect">
            <a:avLst/>
          </a:prstGeom>
          <a:solidFill>
            <a:schemeClr val="bg1"/>
          </a:solidFill>
          <a:ln w="3175">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sv-SE"/>
          </a:p>
        </p:txBody>
      </p:sp>
      <p:sp>
        <p:nvSpPr>
          <p:cNvPr id="2" name="Title 1"/>
          <p:cNvSpPr>
            <a:spLocks noGrp="1"/>
          </p:cNvSpPr>
          <p:nvPr>
            <p:ph type="title" hasCustomPrompt="1"/>
          </p:nvPr>
        </p:nvSpPr>
        <p:spPr>
          <a:xfrm>
            <a:off x="544513" y="260423"/>
            <a:ext cx="5627080" cy="1488629"/>
          </a:xfrm>
        </p:spPr>
        <p:txBody>
          <a:bodyPr anchor="b" anchorCtr="0"/>
          <a:lstStyle>
            <a:lvl1pPr>
              <a:lnSpc>
                <a:spcPts val="4800"/>
              </a:lnSpc>
              <a:defRPr sz="6000" b="0" cap="all" spc="0" baseline="0">
                <a:latin typeface="Volvo Broad Pro Digital" panose="020B0606030202080204" pitchFamily="34" charset="0"/>
                <a:cs typeface="VolvoBroad" panose="020B0806020102060101" pitchFamily="34" charset="0"/>
              </a:defRPr>
            </a:lvl1pPr>
          </a:lstStyle>
          <a:p>
            <a:r>
              <a:rPr lang="en-US"/>
              <a:t>Click to add title</a:t>
            </a:r>
            <a:br>
              <a:rPr lang="en-US"/>
            </a:br>
            <a:r>
              <a:rPr lang="en-US"/>
              <a:t>max two lines</a:t>
            </a:r>
            <a:endParaRPr lang="sv-SE"/>
          </a:p>
        </p:txBody>
      </p:sp>
      <p:sp>
        <p:nvSpPr>
          <p:cNvPr id="8" name="Picture Placeholder 7"/>
          <p:cNvSpPr>
            <a:spLocks noGrp="1"/>
          </p:cNvSpPr>
          <p:nvPr>
            <p:ph type="pic" sz="quarter" idx="11" hasCustomPrompt="1"/>
          </p:nvPr>
        </p:nvSpPr>
        <p:spPr>
          <a:xfrm>
            <a:off x="125415" y="2150268"/>
            <a:ext cx="8893174" cy="2880010"/>
          </a:xfrm>
        </p:spPr>
        <p:txBody>
          <a:bodyPr anchor="ctr" anchorCtr="0">
            <a:normAutofit/>
          </a:bodyPr>
          <a:lstStyle>
            <a:lvl1pPr marL="0" indent="0" algn="ctr">
              <a:buNone/>
              <a:defRPr sz="1100"/>
            </a:lvl1pPr>
          </a:lstStyle>
          <a:p>
            <a:r>
              <a:rPr lang="sv-SE"/>
              <a:t>Click icon to insert Picture</a:t>
            </a:r>
          </a:p>
        </p:txBody>
      </p: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192480" y="427839"/>
            <a:ext cx="1319784" cy="1319784"/>
          </a:xfrm>
          <a:prstGeom prst="rect">
            <a:avLst/>
          </a:prstGeom>
        </p:spPr>
      </p:pic>
      <p:sp>
        <p:nvSpPr>
          <p:cNvPr id="5" name="Text Placeholder 4"/>
          <p:cNvSpPr>
            <a:spLocks noGrp="1"/>
          </p:cNvSpPr>
          <p:nvPr>
            <p:ph type="body" sz="quarter" idx="10" hasCustomPrompt="1"/>
          </p:nvPr>
        </p:nvSpPr>
        <p:spPr>
          <a:xfrm>
            <a:off x="544513" y="1645577"/>
            <a:ext cx="5626800" cy="355997"/>
          </a:xfrm>
        </p:spPr>
        <p:txBody>
          <a:bodyPr>
            <a:noAutofit/>
          </a:bodyPr>
          <a:lstStyle>
            <a:lvl1pPr marL="0" indent="0">
              <a:lnSpc>
                <a:spcPts val="2200"/>
              </a:lnSpc>
              <a:buNone/>
              <a:defRPr sz="1800" spc="-30" baseline="0"/>
            </a:lvl1pPr>
          </a:lstStyle>
          <a:p>
            <a:pPr lvl="0"/>
            <a:r>
              <a:rPr lang="en-US"/>
              <a:t>Click to add sub-heading – max one line</a:t>
            </a:r>
          </a:p>
        </p:txBody>
      </p:sp>
      <p:grpSp>
        <p:nvGrpSpPr>
          <p:cNvPr id="27" name="Group 26"/>
          <p:cNvGrpSpPr/>
          <p:nvPr userDrawn="1"/>
        </p:nvGrpSpPr>
        <p:grpSpPr>
          <a:xfrm>
            <a:off x="9235297" y="13814"/>
            <a:ext cx="1271519" cy="4371069"/>
            <a:chOff x="9235289" y="13813"/>
            <a:chExt cx="1271519" cy="4371069"/>
          </a:xfrm>
        </p:grpSpPr>
        <p:sp>
          <p:nvSpPr>
            <p:cNvPr id="32" name="textruta 18"/>
            <p:cNvSpPr txBox="1"/>
            <p:nvPr userDrawn="1"/>
          </p:nvSpPr>
          <p:spPr>
            <a:xfrm>
              <a:off x="9235289" y="1302451"/>
              <a:ext cx="1271519" cy="1200329"/>
            </a:xfrm>
            <a:prstGeom prst="rect">
              <a:avLst/>
            </a:prstGeom>
            <a:noFill/>
          </p:spPr>
          <p:txBody>
            <a:bodyPr wrap="square" rtlCol="0">
              <a:spAutoFit/>
            </a:bodyPr>
            <a:lstStyle/>
            <a:p>
              <a:r>
                <a:rPr lang="en-US" sz="800">
                  <a:solidFill>
                    <a:schemeClr val="bg2"/>
                  </a:solidFill>
                </a:rPr>
                <a:t>Only use these approved Volvo colors. Use the colors in 100% only – never in tints. For more information and</a:t>
              </a:r>
              <a:r>
                <a:rPr lang="en-US" sz="800" baseline="0">
                  <a:solidFill>
                    <a:schemeClr val="bg2"/>
                  </a:solidFill>
                </a:rPr>
                <a:t> </a:t>
              </a:r>
              <a:r>
                <a:rPr lang="en-US" sz="800">
                  <a:solidFill>
                    <a:schemeClr val="bg2"/>
                  </a:solidFill>
                </a:rPr>
                <a:t>RGB color codes please select the Volvo Layout “Volvo Brand Colors”.</a:t>
              </a:r>
              <a:endParaRPr lang="en-US" sz="800" dirty="0">
                <a:solidFill>
                  <a:schemeClr val="bg2"/>
                </a:solidFill>
                <a:latin typeface="Arial" panose="020B0604020202020204" pitchFamily="34" charset="0"/>
                <a:cs typeface="Arial" panose="020B0604020202020204" pitchFamily="34" charset="0"/>
              </a:endParaRPr>
            </a:p>
          </p:txBody>
        </p:sp>
        <p:sp>
          <p:nvSpPr>
            <p:cNvPr id="33" name="textruta 17"/>
            <p:cNvSpPr txBox="1"/>
            <p:nvPr userDrawn="1"/>
          </p:nvSpPr>
          <p:spPr>
            <a:xfrm>
              <a:off x="9235289" y="13813"/>
              <a:ext cx="1193003" cy="215444"/>
            </a:xfrm>
            <a:prstGeom prst="rect">
              <a:avLst/>
            </a:prstGeom>
            <a:noFill/>
          </p:spPr>
          <p:txBody>
            <a:bodyPr wrap="square" rtlCol="0">
              <a:spAutoFit/>
            </a:bodyPr>
            <a:lstStyle/>
            <a:p>
              <a:r>
                <a:rPr lang="en-US" sz="800" b="1" dirty="0">
                  <a:solidFill>
                    <a:schemeClr val="bg2"/>
                  </a:solidFill>
                  <a:latin typeface="Arial" panose="020B0604020202020204" pitchFamily="34" charset="0"/>
                  <a:cs typeface="Arial" panose="020B0604020202020204" pitchFamily="34" charset="0"/>
                </a:rPr>
                <a:t>Volvo </a:t>
              </a:r>
              <a:r>
                <a:rPr lang="en-US" sz="800" b="1">
                  <a:solidFill>
                    <a:schemeClr val="bg2"/>
                  </a:solidFill>
                  <a:latin typeface="Arial" panose="020B0604020202020204" pitchFamily="34" charset="0"/>
                  <a:cs typeface="Arial" panose="020B0604020202020204" pitchFamily="34" charset="0"/>
                </a:rPr>
                <a:t>Profile colors</a:t>
              </a:r>
              <a:endParaRPr lang="en-US" sz="800" b="1" dirty="0">
                <a:solidFill>
                  <a:schemeClr val="bg2"/>
                </a:solidFill>
                <a:latin typeface="Arial" panose="020B0604020202020204" pitchFamily="34" charset="0"/>
                <a:cs typeface="Arial" panose="020B0604020202020204" pitchFamily="34" charset="0"/>
              </a:endParaRPr>
            </a:p>
          </p:txBody>
        </p:sp>
        <p:sp>
          <p:nvSpPr>
            <p:cNvPr id="34" name="Ellips 5"/>
            <p:cNvSpPr/>
            <p:nvPr userDrawn="1"/>
          </p:nvSpPr>
          <p:spPr>
            <a:xfrm>
              <a:off x="9330867" y="277354"/>
              <a:ext cx="148037" cy="148037"/>
            </a:xfrm>
            <a:prstGeom prst="ellipse">
              <a:avLst/>
            </a:prstGeom>
            <a:solidFill>
              <a:schemeClr val="bg2"/>
            </a:solidFill>
            <a:ln w="3175">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p>
          </p:txBody>
        </p:sp>
        <p:sp>
          <p:nvSpPr>
            <p:cNvPr id="35" name="Ellips 7"/>
            <p:cNvSpPr/>
            <p:nvPr userDrawn="1"/>
          </p:nvSpPr>
          <p:spPr>
            <a:xfrm>
              <a:off x="9533192" y="277354"/>
              <a:ext cx="148037" cy="148037"/>
            </a:xfrm>
            <a:prstGeom prst="ellipse">
              <a:avLst/>
            </a:prstGeom>
            <a:solidFill>
              <a:schemeClr val="accent2"/>
            </a:solidFill>
            <a:ln w="3175">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p>
          </p:txBody>
        </p:sp>
        <p:sp>
          <p:nvSpPr>
            <p:cNvPr id="36" name="Ellips 8"/>
            <p:cNvSpPr/>
            <p:nvPr userDrawn="1"/>
          </p:nvSpPr>
          <p:spPr>
            <a:xfrm>
              <a:off x="9730688" y="277354"/>
              <a:ext cx="148037" cy="148037"/>
            </a:xfrm>
            <a:prstGeom prst="ellipse">
              <a:avLst/>
            </a:prstGeom>
            <a:solidFill>
              <a:schemeClr val="tx2"/>
            </a:solidFill>
            <a:ln w="3175">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p>
          </p:txBody>
        </p:sp>
        <p:sp>
          <p:nvSpPr>
            <p:cNvPr id="37" name="Ellips 9"/>
            <p:cNvSpPr/>
            <p:nvPr userDrawn="1"/>
          </p:nvSpPr>
          <p:spPr>
            <a:xfrm>
              <a:off x="9330867" y="479748"/>
              <a:ext cx="148037" cy="148037"/>
            </a:xfrm>
            <a:prstGeom prst="ellipse">
              <a:avLst/>
            </a:prstGeom>
            <a:solidFill>
              <a:schemeClr val="accent3"/>
            </a:solidFill>
            <a:ln w="3175">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p>
          </p:txBody>
        </p:sp>
        <p:sp>
          <p:nvSpPr>
            <p:cNvPr id="38" name="Ellips 10"/>
            <p:cNvSpPr/>
            <p:nvPr userDrawn="1"/>
          </p:nvSpPr>
          <p:spPr>
            <a:xfrm>
              <a:off x="9533192" y="479748"/>
              <a:ext cx="148037" cy="148037"/>
            </a:xfrm>
            <a:prstGeom prst="ellipse">
              <a:avLst/>
            </a:prstGeom>
            <a:solidFill>
              <a:schemeClr val="accent6"/>
            </a:solidFill>
            <a:ln w="3175">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p>
          </p:txBody>
        </p:sp>
        <p:sp>
          <p:nvSpPr>
            <p:cNvPr id="39" name="Ellips 11"/>
            <p:cNvSpPr/>
            <p:nvPr userDrawn="1"/>
          </p:nvSpPr>
          <p:spPr>
            <a:xfrm>
              <a:off x="9730688" y="479748"/>
              <a:ext cx="148037" cy="148037"/>
            </a:xfrm>
            <a:prstGeom prst="ellipse">
              <a:avLst/>
            </a:prstGeom>
            <a:solidFill>
              <a:schemeClr val="accent5"/>
            </a:solidFill>
            <a:ln w="3175">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p>
          </p:txBody>
        </p:sp>
        <p:sp>
          <p:nvSpPr>
            <p:cNvPr id="40" name="Ellips 12"/>
            <p:cNvSpPr/>
            <p:nvPr userDrawn="1"/>
          </p:nvSpPr>
          <p:spPr>
            <a:xfrm>
              <a:off x="9928184" y="479748"/>
              <a:ext cx="148037" cy="148037"/>
            </a:xfrm>
            <a:prstGeom prst="ellipse">
              <a:avLst/>
            </a:prstGeom>
            <a:solidFill>
              <a:srgbClr val="704E36"/>
            </a:solidFill>
            <a:ln w="3175">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p>
          </p:txBody>
        </p:sp>
        <p:sp>
          <p:nvSpPr>
            <p:cNvPr id="41" name="Ellips 13"/>
            <p:cNvSpPr/>
            <p:nvPr userDrawn="1"/>
          </p:nvSpPr>
          <p:spPr>
            <a:xfrm>
              <a:off x="9330867" y="677244"/>
              <a:ext cx="148037" cy="148037"/>
            </a:xfrm>
            <a:prstGeom prst="ellipse">
              <a:avLst/>
            </a:prstGeom>
            <a:solidFill>
              <a:srgbClr val="C8E691"/>
            </a:solidFill>
            <a:ln w="3175">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p>
          </p:txBody>
        </p:sp>
        <p:sp>
          <p:nvSpPr>
            <p:cNvPr id="42" name="Ellips 14"/>
            <p:cNvSpPr/>
            <p:nvPr userDrawn="1"/>
          </p:nvSpPr>
          <p:spPr>
            <a:xfrm>
              <a:off x="9533192" y="677244"/>
              <a:ext cx="148037" cy="148037"/>
            </a:xfrm>
            <a:prstGeom prst="ellipse">
              <a:avLst/>
            </a:prstGeom>
            <a:solidFill>
              <a:srgbClr val="FCCC82"/>
            </a:solidFill>
            <a:ln w="3175">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p>
          </p:txBody>
        </p:sp>
        <p:sp>
          <p:nvSpPr>
            <p:cNvPr id="43" name="Ellips 15"/>
            <p:cNvSpPr/>
            <p:nvPr userDrawn="1"/>
          </p:nvSpPr>
          <p:spPr>
            <a:xfrm>
              <a:off x="9730688" y="677244"/>
              <a:ext cx="148037" cy="148037"/>
            </a:xfrm>
            <a:prstGeom prst="ellipse">
              <a:avLst/>
            </a:prstGeom>
            <a:solidFill>
              <a:schemeClr val="accent4"/>
            </a:solidFill>
            <a:ln w="3175">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p>
          </p:txBody>
        </p:sp>
        <p:sp>
          <p:nvSpPr>
            <p:cNvPr id="44" name="Ellips 16"/>
            <p:cNvSpPr/>
            <p:nvPr userDrawn="1"/>
          </p:nvSpPr>
          <p:spPr>
            <a:xfrm>
              <a:off x="9928184" y="677244"/>
              <a:ext cx="148037" cy="148037"/>
            </a:xfrm>
            <a:prstGeom prst="ellipse">
              <a:avLst/>
            </a:prstGeom>
            <a:solidFill>
              <a:schemeClr val="accent1"/>
            </a:solidFill>
            <a:ln w="3175">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p>
          </p:txBody>
        </p:sp>
        <p:sp>
          <p:nvSpPr>
            <p:cNvPr id="45" name="Ellips 19"/>
            <p:cNvSpPr/>
            <p:nvPr userDrawn="1"/>
          </p:nvSpPr>
          <p:spPr>
            <a:xfrm>
              <a:off x="9330867" y="1088720"/>
              <a:ext cx="148037" cy="148037"/>
            </a:xfrm>
            <a:prstGeom prst="ellipse">
              <a:avLst/>
            </a:prstGeom>
            <a:solidFill>
              <a:srgbClr val="DA4451"/>
            </a:solidFill>
            <a:ln w="3175">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p>
          </p:txBody>
        </p:sp>
        <p:sp>
          <p:nvSpPr>
            <p:cNvPr id="46" name="Ellips 20"/>
            <p:cNvSpPr/>
            <p:nvPr userDrawn="1"/>
          </p:nvSpPr>
          <p:spPr>
            <a:xfrm>
              <a:off x="9533192" y="1088720"/>
              <a:ext cx="148037" cy="148037"/>
            </a:xfrm>
            <a:prstGeom prst="ellipse">
              <a:avLst/>
            </a:prstGeom>
            <a:solidFill>
              <a:srgbClr val="763369"/>
            </a:solidFill>
            <a:ln w="3175">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p>
          </p:txBody>
        </p:sp>
        <p:sp>
          <p:nvSpPr>
            <p:cNvPr id="47" name="textruta 21"/>
            <p:cNvSpPr txBox="1"/>
            <p:nvPr userDrawn="1"/>
          </p:nvSpPr>
          <p:spPr>
            <a:xfrm>
              <a:off x="9235289" y="874738"/>
              <a:ext cx="1193003" cy="215444"/>
            </a:xfrm>
            <a:prstGeom prst="rect">
              <a:avLst/>
            </a:prstGeom>
            <a:noFill/>
          </p:spPr>
          <p:txBody>
            <a:bodyPr wrap="square" rtlCol="0">
              <a:spAutoFit/>
            </a:bodyPr>
            <a:lstStyle/>
            <a:p>
              <a:r>
                <a:rPr lang="en-US" sz="800" b="1" dirty="0">
                  <a:solidFill>
                    <a:schemeClr val="bg2"/>
                  </a:solidFill>
                  <a:latin typeface="Arial" panose="020B0604020202020204" pitchFamily="34" charset="0"/>
                  <a:cs typeface="Arial" panose="020B0604020202020204" pitchFamily="34" charset="0"/>
                </a:rPr>
                <a:t>Volvo </a:t>
              </a:r>
              <a:r>
                <a:rPr lang="en-US" sz="800" b="1">
                  <a:solidFill>
                    <a:schemeClr val="bg2"/>
                  </a:solidFill>
                  <a:latin typeface="Arial" panose="020B0604020202020204" pitchFamily="34" charset="0"/>
                  <a:cs typeface="Arial" panose="020B0604020202020204" pitchFamily="34" charset="0"/>
                </a:rPr>
                <a:t>Accent colors</a:t>
              </a:r>
              <a:endParaRPr lang="en-US" sz="800" b="1" dirty="0">
                <a:solidFill>
                  <a:schemeClr val="bg2"/>
                </a:solidFill>
                <a:latin typeface="Arial" panose="020B0604020202020204" pitchFamily="34" charset="0"/>
                <a:cs typeface="Arial" panose="020B0604020202020204" pitchFamily="34" charset="0"/>
              </a:endParaRPr>
            </a:p>
          </p:txBody>
        </p:sp>
        <p:sp>
          <p:nvSpPr>
            <p:cNvPr id="48" name="textruta 17"/>
            <p:cNvSpPr txBox="1"/>
            <p:nvPr userDrawn="1"/>
          </p:nvSpPr>
          <p:spPr>
            <a:xfrm>
              <a:off x="9235289" y="2965778"/>
              <a:ext cx="1200480" cy="338554"/>
            </a:xfrm>
            <a:prstGeom prst="rect">
              <a:avLst/>
            </a:prstGeom>
            <a:noFill/>
          </p:spPr>
          <p:txBody>
            <a:bodyPr wrap="square" rtlCol="0">
              <a:spAutoFit/>
            </a:bodyPr>
            <a:lstStyle/>
            <a:p>
              <a:pPr algn="l"/>
              <a:r>
                <a:rPr lang="en-US" sz="800">
                  <a:solidFill>
                    <a:schemeClr val="bg2"/>
                  </a:solidFill>
                  <a:latin typeface="Arial" panose="020B0604020202020204" pitchFamily="34" charset="0"/>
                  <a:cs typeface="Arial" panose="020B0604020202020204" pitchFamily="34" charset="0"/>
                </a:rPr>
                <a:t>Picture is optional in </a:t>
              </a:r>
              <a:br>
                <a:rPr lang="en-US" sz="800">
                  <a:solidFill>
                    <a:schemeClr val="bg2"/>
                  </a:solidFill>
                  <a:latin typeface="Arial" panose="020B0604020202020204" pitchFamily="34" charset="0"/>
                  <a:cs typeface="Arial" panose="020B0604020202020204" pitchFamily="34" charset="0"/>
                </a:rPr>
              </a:br>
              <a:r>
                <a:rPr lang="en-US" sz="800">
                  <a:solidFill>
                    <a:schemeClr val="bg2"/>
                  </a:solidFill>
                  <a:latin typeface="Arial" panose="020B0604020202020204" pitchFamily="34" charset="0"/>
                  <a:cs typeface="Arial" panose="020B0604020202020204" pitchFamily="34" charset="0"/>
                </a:rPr>
                <a:t>internal presentations.</a:t>
              </a:r>
            </a:p>
          </p:txBody>
        </p:sp>
        <p:sp>
          <p:nvSpPr>
            <p:cNvPr id="49" name="Rectangle 48"/>
            <p:cNvSpPr/>
            <p:nvPr userDrawn="1"/>
          </p:nvSpPr>
          <p:spPr>
            <a:xfrm>
              <a:off x="9235289" y="3406582"/>
              <a:ext cx="1145932" cy="215444"/>
            </a:xfrm>
            <a:prstGeom prst="rect">
              <a:avLst/>
            </a:prstGeom>
          </p:spPr>
          <p:txBody>
            <a:bodyPr wrap="square">
              <a:spAutoFit/>
            </a:bodyPr>
            <a:lstStyle/>
            <a:p>
              <a:pPr algn="l"/>
              <a:r>
                <a:rPr lang="en-US" sz="800" b="1">
                  <a:solidFill>
                    <a:schemeClr val="bg2"/>
                  </a:solidFill>
                  <a:latin typeface="Arial" panose="020B0604020202020204" pitchFamily="34" charset="0"/>
                  <a:cs typeface="Arial" panose="020B0604020202020204" pitchFamily="34" charset="0"/>
                </a:rPr>
                <a:t>Compress Pictures</a:t>
              </a:r>
              <a:endParaRPr lang="en-US" sz="800" b="1" dirty="0">
                <a:solidFill>
                  <a:schemeClr val="bg2"/>
                </a:solidFill>
                <a:latin typeface="Arial" panose="020B0604020202020204" pitchFamily="34" charset="0"/>
                <a:cs typeface="Arial" panose="020B0604020202020204" pitchFamily="34" charset="0"/>
              </a:endParaRPr>
            </a:p>
          </p:txBody>
        </p:sp>
        <p:sp>
          <p:nvSpPr>
            <p:cNvPr id="50" name="Rectangle 49"/>
            <p:cNvSpPr/>
            <p:nvPr userDrawn="1"/>
          </p:nvSpPr>
          <p:spPr>
            <a:xfrm>
              <a:off x="9235289" y="3553885"/>
              <a:ext cx="1145931" cy="830997"/>
            </a:xfrm>
            <a:prstGeom prst="rect">
              <a:avLst/>
            </a:prstGeom>
          </p:spPr>
          <p:txBody>
            <a:bodyPr wrap="square">
              <a:spAutoFit/>
            </a:bodyPr>
            <a:lstStyle/>
            <a:p>
              <a:pPr algn="l"/>
              <a:r>
                <a:rPr lang="sv-SE" sz="800">
                  <a:solidFill>
                    <a:schemeClr val="bg2"/>
                  </a:solidFill>
                </a:rPr>
                <a:t>Select the picture </a:t>
              </a:r>
              <a:br>
                <a:rPr lang="sv-SE" sz="800">
                  <a:solidFill>
                    <a:schemeClr val="bg2"/>
                  </a:solidFill>
                </a:rPr>
              </a:br>
              <a:r>
                <a:rPr lang="sv-SE" sz="800">
                  <a:solidFill>
                    <a:schemeClr val="bg2"/>
                  </a:solidFill>
                </a:rPr>
                <a:t>and dubble click.</a:t>
              </a:r>
            </a:p>
            <a:p>
              <a:pPr algn="l"/>
              <a:r>
                <a:rPr lang="sv-SE" sz="800">
                  <a:solidFill>
                    <a:schemeClr val="bg2"/>
                  </a:solidFill>
                </a:rPr>
                <a:t>On the Format</a:t>
              </a:r>
              <a:r>
                <a:rPr lang="sv-SE" sz="800" baseline="0">
                  <a:solidFill>
                    <a:schemeClr val="bg2"/>
                  </a:solidFill>
                </a:rPr>
                <a:t> </a:t>
              </a:r>
              <a:r>
                <a:rPr lang="sv-SE" sz="800">
                  <a:solidFill>
                    <a:schemeClr val="bg2"/>
                  </a:solidFill>
                </a:rPr>
                <a:t>tab, </a:t>
              </a:r>
              <a:br>
                <a:rPr lang="sv-SE" sz="800">
                  <a:solidFill>
                    <a:schemeClr val="bg2"/>
                  </a:solidFill>
                </a:rPr>
              </a:br>
              <a:r>
                <a:rPr lang="sv-SE" sz="800">
                  <a:solidFill>
                    <a:schemeClr val="bg2"/>
                  </a:solidFill>
                </a:rPr>
                <a:t>in the Adjust group,</a:t>
              </a:r>
              <a:r>
                <a:rPr lang="sv-SE" sz="800" baseline="0">
                  <a:solidFill>
                    <a:schemeClr val="bg2"/>
                  </a:solidFill>
                </a:rPr>
                <a:t> </a:t>
              </a:r>
              <a:r>
                <a:rPr lang="en-US" sz="800">
                  <a:solidFill>
                    <a:schemeClr val="bg2"/>
                  </a:solidFill>
                </a:rPr>
                <a:t>click the Compress Pictures</a:t>
              </a:r>
              <a:r>
                <a:rPr lang="en-US" sz="800" baseline="0">
                  <a:solidFill>
                    <a:schemeClr val="bg2"/>
                  </a:solidFill>
                </a:rPr>
                <a:t> </a:t>
              </a:r>
              <a:r>
                <a:rPr lang="en-US" sz="800">
                  <a:solidFill>
                    <a:schemeClr val="bg2"/>
                  </a:solidFill>
                </a:rPr>
                <a:t>button.</a:t>
              </a:r>
              <a:endParaRPr lang="sv-SE" sz="800">
                <a:solidFill>
                  <a:schemeClr val="bg2"/>
                </a:solidFill>
              </a:endParaRPr>
            </a:p>
          </p:txBody>
        </p:sp>
      </p:grpSp>
      <p:grpSp>
        <p:nvGrpSpPr>
          <p:cNvPr id="51" name="Group 50"/>
          <p:cNvGrpSpPr/>
          <p:nvPr userDrawn="1"/>
        </p:nvGrpSpPr>
        <p:grpSpPr>
          <a:xfrm>
            <a:off x="-1558455" y="13814"/>
            <a:ext cx="1482258" cy="4371069"/>
            <a:chOff x="-1558455" y="13813"/>
            <a:chExt cx="1482258" cy="4371069"/>
          </a:xfrm>
        </p:grpSpPr>
        <p:sp>
          <p:nvSpPr>
            <p:cNvPr id="52" name="Rectangle 51"/>
            <p:cNvSpPr/>
            <p:nvPr userDrawn="1"/>
          </p:nvSpPr>
          <p:spPr>
            <a:xfrm>
              <a:off x="-1380392" y="157056"/>
              <a:ext cx="1304194" cy="707886"/>
            </a:xfrm>
            <a:prstGeom prst="rect">
              <a:avLst/>
            </a:prstGeom>
          </p:spPr>
          <p:txBody>
            <a:bodyPr wrap="square">
              <a:spAutoFit/>
            </a:bodyPr>
            <a:lstStyle/>
            <a:p>
              <a:pPr algn="r"/>
              <a:r>
                <a:rPr lang="sv-SE" sz="800">
                  <a:solidFill>
                    <a:schemeClr val="bg2"/>
                  </a:solidFill>
                </a:rPr>
                <a:t>On the Home tab, in the Slides group,</a:t>
              </a:r>
              <a:r>
                <a:rPr lang="sv-SE" sz="800" baseline="0">
                  <a:solidFill>
                    <a:schemeClr val="bg2"/>
                  </a:solidFill>
                </a:rPr>
                <a:t> </a:t>
              </a:r>
              <a:r>
                <a:rPr lang="en-US" sz="800">
                  <a:solidFill>
                    <a:schemeClr val="bg2"/>
                  </a:solidFill>
                </a:rPr>
                <a:t>click the down arrow on the New Slide button </a:t>
              </a:r>
              <a:r>
                <a:rPr lang="sv-SE" sz="800">
                  <a:solidFill>
                    <a:schemeClr val="bg2"/>
                  </a:solidFill>
                </a:rPr>
                <a:t>and select </a:t>
              </a:r>
              <a:br>
                <a:rPr lang="sv-SE" sz="800">
                  <a:solidFill>
                    <a:schemeClr val="bg2"/>
                  </a:solidFill>
                </a:rPr>
              </a:br>
              <a:r>
                <a:rPr lang="sv-SE" sz="800">
                  <a:solidFill>
                    <a:schemeClr val="bg2"/>
                  </a:solidFill>
                </a:rPr>
                <a:t> Volvo branded layouts.</a:t>
              </a:r>
            </a:p>
          </p:txBody>
        </p:sp>
        <p:sp>
          <p:nvSpPr>
            <p:cNvPr id="53" name="textruta 17"/>
            <p:cNvSpPr txBox="1"/>
            <p:nvPr userDrawn="1"/>
          </p:nvSpPr>
          <p:spPr>
            <a:xfrm>
              <a:off x="-1380392" y="13813"/>
              <a:ext cx="1304194" cy="215444"/>
            </a:xfrm>
            <a:prstGeom prst="rect">
              <a:avLst/>
            </a:prstGeom>
            <a:noFill/>
          </p:spPr>
          <p:txBody>
            <a:bodyPr wrap="square" rtlCol="0">
              <a:spAutoFit/>
            </a:bodyPr>
            <a:lstStyle/>
            <a:p>
              <a:pPr algn="r"/>
              <a:r>
                <a:rPr lang="en-US" sz="800" b="1">
                  <a:solidFill>
                    <a:schemeClr val="bg2"/>
                  </a:solidFill>
                  <a:latin typeface="Arial" panose="020B0604020202020204" pitchFamily="34" charset="0"/>
                  <a:cs typeface="Arial" panose="020B0604020202020204" pitchFamily="34" charset="0"/>
                </a:rPr>
                <a:t>Use Volvo Layouts</a:t>
              </a:r>
              <a:endParaRPr lang="en-US" sz="800" b="1" dirty="0">
                <a:solidFill>
                  <a:schemeClr val="bg2"/>
                </a:solidFill>
                <a:latin typeface="Arial" panose="020B0604020202020204" pitchFamily="34" charset="0"/>
                <a:cs typeface="Arial" panose="020B0604020202020204" pitchFamily="34" charset="0"/>
              </a:endParaRPr>
            </a:p>
          </p:txBody>
        </p:sp>
        <p:sp>
          <p:nvSpPr>
            <p:cNvPr id="54" name="textruta 17"/>
            <p:cNvSpPr txBox="1"/>
            <p:nvPr userDrawn="1"/>
          </p:nvSpPr>
          <p:spPr>
            <a:xfrm>
              <a:off x="-1558455" y="884625"/>
              <a:ext cx="1482258" cy="2062103"/>
            </a:xfrm>
            <a:prstGeom prst="rect">
              <a:avLst/>
            </a:prstGeom>
            <a:noFill/>
          </p:spPr>
          <p:txBody>
            <a:bodyPr wrap="square" rtlCol="0">
              <a:spAutoFit/>
            </a:bodyPr>
            <a:lstStyle/>
            <a:p>
              <a:pPr algn="r"/>
              <a:r>
                <a:rPr lang="en-US" sz="800" kern="1200">
                  <a:solidFill>
                    <a:schemeClr val="bg2"/>
                  </a:solidFill>
                  <a:latin typeface="+mn-lt"/>
                  <a:ea typeface="+mn-ea"/>
                  <a:cs typeface="+mn-cs"/>
                </a:rPr>
                <a:t>Note that Volvo Broad Pro Digital TTF is embedded in this template. No other version of Volvo Broad (Volvo Broad Pro or Volvo Broad Outline) may be inserted or copied into the document as this will break the embedding and cause Volvo Broad to be replaced </a:t>
              </a:r>
              <a:br>
                <a:rPr lang="en-US" sz="800" kern="1200">
                  <a:solidFill>
                    <a:schemeClr val="bg2"/>
                  </a:solidFill>
                  <a:latin typeface="+mn-lt"/>
                  <a:ea typeface="+mn-ea"/>
                  <a:cs typeface="+mn-cs"/>
                </a:rPr>
              </a:br>
              <a:r>
                <a:rPr lang="en-US" sz="800" kern="1200">
                  <a:solidFill>
                    <a:schemeClr val="bg2"/>
                  </a:solidFill>
                  <a:latin typeface="+mn-lt"/>
                  <a:ea typeface="+mn-ea"/>
                  <a:cs typeface="+mn-cs"/>
                </a:rPr>
                <a:t>by a default font on other computers. The</a:t>
              </a:r>
              <a:r>
                <a:rPr lang="en-US" sz="800" kern="1200" baseline="0">
                  <a:solidFill>
                    <a:schemeClr val="bg2"/>
                  </a:solidFill>
                  <a:latin typeface="+mn-lt"/>
                  <a:ea typeface="+mn-ea"/>
                  <a:cs typeface="+mn-cs"/>
                </a:rPr>
                <a:t> </a:t>
              </a:r>
              <a:r>
                <a:rPr lang="en-US" sz="800" kern="1200">
                  <a:solidFill>
                    <a:schemeClr val="bg2"/>
                  </a:solidFill>
                  <a:latin typeface="+mn-lt"/>
                  <a:ea typeface="+mn-ea"/>
                  <a:cs typeface="+mn-cs"/>
                </a:rPr>
                <a:t>embedding of Volvo Broad Pro Digital does not work on Mac. You must save the final version of the PPT on a PC.</a:t>
              </a:r>
            </a:p>
          </p:txBody>
        </p:sp>
        <p:sp>
          <p:nvSpPr>
            <p:cNvPr id="55" name="Rectangle 54"/>
            <p:cNvSpPr/>
            <p:nvPr userDrawn="1"/>
          </p:nvSpPr>
          <p:spPr>
            <a:xfrm>
              <a:off x="-1222130" y="3269192"/>
              <a:ext cx="1145932" cy="1115690"/>
            </a:xfrm>
            <a:prstGeom prst="rect">
              <a:avLst/>
            </a:prstGeom>
          </p:spPr>
          <p:txBody>
            <a:bodyPr wrap="square">
              <a:spAutoFit/>
            </a:bodyPr>
            <a:lstStyle/>
            <a:p>
              <a:pPr algn="r">
                <a:spcBef>
                  <a:spcPts val="300"/>
                </a:spcBef>
              </a:pPr>
              <a:r>
                <a:rPr lang="en-US" sz="800">
                  <a:solidFill>
                    <a:schemeClr val="bg2"/>
                  </a:solidFill>
                  <a:effectLst/>
                </a:rPr>
                <a:t>Only insert pictures that are in line with the Volvo tonality </a:t>
              </a:r>
              <a:br>
                <a:rPr lang="en-US" sz="800">
                  <a:solidFill>
                    <a:schemeClr val="bg2"/>
                  </a:solidFill>
                  <a:effectLst/>
                </a:rPr>
              </a:br>
              <a:r>
                <a:rPr lang="en-US" sz="800">
                  <a:solidFill>
                    <a:schemeClr val="bg2"/>
                  </a:solidFill>
                  <a:effectLst/>
                </a:rPr>
                <a:t>for pictures. </a:t>
              </a:r>
            </a:p>
            <a:p>
              <a:pPr algn="r">
                <a:spcBef>
                  <a:spcPts val="300"/>
                </a:spcBef>
              </a:pPr>
              <a:r>
                <a:rPr lang="en-US" sz="800">
                  <a:solidFill>
                    <a:schemeClr val="bg2"/>
                  </a:solidFill>
                  <a:effectLst/>
                </a:rPr>
                <a:t>See Volvo Brand Communication Guideline for </a:t>
              </a:r>
              <a:br>
                <a:rPr lang="en-US" sz="800">
                  <a:solidFill>
                    <a:schemeClr val="bg2"/>
                  </a:solidFill>
                  <a:effectLst/>
                </a:rPr>
              </a:br>
              <a:r>
                <a:rPr lang="en-US" sz="800">
                  <a:solidFill>
                    <a:schemeClr val="bg2"/>
                  </a:solidFill>
                  <a:effectLst/>
                </a:rPr>
                <a:t>further information.</a:t>
              </a:r>
              <a:endParaRPr lang="sv-SE" sz="800">
                <a:solidFill>
                  <a:schemeClr val="bg2"/>
                </a:solidFill>
              </a:endParaRPr>
            </a:p>
          </p:txBody>
        </p:sp>
      </p:grpSp>
    </p:spTree>
    <p:extLst>
      <p:ext uri="{BB962C8B-B14F-4D97-AF65-F5344CB8AC3E}">
        <p14:creationId xmlns:p14="http://schemas.microsoft.com/office/powerpoint/2010/main" val="2416287487"/>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Full-bleed Picture Slide">
    <p:spTree>
      <p:nvGrpSpPr>
        <p:cNvPr id="1" name=""/>
        <p:cNvGrpSpPr/>
        <p:nvPr/>
      </p:nvGrpSpPr>
      <p:grpSpPr>
        <a:xfrm>
          <a:off x="0" y="0"/>
          <a:ext cx="0" cy="0"/>
          <a:chOff x="0" y="0"/>
          <a:chExt cx="0" cy="0"/>
        </a:xfrm>
      </p:grpSpPr>
      <p:pic>
        <p:nvPicPr>
          <p:cNvPr id="3" name="Bildobjekt 2">
            <a:extLst>
              <a:ext uri="{FF2B5EF4-FFF2-40B4-BE49-F238E27FC236}">
                <a16:creationId xmlns:a16="http://schemas.microsoft.com/office/drawing/2014/main" id="{11EAD51D-F74C-4747-87C2-7BFE727B5C8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4295" y="0"/>
            <a:ext cx="9144000" cy="5143500"/>
          </a:xfrm>
          <a:prstGeom prst="rect">
            <a:avLst/>
          </a:prstGeom>
          <a:solidFill>
            <a:schemeClr val="bg1"/>
          </a:solidFill>
        </p:spPr>
      </p:pic>
      <p:sp>
        <p:nvSpPr>
          <p:cNvPr id="4" name="Platshållare för text 2">
            <a:extLst>
              <a:ext uri="{FF2B5EF4-FFF2-40B4-BE49-F238E27FC236}">
                <a16:creationId xmlns:a16="http://schemas.microsoft.com/office/drawing/2014/main" id="{03477920-729B-D841-B9A8-4565DBE5D5B2}"/>
              </a:ext>
            </a:extLst>
          </p:cNvPr>
          <p:cNvSpPr>
            <a:spLocks noGrp="1"/>
          </p:cNvSpPr>
          <p:nvPr>
            <p:ph type="body" sz="quarter" idx="11" hasCustomPrompt="1"/>
          </p:nvPr>
        </p:nvSpPr>
        <p:spPr>
          <a:xfrm>
            <a:off x="798513" y="1853776"/>
            <a:ext cx="7543800" cy="814388"/>
          </a:xfrm>
        </p:spPr>
        <p:txBody>
          <a:bodyPr anchor="ctr">
            <a:normAutofit/>
          </a:bodyPr>
          <a:lstStyle>
            <a:lvl1pPr marL="0" indent="0" algn="ctr">
              <a:lnSpc>
                <a:spcPts val="5500"/>
              </a:lnSpc>
              <a:spcBef>
                <a:spcPts val="0"/>
              </a:spcBef>
              <a:buNone/>
              <a:defRPr sz="6000">
                <a:solidFill>
                  <a:schemeClr val="bg2"/>
                </a:solidFill>
                <a:latin typeface="Volvo Broad Pro Digital" panose="020B0606030202080204" pitchFamily="34" charset="0"/>
              </a:defRPr>
            </a:lvl1pPr>
          </a:lstStyle>
          <a:p>
            <a:r>
              <a:rPr lang="en-US" noProof="0" dirty="0"/>
              <a:t>Name surname</a:t>
            </a:r>
          </a:p>
        </p:txBody>
      </p:sp>
      <p:sp>
        <p:nvSpPr>
          <p:cNvPr id="5" name="Platshållare för text 3">
            <a:extLst>
              <a:ext uri="{FF2B5EF4-FFF2-40B4-BE49-F238E27FC236}">
                <a16:creationId xmlns:a16="http://schemas.microsoft.com/office/drawing/2014/main" id="{7367FC1B-81AD-824D-B26B-13B46142D489}"/>
              </a:ext>
            </a:extLst>
          </p:cNvPr>
          <p:cNvSpPr>
            <a:spLocks noGrp="1"/>
          </p:cNvSpPr>
          <p:nvPr>
            <p:ph type="body" sz="quarter" idx="12" hasCustomPrompt="1"/>
          </p:nvPr>
        </p:nvSpPr>
        <p:spPr>
          <a:xfrm>
            <a:off x="1258888" y="2668166"/>
            <a:ext cx="6623050" cy="384175"/>
          </a:xfrm>
        </p:spPr>
        <p:txBody>
          <a:bodyPr>
            <a:noAutofit/>
          </a:bodyPr>
          <a:lstStyle>
            <a:lvl1pPr marL="0" indent="0" algn="ctr">
              <a:buNone/>
              <a:defRPr sz="2400">
                <a:solidFill>
                  <a:schemeClr val="bg2"/>
                </a:solidFill>
              </a:defRPr>
            </a:lvl1pPr>
            <a:lvl2pPr marL="201612" indent="0" algn="ctr">
              <a:buNone/>
              <a:defRPr sz="2400">
                <a:solidFill>
                  <a:schemeClr val="bg1"/>
                </a:solidFill>
              </a:defRPr>
            </a:lvl2pPr>
            <a:lvl3pPr marL="474662" indent="0" algn="ctr">
              <a:buNone/>
              <a:defRPr sz="2400">
                <a:solidFill>
                  <a:schemeClr val="bg1"/>
                </a:solidFill>
              </a:defRPr>
            </a:lvl3pPr>
            <a:lvl4pPr marL="747712" indent="0" algn="ctr">
              <a:buNone/>
              <a:defRPr sz="2400">
                <a:solidFill>
                  <a:schemeClr val="bg1"/>
                </a:solidFill>
              </a:defRPr>
            </a:lvl4pPr>
            <a:lvl5pPr marL="966787" indent="0" algn="ctr">
              <a:buNone/>
              <a:defRPr sz="2400">
                <a:solidFill>
                  <a:schemeClr val="bg1"/>
                </a:solidFill>
              </a:defRPr>
            </a:lvl5pPr>
          </a:lstStyle>
          <a:p>
            <a:pPr lvl="0"/>
            <a:r>
              <a:rPr lang="sv-SE" dirty="0" err="1"/>
              <a:t>Title</a:t>
            </a:r>
            <a:endParaRPr lang="sv-SE" dirty="0"/>
          </a:p>
        </p:txBody>
      </p:sp>
    </p:spTree>
    <p:extLst>
      <p:ext uri="{BB962C8B-B14F-4D97-AF65-F5344CB8AC3E}">
        <p14:creationId xmlns:p14="http://schemas.microsoft.com/office/powerpoint/2010/main" val="13202552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Full-bleed Picture Slide">
    <p:spTree>
      <p:nvGrpSpPr>
        <p:cNvPr id="1" name=""/>
        <p:cNvGrpSpPr/>
        <p:nvPr/>
      </p:nvGrpSpPr>
      <p:grpSpPr>
        <a:xfrm>
          <a:off x="0" y="0"/>
          <a:ext cx="0" cy="0"/>
          <a:chOff x="0" y="0"/>
          <a:chExt cx="0" cy="0"/>
        </a:xfrm>
      </p:grpSpPr>
      <p:pic>
        <p:nvPicPr>
          <p:cNvPr id="3" name="Bildobjekt 2">
            <a:extLst>
              <a:ext uri="{FF2B5EF4-FFF2-40B4-BE49-F238E27FC236}">
                <a16:creationId xmlns:a16="http://schemas.microsoft.com/office/drawing/2014/main" id="{11EAD51D-F74C-4747-87C2-7BFE727B5C8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4295" y="0"/>
            <a:ext cx="9144000" cy="5143500"/>
          </a:xfrm>
          <a:prstGeom prst="rect">
            <a:avLst/>
          </a:prstGeom>
          <a:solidFill>
            <a:schemeClr val="bg1"/>
          </a:solidFill>
        </p:spPr>
      </p:pic>
      <p:sp>
        <p:nvSpPr>
          <p:cNvPr id="6" name="Platshållare för text 2">
            <a:extLst>
              <a:ext uri="{FF2B5EF4-FFF2-40B4-BE49-F238E27FC236}">
                <a16:creationId xmlns:a16="http://schemas.microsoft.com/office/drawing/2014/main" id="{F109C95D-0667-E644-A319-BFDBF54A22B9}"/>
              </a:ext>
            </a:extLst>
          </p:cNvPr>
          <p:cNvSpPr>
            <a:spLocks noGrp="1"/>
          </p:cNvSpPr>
          <p:nvPr>
            <p:ph type="body" sz="quarter" idx="11" hasCustomPrompt="1"/>
          </p:nvPr>
        </p:nvSpPr>
        <p:spPr>
          <a:xfrm>
            <a:off x="800100" y="1151544"/>
            <a:ext cx="7543800" cy="964408"/>
          </a:xfrm>
        </p:spPr>
        <p:txBody>
          <a:bodyPr anchor="ctr">
            <a:normAutofit/>
          </a:bodyPr>
          <a:lstStyle>
            <a:lvl1pPr marL="0" indent="0" algn="ctr">
              <a:lnSpc>
                <a:spcPts val="5500"/>
              </a:lnSpc>
              <a:spcBef>
                <a:spcPts val="0"/>
              </a:spcBef>
              <a:buNone/>
              <a:defRPr sz="6000">
                <a:solidFill>
                  <a:schemeClr val="bg2"/>
                </a:solidFill>
                <a:latin typeface="Volvo Broad Pro Digital" panose="020B0606030202080204" pitchFamily="34" charset="0"/>
              </a:defRPr>
            </a:lvl1pPr>
          </a:lstStyle>
          <a:p>
            <a:r>
              <a:rPr lang="en-US" noProof="0" dirty="0"/>
              <a:t>Name surname</a:t>
            </a:r>
          </a:p>
        </p:txBody>
      </p:sp>
      <p:sp>
        <p:nvSpPr>
          <p:cNvPr id="7" name="Platshållare för text 3">
            <a:extLst>
              <a:ext uri="{FF2B5EF4-FFF2-40B4-BE49-F238E27FC236}">
                <a16:creationId xmlns:a16="http://schemas.microsoft.com/office/drawing/2014/main" id="{122EDF72-D604-7748-BCBF-50B7C5731A62}"/>
              </a:ext>
            </a:extLst>
          </p:cNvPr>
          <p:cNvSpPr>
            <a:spLocks noGrp="1"/>
          </p:cNvSpPr>
          <p:nvPr>
            <p:ph type="body" sz="quarter" idx="12" hasCustomPrompt="1"/>
          </p:nvPr>
        </p:nvSpPr>
        <p:spPr>
          <a:xfrm>
            <a:off x="1260475" y="1997680"/>
            <a:ext cx="6623050" cy="558008"/>
          </a:xfrm>
        </p:spPr>
        <p:txBody>
          <a:bodyPr>
            <a:noAutofit/>
          </a:bodyPr>
          <a:lstStyle>
            <a:lvl1pPr marL="0" indent="0" algn="ctr">
              <a:buNone/>
              <a:defRPr sz="2400">
                <a:solidFill>
                  <a:schemeClr val="bg2"/>
                </a:solidFill>
              </a:defRPr>
            </a:lvl1pPr>
            <a:lvl2pPr marL="201612" indent="0" algn="ctr">
              <a:buNone/>
              <a:defRPr sz="2400">
                <a:solidFill>
                  <a:schemeClr val="bg1"/>
                </a:solidFill>
              </a:defRPr>
            </a:lvl2pPr>
            <a:lvl3pPr marL="474662" indent="0" algn="ctr">
              <a:buNone/>
              <a:defRPr sz="2400">
                <a:solidFill>
                  <a:schemeClr val="bg1"/>
                </a:solidFill>
              </a:defRPr>
            </a:lvl3pPr>
            <a:lvl4pPr marL="747712" indent="0" algn="ctr">
              <a:buNone/>
              <a:defRPr sz="2400">
                <a:solidFill>
                  <a:schemeClr val="bg1"/>
                </a:solidFill>
              </a:defRPr>
            </a:lvl4pPr>
            <a:lvl5pPr marL="966787" indent="0" algn="ctr">
              <a:buNone/>
              <a:defRPr sz="2400">
                <a:solidFill>
                  <a:schemeClr val="bg1"/>
                </a:solidFill>
              </a:defRPr>
            </a:lvl5pPr>
          </a:lstStyle>
          <a:p>
            <a:pPr lvl="0"/>
            <a:r>
              <a:rPr lang="sv-SE" dirty="0" err="1"/>
              <a:t>Title</a:t>
            </a:r>
            <a:endParaRPr lang="sv-SE" dirty="0"/>
          </a:p>
        </p:txBody>
      </p:sp>
      <p:sp>
        <p:nvSpPr>
          <p:cNvPr id="8" name="Platshållare för text 2">
            <a:extLst>
              <a:ext uri="{FF2B5EF4-FFF2-40B4-BE49-F238E27FC236}">
                <a16:creationId xmlns:a16="http://schemas.microsoft.com/office/drawing/2014/main" id="{424A9BA3-5880-DF4A-B998-1F8F5D774EC2}"/>
              </a:ext>
            </a:extLst>
          </p:cNvPr>
          <p:cNvSpPr>
            <a:spLocks noGrp="1"/>
          </p:cNvSpPr>
          <p:nvPr>
            <p:ph type="body" sz="quarter" idx="13" hasCustomPrompt="1"/>
          </p:nvPr>
        </p:nvSpPr>
        <p:spPr>
          <a:xfrm>
            <a:off x="800100" y="2666019"/>
            <a:ext cx="7543800" cy="964408"/>
          </a:xfrm>
        </p:spPr>
        <p:txBody>
          <a:bodyPr anchor="ctr">
            <a:normAutofit/>
          </a:bodyPr>
          <a:lstStyle>
            <a:lvl1pPr marL="0" indent="0" algn="ctr">
              <a:lnSpc>
                <a:spcPts val="5500"/>
              </a:lnSpc>
              <a:spcBef>
                <a:spcPts val="0"/>
              </a:spcBef>
              <a:buNone/>
              <a:defRPr sz="6000">
                <a:solidFill>
                  <a:schemeClr val="bg2"/>
                </a:solidFill>
                <a:latin typeface="Volvo Broad Pro Digital" panose="020B0606030202080204" pitchFamily="34" charset="0"/>
              </a:defRPr>
            </a:lvl1pPr>
          </a:lstStyle>
          <a:p>
            <a:r>
              <a:rPr lang="en-US" noProof="0" dirty="0"/>
              <a:t>Name surname</a:t>
            </a:r>
          </a:p>
        </p:txBody>
      </p:sp>
      <p:sp>
        <p:nvSpPr>
          <p:cNvPr id="9" name="Platshållare för text 3">
            <a:extLst>
              <a:ext uri="{FF2B5EF4-FFF2-40B4-BE49-F238E27FC236}">
                <a16:creationId xmlns:a16="http://schemas.microsoft.com/office/drawing/2014/main" id="{33CFC51F-61A7-6540-91FF-3ACB7315287F}"/>
              </a:ext>
            </a:extLst>
          </p:cNvPr>
          <p:cNvSpPr>
            <a:spLocks noGrp="1"/>
          </p:cNvSpPr>
          <p:nvPr>
            <p:ph type="body" sz="quarter" idx="14" hasCustomPrompt="1"/>
          </p:nvPr>
        </p:nvSpPr>
        <p:spPr>
          <a:xfrm>
            <a:off x="1260475" y="3508983"/>
            <a:ext cx="6623050" cy="384175"/>
          </a:xfrm>
        </p:spPr>
        <p:txBody>
          <a:bodyPr>
            <a:noAutofit/>
          </a:bodyPr>
          <a:lstStyle>
            <a:lvl1pPr marL="0" indent="0" algn="ctr">
              <a:buNone/>
              <a:defRPr sz="2400">
                <a:solidFill>
                  <a:schemeClr val="bg2"/>
                </a:solidFill>
              </a:defRPr>
            </a:lvl1pPr>
            <a:lvl2pPr marL="201612" indent="0" algn="ctr">
              <a:buNone/>
              <a:defRPr sz="2400">
                <a:solidFill>
                  <a:schemeClr val="bg1"/>
                </a:solidFill>
              </a:defRPr>
            </a:lvl2pPr>
            <a:lvl3pPr marL="474662" indent="0" algn="ctr">
              <a:buNone/>
              <a:defRPr sz="2400">
                <a:solidFill>
                  <a:schemeClr val="bg1"/>
                </a:solidFill>
              </a:defRPr>
            </a:lvl3pPr>
            <a:lvl4pPr marL="747712" indent="0" algn="ctr">
              <a:buNone/>
              <a:defRPr sz="2400">
                <a:solidFill>
                  <a:schemeClr val="bg1"/>
                </a:solidFill>
              </a:defRPr>
            </a:lvl4pPr>
            <a:lvl5pPr marL="966787" indent="0" algn="ctr">
              <a:buNone/>
              <a:defRPr sz="2400">
                <a:solidFill>
                  <a:schemeClr val="bg1"/>
                </a:solidFill>
              </a:defRPr>
            </a:lvl5pPr>
          </a:lstStyle>
          <a:p>
            <a:pPr lvl="0"/>
            <a:r>
              <a:rPr lang="sv-SE" dirty="0" err="1"/>
              <a:t>Title</a:t>
            </a:r>
            <a:endParaRPr lang="sv-SE" dirty="0"/>
          </a:p>
        </p:txBody>
      </p:sp>
    </p:spTree>
    <p:extLst>
      <p:ext uri="{BB962C8B-B14F-4D97-AF65-F5344CB8AC3E}">
        <p14:creationId xmlns:p14="http://schemas.microsoft.com/office/powerpoint/2010/main" val="4272553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Full-bleed Picture Slide">
    <p:spTree>
      <p:nvGrpSpPr>
        <p:cNvPr id="1" name=""/>
        <p:cNvGrpSpPr/>
        <p:nvPr/>
      </p:nvGrpSpPr>
      <p:grpSpPr>
        <a:xfrm>
          <a:off x="0" y="0"/>
          <a:ext cx="0" cy="0"/>
          <a:chOff x="0" y="0"/>
          <a:chExt cx="0" cy="0"/>
        </a:xfrm>
      </p:grpSpPr>
      <p:pic>
        <p:nvPicPr>
          <p:cNvPr id="3" name="Bildobjekt 2">
            <a:extLst>
              <a:ext uri="{FF2B5EF4-FFF2-40B4-BE49-F238E27FC236}">
                <a16:creationId xmlns:a16="http://schemas.microsoft.com/office/drawing/2014/main" id="{11EAD51D-F74C-4747-87C2-7BFE727B5C8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4295" y="0"/>
            <a:ext cx="9144000" cy="5143500"/>
          </a:xfrm>
          <a:prstGeom prst="rect">
            <a:avLst/>
          </a:prstGeom>
          <a:solidFill>
            <a:schemeClr val="bg1"/>
          </a:solidFill>
        </p:spPr>
      </p:pic>
      <p:sp>
        <p:nvSpPr>
          <p:cNvPr id="10" name="Platshållare för text 3">
            <a:extLst>
              <a:ext uri="{FF2B5EF4-FFF2-40B4-BE49-F238E27FC236}">
                <a16:creationId xmlns:a16="http://schemas.microsoft.com/office/drawing/2014/main" id="{FE0882A7-3EBF-594D-88C1-86441C08BC5B}"/>
              </a:ext>
            </a:extLst>
          </p:cNvPr>
          <p:cNvSpPr>
            <a:spLocks noGrp="1"/>
          </p:cNvSpPr>
          <p:nvPr>
            <p:ph type="body" sz="quarter" idx="10" hasCustomPrompt="1"/>
          </p:nvPr>
        </p:nvSpPr>
        <p:spPr>
          <a:xfrm>
            <a:off x="798993" y="1088233"/>
            <a:ext cx="7543800" cy="2967038"/>
          </a:xfrm>
        </p:spPr>
        <p:txBody>
          <a:bodyPr anchor="ctr">
            <a:normAutofit/>
          </a:bodyPr>
          <a:lstStyle>
            <a:lvl1pPr marL="0" indent="0" algn="ctr">
              <a:lnSpc>
                <a:spcPts val="5500"/>
              </a:lnSpc>
              <a:spcBef>
                <a:spcPts val="0"/>
              </a:spcBef>
              <a:buNone/>
              <a:defRPr lang="sv-SE" sz="6000" b="0" kern="1200" cap="all" spc="0" baseline="0" dirty="0" smtClean="0">
                <a:solidFill>
                  <a:schemeClr val="bg2"/>
                </a:solidFill>
                <a:latin typeface="Volvo Broad Pro Digital" panose="020B0606030202080204" pitchFamily="34" charset="0"/>
                <a:ea typeface="+mj-ea"/>
                <a:cs typeface="VolvoBroad" panose="020B0806020102060101" pitchFamily="34" charset="0"/>
              </a:defRPr>
            </a:lvl1pPr>
          </a:lstStyle>
          <a:p>
            <a:r>
              <a:rPr lang="en-US" noProof="0" dirty="0">
                <a:solidFill>
                  <a:schemeClr val="bg2"/>
                </a:solidFill>
              </a:rPr>
              <a:t>Chapter headline</a:t>
            </a:r>
            <a:endParaRPr lang="en-US" noProof="0" dirty="0"/>
          </a:p>
        </p:txBody>
      </p:sp>
    </p:spTree>
    <p:extLst>
      <p:ext uri="{BB962C8B-B14F-4D97-AF65-F5344CB8AC3E}">
        <p14:creationId xmlns:p14="http://schemas.microsoft.com/office/powerpoint/2010/main" val="24014333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ext with Content">
    <p:spTree>
      <p:nvGrpSpPr>
        <p:cNvPr id="1" name=""/>
        <p:cNvGrpSpPr/>
        <p:nvPr/>
      </p:nvGrpSpPr>
      <p:grpSpPr>
        <a:xfrm>
          <a:off x="0" y="0"/>
          <a:ext cx="0" cy="0"/>
          <a:chOff x="0" y="0"/>
          <a:chExt cx="0" cy="0"/>
        </a:xfrm>
      </p:grpSpPr>
      <p:sp>
        <p:nvSpPr>
          <p:cNvPr id="13" name="Text Placeholder 2">
            <a:extLst>
              <a:ext uri="{FF2B5EF4-FFF2-40B4-BE49-F238E27FC236}">
                <a16:creationId xmlns:a16="http://schemas.microsoft.com/office/drawing/2014/main" id="{D8EAB4BB-C882-B245-A7B1-CB559E0E1142}"/>
              </a:ext>
            </a:extLst>
          </p:cNvPr>
          <p:cNvSpPr>
            <a:spLocks noGrp="1"/>
          </p:cNvSpPr>
          <p:nvPr>
            <p:ph type="body" sz="quarter" idx="11" hasCustomPrompt="1"/>
          </p:nvPr>
        </p:nvSpPr>
        <p:spPr>
          <a:xfrm>
            <a:off x="124260" y="109541"/>
            <a:ext cx="8895495" cy="4208461"/>
          </a:xfrm>
          <a:solidFill>
            <a:schemeClr val="accent1"/>
          </a:solidFill>
          <a:ln>
            <a:noFill/>
          </a:ln>
        </p:spPr>
        <p:txBody>
          <a:bodyPr anchor="b" anchorCtr="0">
            <a:normAutofit/>
          </a:bodyPr>
          <a:lstStyle>
            <a:lvl1pPr marL="0" indent="0" algn="ctr">
              <a:lnSpc>
                <a:spcPts val="1300"/>
              </a:lnSpc>
              <a:spcBef>
                <a:spcPts val="100"/>
              </a:spcBef>
              <a:buNone/>
              <a:defRPr sz="1050" b="0" baseline="0"/>
            </a:lvl1pPr>
          </a:lstStyle>
          <a:p>
            <a:pPr lvl="0"/>
            <a:r>
              <a:rPr lang="en-US" dirty="0"/>
              <a:t> </a:t>
            </a:r>
          </a:p>
        </p:txBody>
      </p:sp>
      <p:sp>
        <p:nvSpPr>
          <p:cNvPr id="9" name="Title Placeholder 1"/>
          <p:cNvSpPr>
            <a:spLocks noGrp="1"/>
          </p:cNvSpPr>
          <p:nvPr>
            <p:ph type="title"/>
          </p:nvPr>
        </p:nvSpPr>
        <p:spPr>
          <a:xfrm>
            <a:off x="553912" y="278387"/>
            <a:ext cx="8229600" cy="728225"/>
          </a:xfrm>
          <a:prstGeom prst="rect">
            <a:avLst/>
          </a:prstGeom>
        </p:spPr>
        <p:txBody>
          <a:bodyPr vert="horz" lIns="91440" tIns="45720" rIns="91440" bIns="45720" rtlCol="0" anchor="t" anchorCtr="0">
            <a:noAutofit/>
          </a:bodyPr>
          <a:lstStyle/>
          <a:p>
            <a:r>
              <a:rPr lang="en-US" dirty="0"/>
              <a:t>Click to edit Master title style</a:t>
            </a:r>
            <a:endParaRPr lang="sv-SE" dirty="0"/>
          </a:p>
        </p:txBody>
      </p:sp>
    </p:spTree>
    <p:extLst>
      <p:ext uri="{BB962C8B-B14F-4D97-AF65-F5344CB8AC3E}">
        <p14:creationId xmlns:p14="http://schemas.microsoft.com/office/powerpoint/2010/main" val="5329535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ext with Content">
    <p:spTree>
      <p:nvGrpSpPr>
        <p:cNvPr id="1" name=""/>
        <p:cNvGrpSpPr/>
        <p:nvPr/>
      </p:nvGrpSpPr>
      <p:grpSpPr>
        <a:xfrm>
          <a:off x="0" y="0"/>
          <a:ext cx="0" cy="0"/>
          <a:chOff x="0" y="0"/>
          <a:chExt cx="0" cy="0"/>
        </a:xfrm>
      </p:grpSpPr>
      <p:sp>
        <p:nvSpPr>
          <p:cNvPr id="13" name="Text Placeholder 2">
            <a:extLst>
              <a:ext uri="{FF2B5EF4-FFF2-40B4-BE49-F238E27FC236}">
                <a16:creationId xmlns:a16="http://schemas.microsoft.com/office/drawing/2014/main" id="{D8EAB4BB-C882-B245-A7B1-CB559E0E1142}"/>
              </a:ext>
            </a:extLst>
          </p:cNvPr>
          <p:cNvSpPr>
            <a:spLocks noGrp="1"/>
          </p:cNvSpPr>
          <p:nvPr>
            <p:ph type="body" sz="quarter" idx="11" hasCustomPrompt="1"/>
          </p:nvPr>
        </p:nvSpPr>
        <p:spPr>
          <a:xfrm>
            <a:off x="124260" y="109541"/>
            <a:ext cx="8895495" cy="4208461"/>
          </a:xfrm>
          <a:solidFill>
            <a:schemeClr val="accent1"/>
          </a:solidFill>
          <a:ln>
            <a:noFill/>
          </a:ln>
        </p:spPr>
        <p:txBody>
          <a:bodyPr anchor="b" anchorCtr="0">
            <a:normAutofit/>
          </a:bodyPr>
          <a:lstStyle>
            <a:lvl1pPr marL="0" indent="0" algn="ctr">
              <a:lnSpc>
                <a:spcPts val="1300"/>
              </a:lnSpc>
              <a:spcBef>
                <a:spcPts val="100"/>
              </a:spcBef>
              <a:buNone/>
              <a:defRPr sz="1050" b="0" baseline="0"/>
            </a:lvl1pPr>
          </a:lstStyle>
          <a:p>
            <a:pPr lvl="0"/>
            <a:r>
              <a:rPr lang="en-US" dirty="0"/>
              <a:t> </a:t>
            </a:r>
          </a:p>
        </p:txBody>
      </p:sp>
      <p:sp>
        <p:nvSpPr>
          <p:cNvPr id="9" name="Title Placeholder 1"/>
          <p:cNvSpPr>
            <a:spLocks noGrp="1"/>
          </p:cNvSpPr>
          <p:nvPr>
            <p:ph type="title"/>
          </p:nvPr>
        </p:nvSpPr>
        <p:spPr>
          <a:xfrm>
            <a:off x="553912" y="278384"/>
            <a:ext cx="8229600" cy="547119"/>
          </a:xfrm>
          <a:prstGeom prst="rect">
            <a:avLst/>
          </a:prstGeom>
        </p:spPr>
        <p:txBody>
          <a:bodyPr vert="horz" lIns="91440" tIns="45720" rIns="91440" bIns="45720" rtlCol="0" anchor="t" anchorCtr="0">
            <a:noAutofit/>
          </a:bodyPr>
          <a:lstStyle/>
          <a:p>
            <a:r>
              <a:rPr lang="en-US" dirty="0"/>
              <a:t>Click to edit Master title style</a:t>
            </a:r>
            <a:endParaRPr lang="sv-SE" dirty="0"/>
          </a:p>
        </p:txBody>
      </p:sp>
      <p:sp>
        <p:nvSpPr>
          <p:cNvPr id="10" name="Text Placeholder 4"/>
          <p:cNvSpPr>
            <a:spLocks noGrp="1"/>
          </p:cNvSpPr>
          <p:nvPr>
            <p:ph type="body" sz="quarter" idx="13" hasCustomPrompt="1"/>
          </p:nvPr>
        </p:nvSpPr>
        <p:spPr>
          <a:xfrm>
            <a:off x="553912" y="664889"/>
            <a:ext cx="8229600" cy="355997"/>
          </a:xfrm>
        </p:spPr>
        <p:txBody>
          <a:bodyPr>
            <a:noAutofit/>
          </a:bodyPr>
          <a:lstStyle>
            <a:lvl1pPr marL="0" indent="0">
              <a:lnSpc>
                <a:spcPts val="2200"/>
              </a:lnSpc>
              <a:buNone/>
              <a:defRPr sz="1800" spc="-30" baseline="0"/>
            </a:lvl1pPr>
          </a:lstStyle>
          <a:p>
            <a:pPr lvl="0"/>
            <a:r>
              <a:rPr lang="en-US" dirty="0"/>
              <a:t>Click to add sub-heading – max one line</a:t>
            </a:r>
          </a:p>
        </p:txBody>
      </p:sp>
    </p:spTree>
    <p:extLst>
      <p:ext uri="{BB962C8B-B14F-4D97-AF65-F5344CB8AC3E}">
        <p14:creationId xmlns:p14="http://schemas.microsoft.com/office/powerpoint/2010/main" val="17649194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lumn Text Slide">
    <p:spTree>
      <p:nvGrpSpPr>
        <p:cNvPr id="1" name=""/>
        <p:cNvGrpSpPr/>
        <p:nvPr/>
      </p:nvGrpSpPr>
      <p:grpSpPr>
        <a:xfrm>
          <a:off x="0" y="0"/>
          <a:ext cx="0" cy="0"/>
          <a:chOff x="0" y="0"/>
          <a:chExt cx="0" cy="0"/>
        </a:xfrm>
      </p:grpSpPr>
      <p:sp>
        <p:nvSpPr>
          <p:cNvPr id="13" name="Text Placeholder 2">
            <a:extLst>
              <a:ext uri="{FF2B5EF4-FFF2-40B4-BE49-F238E27FC236}">
                <a16:creationId xmlns:a16="http://schemas.microsoft.com/office/drawing/2014/main" id="{5904F289-8888-6B4E-B2F1-C76E60358527}"/>
              </a:ext>
            </a:extLst>
          </p:cNvPr>
          <p:cNvSpPr>
            <a:spLocks noGrp="1"/>
          </p:cNvSpPr>
          <p:nvPr>
            <p:ph type="body" sz="quarter" idx="14" hasCustomPrompt="1"/>
          </p:nvPr>
        </p:nvSpPr>
        <p:spPr>
          <a:xfrm>
            <a:off x="124260" y="109541"/>
            <a:ext cx="8895495" cy="4208461"/>
          </a:xfrm>
          <a:solidFill>
            <a:schemeClr val="accent1"/>
          </a:solidFill>
          <a:ln>
            <a:noFill/>
          </a:ln>
        </p:spPr>
        <p:txBody>
          <a:bodyPr anchor="b" anchorCtr="0">
            <a:normAutofit/>
          </a:bodyPr>
          <a:lstStyle>
            <a:lvl1pPr marL="0" indent="0" algn="ctr">
              <a:lnSpc>
                <a:spcPts val="1300"/>
              </a:lnSpc>
              <a:spcBef>
                <a:spcPts val="100"/>
              </a:spcBef>
              <a:buNone/>
              <a:defRPr sz="1050" b="0" baseline="0"/>
            </a:lvl1pPr>
          </a:lstStyle>
          <a:p>
            <a:pPr lvl="0"/>
            <a:r>
              <a:rPr lang="en-US" dirty="0"/>
              <a:t> </a:t>
            </a:r>
          </a:p>
        </p:txBody>
      </p:sp>
      <p:sp>
        <p:nvSpPr>
          <p:cNvPr id="9" name="Text Placeholder 10"/>
          <p:cNvSpPr>
            <a:spLocks noGrp="1"/>
          </p:cNvSpPr>
          <p:nvPr>
            <p:ph type="body" sz="quarter" idx="11"/>
          </p:nvPr>
        </p:nvSpPr>
        <p:spPr>
          <a:xfrm>
            <a:off x="554400" y="1353602"/>
            <a:ext cx="3895200" cy="2830029"/>
          </a:xfrm>
        </p:spPr>
        <p:txBody>
          <a:bodyPr>
            <a:normAutofit/>
          </a:bodyPr>
          <a:lstStyle>
            <a:lvl1pPr>
              <a:defRPr sz="1600"/>
            </a:lvl1pPr>
            <a:lvl2pPr>
              <a:defRPr sz="1400"/>
            </a:lvl2pPr>
            <a:lvl3pPr>
              <a:defRPr sz="1200"/>
            </a:lvl3pPr>
            <a:lvl4pPr>
              <a:defRPr sz="1100"/>
            </a:lvl4pPr>
            <a:lvl5pPr>
              <a:defRPr sz="11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11" name="Text Placeholder 10"/>
          <p:cNvSpPr>
            <a:spLocks noGrp="1"/>
          </p:cNvSpPr>
          <p:nvPr>
            <p:ph type="body" sz="quarter" idx="12"/>
          </p:nvPr>
        </p:nvSpPr>
        <p:spPr>
          <a:xfrm>
            <a:off x="4660408" y="1353602"/>
            <a:ext cx="3895200" cy="2830029"/>
          </a:xfrm>
        </p:spPr>
        <p:txBody>
          <a:bodyPr>
            <a:normAutofit/>
          </a:bodyPr>
          <a:lstStyle>
            <a:lvl1pPr>
              <a:defRPr sz="1600"/>
            </a:lvl1pPr>
            <a:lvl2pPr>
              <a:defRPr sz="1400"/>
            </a:lvl2pPr>
            <a:lvl3pPr>
              <a:defRPr sz="1200"/>
            </a:lvl3pPr>
            <a:lvl4pPr>
              <a:defRPr sz="1100"/>
            </a:lvl4pPr>
            <a:lvl5pPr>
              <a:defRPr sz="11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10" name="Title Placeholder 1"/>
          <p:cNvSpPr>
            <a:spLocks noGrp="1"/>
          </p:cNvSpPr>
          <p:nvPr>
            <p:ph type="title"/>
          </p:nvPr>
        </p:nvSpPr>
        <p:spPr>
          <a:xfrm>
            <a:off x="553912" y="278384"/>
            <a:ext cx="8229600" cy="742033"/>
          </a:xfrm>
          <a:prstGeom prst="rect">
            <a:avLst/>
          </a:prstGeom>
        </p:spPr>
        <p:txBody>
          <a:bodyPr vert="horz" lIns="91440" tIns="45720" rIns="91440" bIns="45720" rtlCol="0" anchor="t" anchorCtr="0">
            <a:noAutofit/>
          </a:bodyPr>
          <a:lstStyle/>
          <a:p>
            <a:r>
              <a:rPr lang="en-US"/>
              <a:t>Click to edit Master title style</a:t>
            </a:r>
            <a:endParaRPr lang="sv-SE"/>
          </a:p>
        </p:txBody>
      </p:sp>
      <p:sp>
        <p:nvSpPr>
          <p:cNvPr id="12" name="Text Placeholder 4"/>
          <p:cNvSpPr>
            <a:spLocks noGrp="1"/>
          </p:cNvSpPr>
          <p:nvPr>
            <p:ph type="body" sz="quarter" idx="13" hasCustomPrompt="1"/>
          </p:nvPr>
        </p:nvSpPr>
        <p:spPr>
          <a:xfrm>
            <a:off x="553912" y="664889"/>
            <a:ext cx="8229600" cy="355997"/>
          </a:xfrm>
        </p:spPr>
        <p:txBody>
          <a:bodyPr>
            <a:noAutofit/>
          </a:bodyPr>
          <a:lstStyle>
            <a:lvl1pPr marL="0" indent="0">
              <a:lnSpc>
                <a:spcPts val="2200"/>
              </a:lnSpc>
              <a:buNone/>
              <a:defRPr sz="1800" spc="-30" baseline="0"/>
            </a:lvl1pPr>
          </a:lstStyle>
          <a:p>
            <a:pPr lvl="0"/>
            <a:r>
              <a:rPr lang="en-US"/>
              <a:t>Click to add sub-heading – max one line</a:t>
            </a:r>
          </a:p>
        </p:txBody>
      </p:sp>
    </p:spTree>
    <p:extLst>
      <p:ext uri="{BB962C8B-B14F-4D97-AF65-F5344CB8AC3E}">
        <p14:creationId xmlns:p14="http://schemas.microsoft.com/office/powerpoint/2010/main" val="23466053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Text with Content">
    <p:spTree>
      <p:nvGrpSpPr>
        <p:cNvPr id="1" name=""/>
        <p:cNvGrpSpPr/>
        <p:nvPr/>
      </p:nvGrpSpPr>
      <p:grpSpPr>
        <a:xfrm>
          <a:off x="0" y="0"/>
          <a:ext cx="0" cy="0"/>
          <a:chOff x="0" y="0"/>
          <a:chExt cx="0" cy="0"/>
        </a:xfrm>
      </p:grpSpPr>
      <p:sp>
        <p:nvSpPr>
          <p:cNvPr id="13" name="Text Placeholder 2">
            <a:extLst>
              <a:ext uri="{FF2B5EF4-FFF2-40B4-BE49-F238E27FC236}">
                <a16:creationId xmlns:a16="http://schemas.microsoft.com/office/drawing/2014/main" id="{D8EAB4BB-C882-B245-A7B1-CB559E0E1142}"/>
              </a:ext>
            </a:extLst>
          </p:cNvPr>
          <p:cNvSpPr>
            <a:spLocks noGrp="1"/>
          </p:cNvSpPr>
          <p:nvPr>
            <p:ph type="body" sz="quarter" idx="11" hasCustomPrompt="1"/>
          </p:nvPr>
        </p:nvSpPr>
        <p:spPr>
          <a:xfrm>
            <a:off x="0" y="1"/>
            <a:ext cx="9144000" cy="5143500"/>
          </a:xfrm>
          <a:solidFill>
            <a:schemeClr val="accent1"/>
          </a:solidFill>
          <a:ln>
            <a:noFill/>
          </a:ln>
        </p:spPr>
        <p:txBody>
          <a:bodyPr anchor="b" anchorCtr="0">
            <a:normAutofit/>
          </a:bodyPr>
          <a:lstStyle>
            <a:lvl1pPr marL="0" indent="0" algn="ctr">
              <a:lnSpc>
                <a:spcPts val="1300"/>
              </a:lnSpc>
              <a:spcBef>
                <a:spcPts val="100"/>
              </a:spcBef>
              <a:buNone/>
              <a:defRPr sz="1050" b="0" baseline="0"/>
            </a:lvl1pPr>
          </a:lstStyle>
          <a:p>
            <a:pPr lvl="0"/>
            <a:r>
              <a:rPr lang="en-US" dirty="0"/>
              <a:t> </a:t>
            </a:r>
          </a:p>
        </p:txBody>
      </p:sp>
      <p:sp>
        <p:nvSpPr>
          <p:cNvPr id="9" name="Title Placeholder 1"/>
          <p:cNvSpPr>
            <a:spLocks noGrp="1"/>
          </p:cNvSpPr>
          <p:nvPr>
            <p:ph type="title"/>
          </p:nvPr>
        </p:nvSpPr>
        <p:spPr>
          <a:xfrm>
            <a:off x="553912" y="278384"/>
            <a:ext cx="8229600" cy="547119"/>
          </a:xfrm>
          <a:prstGeom prst="rect">
            <a:avLst/>
          </a:prstGeom>
        </p:spPr>
        <p:txBody>
          <a:bodyPr vert="horz" lIns="91440" tIns="45720" rIns="91440" bIns="45720" rtlCol="0" anchor="t" anchorCtr="0">
            <a:noAutofit/>
          </a:bodyPr>
          <a:lstStyle/>
          <a:p>
            <a:r>
              <a:rPr lang="en-US" dirty="0"/>
              <a:t>Click to edit Master title style</a:t>
            </a:r>
            <a:endParaRPr lang="sv-SE" dirty="0"/>
          </a:p>
        </p:txBody>
      </p:sp>
      <p:sp>
        <p:nvSpPr>
          <p:cNvPr id="10" name="Text Placeholder 4"/>
          <p:cNvSpPr>
            <a:spLocks noGrp="1"/>
          </p:cNvSpPr>
          <p:nvPr>
            <p:ph type="body" sz="quarter" idx="13" hasCustomPrompt="1"/>
          </p:nvPr>
        </p:nvSpPr>
        <p:spPr>
          <a:xfrm>
            <a:off x="553912" y="664889"/>
            <a:ext cx="8229600" cy="355997"/>
          </a:xfrm>
        </p:spPr>
        <p:txBody>
          <a:bodyPr>
            <a:noAutofit/>
          </a:bodyPr>
          <a:lstStyle>
            <a:lvl1pPr marL="0" indent="0">
              <a:lnSpc>
                <a:spcPts val="2200"/>
              </a:lnSpc>
              <a:buNone/>
              <a:defRPr sz="1800" spc="-30" baseline="0"/>
            </a:lvl1pPr>
          </a:lstStyle>
          <a:p>
            <a:pPr lvl="0"/>
            <a:r>
              <a:rPr lang="en-US" dirty="0"/>
              <a:t>Click to add sub-heading – max one line</a:t>
            </a:r>
          </a:p>
        </p:txBody>
      </p:sp>
    </p:spTree>
    <p:extLst>
      <p:ext uri="{BB962C8B-B14F-4D97-AF65-F5344CB8AC3E}">
        <p14:creationId xmlns:p14="http://schemas.microsoft.com/office/powerpoint/2010/main" val="22518624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ull-bleed Picture Slide">
    <p:spTree>
      <p:nvGrpSpPr>
        <p:cNvPr id="1" name=""/>
        <p:cNvGrpSpPr/>
        <p:nvPr/>
      </p:nvGrpSpPr>
      <p:grpSpPr>
        <a:xfrm>
          <a:off x="0" y="0"/>
          <a:ext cx="0" cy="0"/>
          <a:chOff x="0" y="0"/>
          <a:chExt cx="0" cy="0"/>
        </a:xfrm>
      </p:grpSpPr>
      <p:sp>
        <p:nvSpPr>
          <p:cNvPr id="12" name="Picture Placeholder 7"/>
          <p:cNvSpPr>
            <a:spLocks noGrp="1"/>
          </p:cNvSpPr>
          <p:nvPr>
            <p:ph type="pic" sz="quarter" idx="14" hasCustomPrompt="1"/>
          </p:nvPr>
        </p:nvSpPr>
        <p:spPr>
          <a:xfrm>
            <a:off x="0" y="-2250"/>
            <a:ext cx="9144000" cy="5148000"/>
          </a:xfrm>
          <a:solidFill>
            <a:schemeClr val="bg1"/>
          </a:solidFill>
        </p:spPr>
        <p:txBody>
          <a:bodyPr anchor="ctr" anchorCtr="0">
            <a:normAutofit/>
          </a:bodyPr>
          <a:lstStyle>
            <a:lvl1pPr marL="0" indent="0" algn="ctr">
              <a:buNone/>
              <a:defRPr sz="1050" baseline="0"/>
            </a:lvl1pPr>
          </a:lstStyle>
          <a:p>
            <a:r>
              <a:rPr lang="sv-SE"/>
              <a:t>Click icon to insert Picture</a:t>
            </a:r>
          </a:p>
        </p:txBody>
      </p:sp>
    </p:spTree>
    <p:extLst>
      <p:ext uri="{BB962C8B-B14F-4D97-AF65-F5344CB8AC3E}">
        <p14:creationId xmlns:p14="http://schemas.microsoft.com/office/powerpoint/2010/main" val="1966889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_Full-bleed Picture Slide">
    <p:spTree>
      <p:nvGrpSpPr>
        <p:cNvPr id="1" name=""/>
        <p:cNvGrpSpPr/>
        <p:nvPr/>
      </p:nvGrpSpPr>
      <p:grpSpPr>
        <a:xfrm>
          <a:off x="0" y="0"/>
          <a:ext cx="0" cy="0"/>
          <a:chOff x="0" y="0"/>
          <a:chExt cx="0" cy="0"/>
        </a:xfrm>
      </p:grpSpPr>
      <p:sp>
        <p:nvSpPr>
          <p:cNvPr id="12" name="Picture Placeholder 7"/>
          <p:cNvSpPr>
            <a:spLocks noGrp="1"/>
          </p:cNvSpPr>
          <p:nvPr>
            <p:ph type="pic" sz="quarter" idx="14" hasCustomPrompt="1"/>
          </p:nvPr>
        </p:nvSpPr>
        <p:spPr>
          <a:xfrm>
            <a:off x="0" y="-2250"/>
            <a:ext cx="9144000" cy="5148000"/>
          </a:xfrm>
          <a:solidFill>
            <a:schemeClr val="bg1"/>
          </a:solidFill>
        </p:spPr>
        <p:txBody>
          <a:bodyPr anchor="ctr" anchorCtr="0">
            <a:normAutofit/>
          </a:bodyPr>
          <a:lstStyle>
            <a:lvl1pPr marL="0" indent="0" algn="ctr">
              <a:buNone/>
              <a:defRPr sz="1050" baseline="0"/>
            </a:lvl1pPr>
          </a:lstStyle>
          <a:p>
            <a:r>
              <a:rPr lang="sv-SE"/>
              <a:t>Click icon to insert Picture</a:t>
            </a:r>
          </a:p>
        </p:txBody>
      </p:sp>
      <p:sp>
        <p:nvSpPr>
          <p:cNvPr id="3" name="Title Placeholder 1">
            <a:extLst>
              <a:ext uri="{FF2B5EF4-FFF2-40B4-BE49-F238E27FC236}">
                <a16:creationId xmlns:a16="http://schemas.microsoft.com/office/drawing/2014/main" id="{6E89938D-48DD-0447-887F-6CC3777A49D7}"/>
              </a:ext>
            </a:extLst>
          </p:cNvPr>
          <p:cNvSpPr>
            <a:spLocks noGrp="1"/>
          </p:cNvSpPr>
          <p:nvPr>
            <p:ph type="title"/>
          </p:nvPr>
        </p:nvSpPr>
        <p:spPr>
          <a:xfrm>
            <a:off x="553912" y="278384"/>
            <a:ext cx="8229600" cy="547119"/>
          </a:xfrm>
          <a:prstGeom prst="rect">
            <a:avLst/>
          </a:prstGeom>
        </p:spPr>
        <p:txBody>
          <a:bodyPr vert="horz" lIns="91440" tIns="45720" rIns="91440" bIns="45720" rtlCol="0" anchor="t" anchorCtr="0">
            <a:noAutofit/>
          </a:bodyPr>
          <a:lstStyle/>
          <a:p>
            <a:r>
              <a:rPr lang="en-US" dirty="0"/>
              <a:t>Click to edit Master title style</a:t>
            </a:r>
            <a:endParaRPr lang="sv-SE" dirty="0"/>
          </a:p>
        </p:txBody>
      </p:sp>
      <p:sp>
        <p:nvSpPr>
          <p:cNvPr id="4" name="Text Placeholder 4">
            <a:extLst>
              <a:ext uri="{FF2B5EF4-FFF2-40B4-BE49-F238E27FC236}">
                <a16:creationId xmlns:a16="http://schemas.microsoft.com/office/drawing/2014/main" id="{EFE32BAA-2D1E-2D4E-BB02-554838008142}"/>
              </a:ext>
            </a:extLst>
          </p:cNvPr>
          <p:cNvSpPr>
            <a:spLocks noGrp="1"/>
          </p:cNvSpPr>
          <p:nvPr>
            <p:ph type="body" sz="quarter" idx="13" hasCustomPrompt="1"/>
          </p:nvPr>
        </p:nvSpPr>
        <p:spPr>
          <a:xfrm>
            <a:off x="553912" y="664889"/>
            <a:ext cx="8229600" cy="355997"/>
          </a:xfrm>
        </p:spPr>
        <p:txBody>
          <a:bodyPr>
            <a:noAutofit/>
          </a:bodyPr>
          <a:lstStyle>
            <a:lvl1pPr marL="0" indent="0">
              <a:lnSpc>
                <a:spcPts val="2200"/>
              </a:lnSpc>
              <a:buNone/>
              <a:defRPr sz="1800" spc="-30" baseline="0"/>
            </a:lvl1pPr>
          </a:lstStyle>
          <a:p>
            <a:pPr lvl="0"/>
            <a:r>
              <a:rPr lang="en-US" dirty="0"/>
              <a:t>Click to add sub-heading – max one line</a:t>
            </a:r>
          </a:p>
        </p:txBody>
      </p:sp>
    </p:spTree>
    <p:extLst>
      <p:ext uri="{BB962C8B-B14F-4D97-AF65-F5344CB8AC3E}">
        <p14:creationId xmlns:p14="http://schemas.microsoft.com/office/powerpoint/2010/main" val="30372222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Video Slide">
    <p:spTree>
      <p:nvGrpSpPr>
        <p:cNvPr id="1" name=""/>
        <p:cNvGrpSpPr/>
        <p:nvPr/>
      </p:nvGrpSpPr>
      <p:grpSpPr>
        <a:xfrm>
          <a:off x="0" y="0"/>
          <a:ext cx="0" cy="0"/>
          <a:chOff x="0" y="0"/>
          <a:chExt cx="0" cy="0"/>
        </a:xfrm>
      </p:grpSpPr>
      <p:sp>
        <p:nvSpPr>
          <p:cNvPr id="9" name="Media Placeholder 8"/>
          <p:cNvSpPr>
            <a:spLocks noGrp="1"/>
          </p:cNvSpPr>
          <p:nvPr>
            <p:ph type="media" sz="quarter" idx="10" hasCustomPrompt="1"/>
          </p:nvPr>
        </p:nvSpPr>
        <p:spPr>
          <a:xfrm>
            <a:off x="125420" y="109540"/>
            <a:ext cx="8893175" cy="4208462"/>
          </a:xfrm>
        </p:spPr>
        <p:txBody>
          <a:bodyPr anchor="ctr" anchorCtr="0">
            <a:normAutofit/>
          </a:bodyPr>
          <a:lstStyle>
            <a:lvl1pPr marL="0" indent="0" algn="ctr">
              <a:buNone/>
              <a:defRPr sz="1050"/>
            </a:lvl1pPr>
          </a:lstStyle>
          <a:p>
            <a:r>
              <a:rPr lang="sv-SE"/>
              <a:t>Click icon to insert Video</a:t>
            </a:r>
          </a:p>
        </p:txBody>
      </p:sp>
    </p:spTree>
    <p:extLst>
      <p:ext uri="{BB962C8B-B14F-4D97-AF65-F5344CB8AC3E}">
        <p14:creationId xmlns:p14="http://schemas.microsoft.com/office/powerpoint/2010/main" val="37803300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Rubrik och innehåll">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lvl1pPr>
              <a:defRPr sz="1600"/>
            </a:lvl1pPr>
            <a:lvl2pPr>
              <a:defRPr sz="1400"/>
            </a:lvl2pPr>
            <a:lvl3pPr>
              <a:defRPr sz="1200"/>
            </a:lvl3pPr>
            <a:lvl4pPr>
              <a:defRPr sz="1100"/>
            </a:lvl4pPr>
            <a:lvl5pPr>
              <a:defRPr sz="11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7" name="Title Placeholder 1"/>
          <p:cNvSpPr>
            <a:spLocks noGrp="1"/>
          </p:cNvSpPr>
          <p:nvPr>
            <p:ph type="title"/>
          </p:nvPr>
        </p:nvSpPr>
        <p:spPr>
          <a:xfrm>
            <a:off x="553912" y="278387"/>
            <a:ext cx="8229600" cy="927563"/>
          </a:xfrm>
          <a:prstGeom prst="rect">
            <a:avLst/>
          </a:prstGeom>
        </p:spPr>
        <p:txBody>
          <a:bodyPr vert="horz" lIns="91440" tIns="45720" rIns="91440" bIns="45720" rtlCol="0" anchor="t" anchorCtr="0">
            <a:noAutofit/>
          </a:bodyPr>
          <a:lstStyle/>
          <a:p>
            <a:r>
              <a:rPr lang="en-US"/>
              <a:t>Click to edit Master title style</a:t>
            </a:r>
            <a:endParaRPr lang="sv-SE"/>
          </a:p>
        </p:txBody>
      </p:sp>
    </p:spTree>
    <p:extLst>
      <p:ext uri="{BB962C8B-B14F-4D97-AF65-F5344CB8AC3E}">
        <p14:creationId xmlns:p14="http://schemas.microsoft.com/office/powerpoint/2010/main" val="4416297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ub-heading and Content">
    <p:spTree>
      <p:nvGrpSpPr>
        <p:cNvPr id="1" name=""/>
        <p:cNvGrpSpPr/>
        <p:nvPr/>
      </p:nvGrpSpPr>
      <p:grpSpPr>
        <a:xfrm>
          <a:off x="0" y="0"/>
          <a:ext cx="0" cy="0"/>
          <a:chOff x="0" y="0"/>
          <a:chExt cx="0" cy="0"/>
        </a:xfrm>
      </p:grpSpPr>
      <p:sp>
        <p:nvSpPr>
          <p:cNvPr id="9" name="Title Placeholder 1"/>
          <p:cNvSpPr>
            <a:spLocks noGrp="1"/>
          </p:cNvSpPr>
          <p:nvPr>
            <p:ph type="title"/>
          </p:nvPr>
        </p:nvSpPr>
        <p:spPr>
          <a:xfrm>
            <a:off x="553912" y="278384"/>
            <a:ext cx="8229600" cy="742033"/>
          </a:xfrm>
          <a:prstGeom prst="rect">
            <a:avLst/>
          </a:prstGeom>
        </p:spPr>
        <p:txBody>
          <a:bodyPr vert="horz" lIns="91440" tIns="45720" rIns="91440" bIns="45720" rtlCol="0" anchor="t" anchorCtr="0">
            <a:noAutofit/>
          </a:bodyPr>
          <a:lstStyle/>
          <a:p>
            <a:r>
              <a:rPr lang="en-US"/>
              <a:t>Click to edit Master title style</a:t>
            </a:r>
            <a:endParaRPr lang="sv-SE"/>
          </a:p>
        </p:txBody>
      </p:sp>
      <p:sp>
        <p:nvSpPr>
          <p:cNvPr id="3" name="Content Placeholder 2"/>
          <p:cNvSpPr>
            <a:spLocks noGrp="1"/>
          </p:cNvSpPr>
          <p:nvPr>
            <p:ph idx="1"/>
          </p:nvPr>
        </p:nvSpPr>
        <p:spPr>
          <a:xfrm>
            <a:off x="553912" y="1351726"/>
            <a:ext cx="8229600" cy="2823403"/>
          </a:xfrm>
        </p:spPr>
        <p:txBody>
          <a:bodyPr>
            <a:normAutofit/>
          </a:bodyPr>
          <a:lstStyle>
            <a:lvl1pPr>
              <a:defRPr sz="1600"/>
            </a:lvl1pPr>
            <a:lvl2pPr>
              <a:defRPr sz="1400"/>
            </a:lvl2pPr>
            <a:lvl3pPr>
              <a:defRPr sz="1200"/>
            </a:lvl3pPr>
            <a:lvl4pPr>
              <a:defRPr sz="1100"/>
            </a:lvl4pPr>
            <a:lvl5pPr>
              <a:defRPr sz="11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8" name="Text Placeholder 4"/>
          <p:cNvSpPr>
            <a:spLocks noGrp="1"/>
          </p:cNvSpPr>
          <p:nvPr>
            <p:ph type="body" sz="quarter" idx="13" hasCustomPrompt="1"/>
          </p:nvPr>
        </p:nvSpPr>
        <p:spPr>
          <a:xfrm>
            <a:off x="553912" y="664889"/>
            <a:ext cx="8229600" cy="355997"/>
          </a:xfrm>
        </p:spPr>
        <p:txBody>
          <a:bodyPr>
            <a:noAutofit/>
          </a:bodyPr>
          <a:lstStyle>
            <a:lvl1pPr marL="0" indent="0">
              <a:lnSpc>
                <a:spcPts val="2200"/>
              </a:lnSpc>
              <a:buNone/>
              <a:defRPr sz="1800" spc="-30" baseline="0"/>
            </a:lvl1pPr>
          </a:lstStyle>
          <a:p>
            <a:pPr lvl="0"/>
            <a:r>
              <a:rPr lang="en-US"/>
              <a:t>Click to add sub-heading – max one line</a:t>
            </a:r>
          </a:p>
        </p:txBody>
      </p:sp>
    </p:spTree>
    <p:extLst>
      <p:ext uri="{BB962C8B-B14F-4D97-AF65-F5344CB8AC3E}">
        <p14:creationId xmlns:p14="http://schemas.microsoft.com/office/powerpoint/2010/main" val="14893311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with Content">
    <p:spTree>
      <p:nvGrpSpPr>
        <p:cNvPr id="1" name=""/>
        <p:cNvGrpSpPr/>
        <p:nvPr/>
      </p:nvGrpSpPr>
      <p:grpSpPr>
        <a:xfrm>
          <a:off x="0" y="0"/>
          <a:ext cx="0" cy="0"/>
          <a:chOff x="0" y="0"/>
          <a:chExt cx="0" cy="0"/>
        </a:xfrm>
      </p:grpSpPr>
      <p:sp>
        <p:nvSpPr>
          <p:cNvPr id="8" name="Content Placeholder 2"/>
          <p:cNvSpPr>
            <a:spLocks noGrp="1"/>
          </p:cNvSpPr>
          <p:nvPr>
            <p:ph idx="10" hasCustomPrompt="1"/>
          </p:nvPr>
        </p:nvSpPr>
        <p:spPr>
          <a:xfrm>
            <a:off x="4785138" y="1475529"/>
            <a:ext cx="3705727" cy="2255063"/>
          </a:xfrm>
        </p:spPr>
        <p:txBody>
          <a:bodyPr anchor="ctr" anchorCtr="0">
            <a:normAutofit/>
          </a:bodyPr>
          <a:lstStyle>
            <a:lvl1pPr marL="0" indent="0" algn="ctr">
              <a:buNone/>
              <a:defRPr sz="1050"/>
            </a:lvl1pPr>
            <a:lvl2pPr>
              <a:defRPr sz="1400"/>
            </a:lvl2pPr>
            <a:lvl3pPr>
              <a:defRPr sz="1200"/>
            </a:lvl3pPr>
            <a:lvl4pPr>
              <a:defRPr sz="1100"/>
            </a:lvl4pPr>
            <a:lvl5pPr>
              <a:defRPr sz="1100"/>
            </a:lvl5pPr>
          </a:lstStyle>
          <a:p>
            <a:pPr lvl="0"/>
            <a:r>
              <a:rPr lang="en-US"/>
              <a:t>Click icon to insert Table, Chart or SmartArt</a:t>
            </a:r>
            <a:endParaRPr lang="sv-SE"/>
          </a:p>
        </p:txBody>
      </p:sp>
      <p:sp>
        <p:nvSpPr>
          <p:cNvPr id="12" name="Text Placeholder 10"/>
          <p:cNvSpPr>
            <a:spLocks noGrp="1"/>
          </p:cNvSpPr>
          <p:nvPr>
            <p:ph type="body" sz="quarter" idx="11"/>
          </p:nvPr>
        </p:nvSpPr>
        <p:spPr>
          <a:xfrm>
            <a:off x="554400" y="1351726"/>
            <a:ext cx="3895200" cy="2823403"/>
          </a:xfrm>
        </p:spPr>
        <p:txBody>
          <a:bodyPr>
            <a:normAutofit/>
          </a:bodyPr>
          <a:lstStyle>
            <a:lvl1pPr>
              <a:defRPr sz="1600"/>
            </a:lvl1pPr>
            <a:lvl2pPr>
              <a:defRPr sz="1400"/>
            </a:lvl2pPr>
            <a:lvl3pPr>
              <a:defRPr sz="1200"/>
            </a:lvl3pPr>
            <a:lvl4pPr>
              <a:defRPr sz="1100"/>
            </a:lvl4pPr>
            <a:lvl5pPr>
              <a:defRPr sz="11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9" name="Title Placeholder 1"/>
          <p:cNvSpPr>
            <a:spLocks noGrp="1"/>
          </p:cNvSpPr>
          <p:nvPr>
            <p:ph type="title"/>
          </p:nvPr>
        </p:nvSpPr>
        <p:spPr>
          <a:xfrm>
            <a:off x="553912" y="278384"/>
            <a:ext cx="8229600" cy="742033"/>
          </a:xfrm>
          <a:prstGeom prst="rect">
            <a:avLst/>
          </a:prstGeom>
        </p:spPr>
        <p:txBody>
          <a:bodyPr vert="horz" lIns="91440" tIns="45720" rIns="91440" bIns="45720" rtlCol="0" anchor="t" anchorCtr="0">
            <a:noAutofit/>
          </a:bodyPr>
          <a:lstStyle/>
          <a:p>
            <a:r>
              <a:rPr lang="en-US"/>
              <a:t>Click to edit Master title style</a:t>
            </a:r>
            <a:endParaRPr lang="sv-SE"/>
          </a:p>
        </p:txBody>
      </p:sp>
      <p:sp>
        <p:nvSpPr>
          <p:cNvPr id="10" name="Text Placeholder 4"/>
          <p:cNvSpPr>
            <a:spLocks noGrp="1"/>
          </p:cNvSpPr>
          <p:nvPr>
            <p:ph type="body" sz="quarter" idx="13" hasCustomPrompt="1"/>
          </p:nvPr>
        </p:nvSpPr>
        <p:spPr>
          <a:xfrm>
            <a:off x="553912" y="664889"/>
            <a:ext cx="8229600" cy="355997"/>
          </a:xfrm>
        </p:spPr>
        <p:txBody>
          <a:bodyPr>
            <a:noAutofit/>
          </a:bodyPr>
          <a:lstStyle>
            <a:lvl1pPr marL="0" indent="0">
              <a:lnSpc>
                <a:spcPts val="2200"/>
              </a:lnSpc>
              <a:buNone/>
              <a:defRPr sz="1800" spc="-30" baseline="0"/>
            </a:lvl1pPr>
          </a:lstStyle>
          <a:p>
            <a:pPr lvl="0"/>
            <a:r>
              <a:rPr lang="en-US"/>
              <a:t>Click to add sub-heading – max one line</a:t>
            </a:r>
          </a:p>
        </p:txBody>
      </p:sp>
    </p:spTree>
    <p:extLst>
      <p:ext uri="{BB962C8B-B14F-4D97-AF65-F5344CB8AC3E}">
        <p14:creationId xmlns:p14="http://schemas.microsoft.com/office/powerpoint/2010/main" val="39548418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Endast rubrik">
    <p:spTree>
      <p:nvGrpSpPr>
        <p:cNvPr id="1" name=""/>
        <p:cNvGrpSpPr/>
        <p:nvPr/>
      </p:nvGrpSpPr>
      <p:grpSpPr>
        <a:xfrm>
          <a:off x="0" y="0"/>
          <a:ext cx="0" cy="0"/>
          <a:chOff x="0" y="0"/>
          <a:chExt cx="0" cy="0"/>
        </a:xfrm>
      </p:grpSpPr>
      <p:sp>
        <p:nvSpPr>
          <p:cNvPr id="10" name="Title Placeholder 1"/>
          <p:cNvSpPr>
            <a:spLocks noGrp="1"/>
          </p:cNvSpPr>
          <p:nvPr>
            <p:ph type="title"/>
          </p:nvPr>
        </p:nvSpPr>
        <p:spPr>
          <a:xfrm>
            <a:off x="553912" y="278387"/>
            <a:ext cx="8229600" cy="927563"/>
          </a:xfrm>
          <a:prstGeom prst="rect">
            <a:avLst/>
          </a:prstGeom>
        </p:spPr>
        <p:txBody>
          <a:bodyPr vert="horz" lIns="91440" tIns="45720" rIns="91440" bIns="45720" rtlCol="0" anchor="t" anchorCtr="0">
            <a:noAutofit/>
          </a:bodyPr>
          <a:lstStyle/>
          <a:p>
            <a:r>
              <a:rPr lang="en-US"/>
              <a:t>Click to edit Master title style</a:t>
            </a:r>
            <a:endParaRPr lang="sv-SE"/>
          </a:p>
        </p:txBody>
      </p:sp>
    </p:spTree>
    <p:extLst>
      <p:ext uri="{BB962C8B-B14F-4D97-AF65-F5344CB8AC3E}">
        <p14:creationId xmlns:p14="http://schemas.microsoft.com/office/powerpoint/2010/main" val="5293566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icture Slide">
    <p:spTree>
      <p:nvGrpSpPr>
        <p:cNvPr id="1" name=""/>
        <p:cNvGrpSpPr/>
        <p:nvPr/>
      </p:nvGrpSpPr>
      <p:grpSpPr>
        <a:xfrm>
          <a:off x="0" y="0"/>
          <a:ext cx="0" cy="0"/>
          <a:chOff x="0" y="0"/>
          <a:chExt cx="0" cy="0"/>
        </a:xfrm>
      </p:grpSpPr>
      <p:sp>
        <p:nvSpPr>
          <p:cNvPr id="4" name="Picture Placeholder 3"/>
          <p:cNvSpPr>
            <a:spLocks noGrp="1"/>
          </p:cNvSpPr>
          <p:nvPr>
            <p:ph type="pic" sz="quarter" idx="10" hasCustomPrompt="1"/>
          </p:nvPr>
        </p:nvSpPr>
        <p:spPr>
          <a:xfrm>
            <a:off x="125414" y="109540"/>
            <a:ext cx="8893174" cy="4208462"/>
          </a:xfrm>
        </p:spPr>
        <p:txBody>
          <a:bodyPr anchor="ctr" anchorCtr="0">
            <a:normAutofit/>
          </a:bodyPr>
          <a:lstStyle>
            <a:lvl1pPr marL="0" indent="0" algn="ctr">
              <a:buNone/>
              <a:defRPr sz="1050" baseline="0"/>
            </a:lvl1pPr>
          </a:lstStyle>
          <a:p>
            <a:r>
              <a:rPr lang="sv-SE"/>
              <a:t>Click icon to insert Picture</a:t>
            </a:r>
          </a:p>
        </p:txBody>
      </p:sp>
      <p:cxnSp>
        <p:nvCxnSpPr>
          <p:cNvPr id="16" name="Straight Connector 15"/>
          <p:cNvCxnSpPr/>
          <p:nvPr userDrawn="1"/>
        </p:nvCxnSpPr>
        <p:spPr>
          <a:xfrm>
            <a:off x="123093" y="4464843"/>
            <a:ext cx="8895600" cy="0"/>
          </a:xfrm>
          <a:prstGeom prst="line">
            <a:avLst/>
          </a:prstGeom>
          <a:ln w="6350">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164656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icture with Title on Top">
    <p:spTree>
      <p:nvGrpSpPr>
        <p:cNvPr id="1" name=""/>
        <p:cNvGrpSpPr/>
        <p:nvPr/>
      </p:nvGrpSpPr>
      <p:grpSpPr>
        <a:xfrm>
          <a:off x="0" y="0"/>
          <a:ext cx="0" cy="0"/>
          <a:chOff x="0" y="0"/>
          <a:chExt cx="0" cy="0"/>
        </a:xfrm>
      </p:grpSpPr>
      <p:sp>
        <p:nvSpPr>
          <p:cNvPr id="4" name="Picture Placeholder 3"/>
          <p:cNvSpPr>
            <a:spLocks noGrp="1"/>
          </p:cNvSpPr>
          <p:nvPr>
            <p:ph type="pic" sz="quarter" idx="10" hasCustomPrompt="1"/>
          </p:nvPr>
        </p:nvSpPr>
        <p:spPr>
          <a:xfrm>
            <a:off x="125414" y="109540"/>
            <a:ext cx="8893174" cy="4208462"/>
          </a:xfrm>
        </p:spPr>
        <p:txBody>
          <a:bodyPr anchor="ctr" anchorCtr="0">
            <a:normAutofit/>
          </a:bodyPr>
          <a:lstStyle>
            <a:lvl1pPr marL="0" indent="0" algn="ctr">
              <a:buNone/>
              <a:defRPr sz="1050" baseline="0"/>
            </a:lvl1pPr>
          </a:lstStyle>
          <a:p>
            <a:r>
              <a:rPr lang="sv-SE"/>
              <a:t>Click icon to insert Picture</a:t>
            </a:r>
          </a:p>
        </p:txBody>
      </p:sp>
      <p:cxnSp>
        <p:nvCxnSpPr>
          <p:cNvPr id="16" name="Straight Connector 15"/>
          <p:cNvCxnSpPr/>
          <p:nvPr userDrawn="1"/>
        </p:nvCxnSpPr>
        <p:spPr>
          <a:xfrm>
            <a:off x="123093" y="4464843"/>
            <a:ext cx="8895600" cy="0"/>
          </a:xfrm>
          <a:prstGeom prst="line">
            <a:avLst/>
          </a:prstGeom>
          <a:ln w="6350">
            <a:solidFill>
              <a:schemeClr val="bg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4" name="Title Placeholder 1"/>
          <p:cNvSpPr>
            <a:spLocks noGrp="1"/>
          </p:cNvSpPr>
          <p:nvPr>
            <p:ph type="title"/>
          </p:nvPr>
        </p:nvSpPr>
        <p:spPr>
          <a:xfrm>
            <a:off x="553912" y="278387"/>
            <a:ext cx="8229600" cy="927563"/>
          </a:xfrm>
          <a:prstGeom prst="rect">
            <a:avLst/>
          </a:prstGeom>
        </p:spPr>
        <p:txBody>
          <a:bodyPr vert="horz" lIns="91440" tIns="45720" rIns="91440" bIns="45720" rtlCol="0" anchor="t" anchorCtr="0">
            <a:noAutofit/>
          </a:bodyPr>
          <a:lstStyle/>
          <a:p>
            <a:r>
              <a:rPr lang="en-US"/>
              <a:t>Click to edit Master title style</a:t>
            </a:r>
            <a:endParaRPr lang="sv-SE"/>
          </a:p>
        </p:txBody>
      </p:sp>
    </p:spTree>
    <p:extLst>
      <p:ext uri="{BB962C8B-B14F-4D97-AF65-F5344CB8AC3E}">
        <p14:creationId xmlns:p14="http://schemas.microsoft.com/office/powerpoint/2010/main" val="36100962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cluding Slide">
    <p:spTree>
      <p:nvGrpSpPr>
        <p:cNvPr id="1" name=""/>
        <p:cNvGrpSpPr/>
        <p:nvPr/>
      </p:nvGrpSpPr>
      <p:grpSpPr>
        <a:xfrm>
          <a:off x="0" y="0"/>
          <a:ext cx="0" cy="0"/>
          <a:chOff x="0" y="0"/>
          <a:chExt cx="0" cy="0"/>
        </a:xfrm>
      </p:grpSpPr>
      <p:sp>
        <p:nvSpPr>
          <p:cNvPr id="2" name="Rectangle 1"/>
          <p:cNvSpPr/>
          <p:nvPr userDrawn="1"/>
        </p:nvSpPr>
        <p:spPr>
          <a:xfrm>
            <a:off x="0" y="0"/>
            <a:ext cx="9144000" cy="5136642"/>
          </a:xfrm>
          <a:prstGeom prst="rect">
            <a:avLst/>
          </a:prstGeom>
          <a:solidFill>
            <a:schemeClr val="bg1"/>
          </a:solidFill>
          <a:ln w="3175">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sv-SE"/>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119628" y="1119378"/>
            <a:ext cx="2904744" cy="2904744"/>
          </a:xfrm>
          <a:prstGeom prst="rect">
            <a:avLst/>
          </a:prstGeom>
        </p:spPr>
      </p:pic>
    </p:spTree>
    <p:extLst>
      <p:ext uri="{BB962C8B-B14F-4D97-AF65-F5344CB8AC3E}">
        <p14:creationId xmlns:p14="http://schemas.microsoft.com/office/powerpoint/2010/main" val="270316748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Volvo Brand Colors">
    <p:spTree>
      <p:nvGrpSpPr>
        <p:cNvPr id="1" name=""/>
        <p:cNvGrpSpPr/>
        <p:nvPr/>
      </p:nvGrpSpPr>
      <p:grpSpPr>
        <a:xfrm>
          <a:off x="0" y="0"/>
          <a:ext cx="0" cy="0"/>
          <a:chOff x="0" y="0"/>
          <a:chExt cx="0" cy="0"/>
        </a:xfrm>
      </p:grpSpPr>
      <p:sp>
        <p:nvSpPr>
          <p:cNvPr id="74" name="Rectangle 73"/>
          <p:cNvSpPr/>
          <p:nvPr userDrawn="1"/>
        </p:nvSpPr>
        <p:spPr>
          <a:xfrm>
            <a:off x="0" y="0"/>
            <a:ext cx="9144000" cy="5136642"/>
          </a:xfrm>
          <a:prstGeom prst="rect">
            <a:avLst/>
          </a:prstGeom>
          <a:solidFill>
            <a:schemeClr val="bg1"/>
          </a:solidFill>
          <a:ln w="3175">
            <a:no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sv-SE"/>
          </a:p>
        </p:txBody>
      </p:sp>
      <p:sp>
        <p:nvSpPr>
          <p:cNvPr id="76" name="Rectangle 59"/>
          <p:cNvSpPr/>
          <p:nvPr userDrawn="1"/>
        </p:nvSpPr>
        <p:spPr>
          <a:xfrm>
            <a:off x="501163" y="234107"/>
            <a:ext cx="5753113" cy="492443"/>
          </a:xfrm>
          <a:prstGeom prst="rect">
            <a:avLst/>
          </a:prstGeom>
        </p:spPr>
        <p:txBody>
          <a:bodyPr wrap="none">
            <a:spAutoFit/>
          </a:bodyPr>
          <a:lstStyle/>
          <a:p>
            <a:r>
              <a:rPr lang="sv-SE" sz="2600" b="1" kern="1200" spc="-80" baseline="0" dirty="0">
                <a:solidFill>
                  <a:schemeClr val="bg2"/>
                </a:solidFill>
                <a:latin typeface="Arial" panose="020B0604020202020204" pitchFamily="34" charset="0"/>
                <a:ea typeface="+mn-ea"/>
                <a:cs typeface="Arial" panose="020B0604020202020204" pitchFamily="34" charset="0"/>
              </a:rPr>
              <a:t>Volvo brand </a:t>
            </a:r>
            <a:r>
              <a:rPr lang="sv-SE" sz="2600" b="1" kern="1200" spc="-80" baseline="0" dirty="0" err="1">
                <a:solidFill>
                  <a:schemeClr val="bg2"/>
                </a:solidFill>
                <a:latin typeface="Arial" panose="020B0604020202020204" pitchFamily="34" charset="0"/>
                <a:ea typeface="+mn-ea"/>
                <a:cs typeface="Arial" panose="020B0604020202020204" pitchFamily="34" charset="0"/>
              </a:rPr>
              <a:t>profile</a:t>
            </a:r>
            <a:r>
              <a:rPr lang="sv-SE" sz="2600" b="1" kern="1200" spc="-80" baseline="0" dirty="0">
                <a:solidFill>
                  <a:schemeClr val="bg2"/>
                </a:solidFill>
                <a:latin typeface="Arial" panose="020B0604020202020204" pitchFamily="34" charset="0"/>
                <a:ea typeface="+mn-ea"/>
                <a:cs typeface="Arial" panose="020B0604020202020204" pitchFamily="34" charset="0"/>
              </a:rPr>
              <a:t> and accent colors</a:t>
            </a:r>
          </a:p>
        </p:txBody>
      </p:sp>
      <p:sp>
        <p:nvSpPr>
          <p:cNvPr id="70" name="Text Placeholder 5"/>
          <p:cNvSpPr>
            <a:spLocks noGrp="1"/>
          </p:cNvSpPr>
          <p:nvPr>
            <p:ph type="body" sz="quarter" idx="26" hasCustomPrompt="1"/>
          </p:nvPr>
        </p:nvSpPr>
        <p:spPr>
          <a:xfrm>
            <a:off x="6969460" y="2647643"/>
            <a:ext cx="252000" cy="252000"/>
          </a:xfrm>
          <a:prstGeom prst="ellipse">
            <a:avLst/>
          </a:prstGeom>
          <a:solidFill>
            <a:srgbClr val="DA4451"/>
          </a:solidFill>
        </p:spPr>
        <p:txBody>
          <a:bodyPr anchor="ctr" anchorCtr="1">
            <a:noAutofit/>
          </a:bodyPr>
          <a:lstStyle>
            <a:lvl1pPr marL="0" indent="0" algn="ctr">
              <a:buNone/>
              <a:defRPr sz="1600">
                <a:solidFill>
                  <a:schemeClr val="bg1"/>
                </a:solidFill>
              </a:defRPr>
            </a:lvl1pPr>
          </a:lstStyle>
          <a:p>
            <a:pPr lvl="0"/>
            <a:r>
              <a:rPr lang="en-US"/>
              <a:t> </a:t>
            </a:r>
          </a:p>
        </p:txBody>
      </p:sp>
      <p:sp>
        <p:nvSpPr>
          <p:cNvPr id="71" name="Rectangle 81"/>
          <p:cNvSpPr/>
          <p:nvPr userDrawn="1"/>
        </p:nvSpPr>
        <p:spPr>
          <a:xfrm>
            <a:off x="490219" y="719132"/>
            <a:ext cx="3638843" cy="548868"/>
          </a:xfrm>
          <a:prstGeom prst="rect">
            <a:avLst/>
          </a:prstGeom>
        </p:spPr>
        <p:txBody>
          <a:bodyPr wrap="square">
            <a:spAutoFit/>
          </a:bodyPr>
          <a:lstStyle/>
          <a:p>
            <a:pPr marL="0" indent="0">
              <a:spcBef>
                <a:spcPts val="200"/>
              </a:spcBef>
              <a:buNone/>
            </a:pPr>
            <a:r>
              <a:rPr lang="en-US" sz="1000" b="1" baseline="0" dirty="0">
                <a:solidFill>
                  <a:schemeClr val="bg2"/>
                </a:solidFill>
              </a:rPr>
              <a:t>Profile colors</a:t>
            </a:r>
          </a:p>
          <a:p>
            <a:pPr marL="0" indent="0">
              <a:spcBef>
                <a:spcPts val="200"/>
              </a:spcBef>
              <a:buNone/>
            </a:pPr>
            <a:r>
              <a:rPr lang="en-US" sz="900" baseline="0" dirty="0">
                <a:solidFill>
                  <a:schemeClr val="bg2"/>
                </a:solidFill>
              </a:rPr>
              <a:t>These are our primary colors for decorative purposes. </a:t>
            </a:r>
            <a:br>
              <a:rPr lang="en-US" sz="900" baseline="0" dirty="0">
                <a:solidFill>
                  <a:schemeClr val="bg2"/>
                </a:solidFill>
              </a:rPr>
            </a:br>
            <a:r>
              <a:rPr lang="en-US" sz="900" baseline="0" dirty="0">
                <a:solidFill>
                  <a:schemeClr val="bg2"/>
                </a:solidFill>
              </a:rPr>
              <a:t>Use each color in 100%. Never use the tints and shades. </a:t>
            </a:r>
          </a:p>
        </p:txBody>
      </p:sp>
      <p:sp>
        <p:nvSpPr>
          <p:cNvPr id="72" name="Rectangle 81"/>
          <p:cNvSpPr/>
          <p:nvPr userDrawn="1"/>
        </p:nvSpPr>
        <p:spPr>
          <a:xfrm>
            <a:off x="816453" y="1265798"/>
            <a:ext cx="1810009" cy="2364750"/>
          </a:xfrm>
          <a:prstGeom prst="rect">
            <a:avLst/>
          </a:prstGeom>
        </p:spPr>
        <p:txBody>
          <a:bodyPr wrap="square" numCol="1" spcCol="36000">
            <a:spAutoFit/>
          </a:bodyPr>
          <a:lstStyle/>
          <a:p>
            <a:pPr marL="0" indent="0">
              <a:spcBef>
                <a:spcPts val="230"/>
              </a:spcBef>
              <a:buNone/>
            </a:pPr>
            <a:r>
              <a:rPr lang="en-US" sz="900" b="1" baseline="0" dirty="0">
                <a:solidFill>
                  <a:schemeClr val="bg2"/>
                </a:solidFill>
              </a:rPr>
              <a:t>Color</a:t>
            </a:r>
            <a:r>
              <a:rPr lang="en-US" sz="900" b="1" dirty="0">
                <a:solidFill>
                  <a:schemeClr val="bg2"/>
                </a:solidFill>
              </a:rPr>
              <a:t>                </a:t>
            </a:r>
            <a:r>
              <a:rPr lang="en-US" sz="900" b="1" baseline="0" dirty="0">
                <a:solidFill>
                  <a:schemeClr val="bg2"/>
                </a:solidFill>
              </a:rPr>
              <a:t>R       G       B</a:t>
            </a:r>
          </a:p>
          <a:p>
            <a:pPr marL="0" indent="0">
              <a:spcBef>
                <a:spcPts val="230"/>
              </a:spcBef>
              <a:buNone/>
            </a:pPr>
            <a:endParaRPr lang="en-US" sz="900" b="1" dirty="0">
              <a:solidFill>
                <a:schemeClr val="bg2"/>
              </a:solidFill>
            </a:endParaRPr>
          </a:p>
          <a:p>
            <a:pPr marL="0" indent="0">
              <a:spcBef>
                <a:spcPts val="230"/>
              </a:spcBef>
              <a:buNone/>
            </a:pPr>
            <a:r>
              <a:rPr lang="en-US" sz="900" baseline="0" dirty="0">
                <a:solidFill>
                  <a:schemeClr val="bg2"/>
                </a:solidFill>
              </a:rPr>
              <a:t>Granite              77     78      83</a:t>
            </a:r>
          </a:p>
          <a:p>
            <a:pPr marL="0" indent="0">
              <a:spcBef>
                <a:spcPts val="230"/>
              </a:spcBef>
              <a:buNone/>
            </a:pPr>
            <a:endParaRPr lang="en-US" sz="900" dirty="0">
              <a:solidFill>
                <a:schemeClr val="bg2"/>
              </a:solidFill>
            </a:endParaRPr>
          </a:p>
          <a:p>
            <a:pPr marL="0" indent="0">
              <a:spcBef>
                <a:spcPts val="230"/>
              </a:spcBef>
              <a:buNone/>
            </a:pPr>
            <a:r>
              <a:rPr lang="en-US" sz="900" baseline="0" dirty="0">
                <a:solidFill>
                  <a:schemeClr val="bg2"/>
                </a:solidFill>
              </a:rPr>
              <a:t>Slate                 145   146    150</a:t>
            </a:r>
          </a:p>
          <a:p>
            <a:pPr marL="0" indent="0">
              <a:spcBef>
                <a:spcPts val="230"/>
              </a:spcBef>
              <a:buNone/>
            </a:pPr>
            <a:endParaRPr lang="en-US" sz="900" dirty="0">
              <a:solidFill>
                <a:schemeClr val="bg2"/>
              </a:solidFill>
            </a:endParaRPr>
          </a:p>
          <a:p>
            <a:pPr marL="0" indent="0">
              <a:spcBef>
                <a:spcPts val="230"/>
              </a:spcBef>
              <a:buNone/>
            </a:pPr>
            <a:r>
              <a:rPr lang="en-US" sz="900" baseline="0" dirty="0">
                <a:solidFill>
                  <a:schemeClr val="bg2"/>
                </a:solidFill>
              </a:rPr>
              <a:t>Fog</a:t>
            </a:r>
            <a:r>
              <a:rPr lang="en-US" sz="800" baseline="0" dirty="0">
                <a:solidFill>
                  <a:schemeClr val="bg2"/>
                </a:solidFill>
              </a:rPr>
              <a:t>                     </a:t>
            </a:r>
            <a:r>
              <a:rPr lang="en-US" sz="900" baseline="0" dirty="0">
                <a:solidFill>
                  <a:schemeClr val="bg2"/>
                </a:solidFill>
              </a:rPr>
              <a:t> 216   216</a:t>
            </a:r>
            <a:r>
              <a:rPr lang="en-US" sz="800" dirty="0">
                <a:solidFill>
                  <a:schemeClr val="bg2"/>
                </a:solidFill>
              </a:rPr>
              <a:t>    </a:t>
            </a:r>
            <a:r>
              <a:rPr lang="en-US" sz="900" dirty="0">
                <a:solidFill>
                  <a:schemeClr val="bg2"/>
                </a:solidFill>
              </a:rPr>
              <a:t>213</a:t>
            </a:r>
          </a:p>
          <a:p>
            <a:pPr marL="0" indent="0">
              <a:spcBef>
                <a:spcPts val="230"/>
              </a:spcBef>
              <a:buNone/>
            </a:pPr>
            <a:endParaRPr lang="en-US" sz="900" baseline="0" dirty="0">
              <a:solidFill>
                <a:schemeClr val="bg2"/>
              </a:solidFill>
            </a:endParaRPr>
          </a:p>
          <a:p>
            <a:pPr marL="0" indent="0">
              <a:spcBef>
                <a:spcPts val="230"/>
              </a:spcBef>
              <a:buNone/>
            </a:pPr>
            <a:r>
              <a:rPr lang="en-US" sz="900" dirty="0">
                <a:solidFill>
                  <a:schemeClr val="bg2"/>
                </a:solidFill>
              </a:rPr>
              <a:t>Grass                120   184    51</a:t>
            </a:r>
          </a:p>
          <a:p>
            <a:pPr marL="0" indent="0">
              <a:spcBef>
                <a:spcPts val="230"/>
              </a:spcBef>
              <a:buNone/>
            </a:pPr>
            <a:endParaRPr lang="en-US" sz="900" baseline="0" dirty="0">
              <a:solidFill>
                <a:schemeClr val="bg2"/>
              </a:solidFill>
            </a:endParaRPr>
          </a:p>
          <a:p>
            <a:pPr marL="0" indent="0">
              <a:spcBef>
                <a:spcPts val="230"/>
              </a:spcBef>
              <a:buNone/>
            </a:pPr>
            <a:r>
              <a:rPr lang="en-US" sz="900" dirty="0">
                <a:solidFill>
                  <a:schemeClr val="bg2"/>
                </a:solidFill>
              </a:rPr>
              <a:t>Leaf                   200   230   145</a:t>
            </a:r>
          </a:p>
          <a:p>
            <a:pPr marL="0" indent="0">
              <a:spcBef>
                <a:spcPts val="230"/>
              </a:spcBef>
              <a:buNone/>
            </a:pPr>
            <a:endParaRPr lang="en-US" sz="900" baseline="0" dirty="0">
              <a:solidFill>
                <a:schemeClr val="bg2"/>
              </a:solidFill>
            </a:endParaRPr>
          </a:p>
          <a:p>
            <a:pPr marL="0" indent="0">
              <a:spcBef>
                <a:spcPts val="230"/>
              </a:spcBef>
              <a:buNone/>
            </a:pPr>
            <a:r>
              <a:rPr lang="en-US" sz="900" dirty="0">
                <a:solidFill>
                  <a:schemeClr val="bg2"/>
                </a:solidFill>
              </a:rPr>
              <a:t>Cloudberry        221   118</a:t>
            </a:r>
            <a:r>
              <a:rPr lang="en-US" sz="800" dirty="0">
                <a:solidFill>
                  <a:schemeClr val="bg2"/>
                </a:solidFill>
              </a:rPr>
              <a:t>    </a:t>
            </a:r>
            <a:r>
              <a:rPr lang="en-US" sz="900" dirty="0">
                <a:solidFill>
                  <a:schemeClr val="bg2"/>
                </a:solidFill>
              </a:rPr>
              <a:t>17</a:t>
            </a:r>
            <a:endParaRPr lang="en-US" sz="900" baseline="0" dirty="0">
              <a:solidFill>
                <a:schemeClr val="bg2"/>
              </a:solidFill>
            </a:endParaRPr>
          </a:p>
          <a:p>
            <a:pPr marL="0" indent="0">
              <a:spcBef>
                <a:spcPts val="230"/>
              </a:spcBef>
              <a:buNone/>
            </a:pPr>
            <a:r>
              <a:rPr lang="en-US" sz="900" b="1" dirty="0">
                <a:solidFill>
                  <a:schemeClr val="bg2"/>
                </a:solidFill>
              </a:rPr>
              <a:t>	</a:t>
            </a:r>
            <a:endParaRPr lang="en-US" sz="900" b="1" baseline="0" dirty="0">
              <a:solidFill>
                <a:schemeClr val="bg2"/>
              </a:solidFill>
            </a:endParaRPr>
          </a:p>
        </p:txBody>
      </p:sp>
      <p:cxnSp>
        <p:nvCxnSpPr>
          <p:cNvPr id="73" name="Rak 2"/>
          <p:cNvCxnSpPr/>
          <p:nvPr userDrawn="1"/>
        </p:nvCxnSpPr>
        <p:spPr>
          <a:xfrm>
            <a:off x="911484" y="1885704"/>
            <a:ext cx="669574" cy="0"/>
          </a:xfrm>
          <a:prstGeom prst="line">
            <a:avLst/>
          </a:prstGeom>
          <a:ln w="9525">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5" name="Rak 89"/>
          <p:cNvCxnSpPr/>
          <p:nvPr userDrawn="1"/>
        </p:nvCxnSpPr>
        <p:spPr>
          <a:xfrm>
            <a:off x="1719292" y="1886916"/>
            <a:ext cx="765816" cy="0"/>
          </a:xfrm>
          <a:prstGeom prst="line">
            <a:avLst/>
          </a:prstGeom>
          <a:ln w="9525">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 name="Rak 91"/>
          <p:cNvCxnSpPr/>
          <p:nvPr userDrawn="1"/>
        </p:nvCxnSpPr>
        <p:spPr>
          <a:xfrm>
            <a:off x="911484" y="1548770"/>
            <a:ext cx="669574" cy="0"/>
          </a:xfrm>
          <a:prstGeom prst="line">
            <a:avLst/>
          </a:prstGeom>
          <a:ln w="9525">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1" name="Rak 92"/>
          <p:cNvCxnSpPr/>
          <p:nvPr userDrawn="1"/>
        </p:nvCxnSpPr>
        <p:spPr>
          <a:xfrm>
            <a:off x="1719292" y="1549982"/>
            <a:ext cx="765816" cy="0"/>
          </a:xfrm>
          <a:prstGeom prst="line">
            <a:avLst/>
          </a:prstGeom>
          <a:ln w="9525">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2" name="Rak 95"/>
          <p:cNvCxnSpPr/>
          <p:nvPr userDrawn="1"/>
        </p:nvCxnSpPr>
        <p:spPr>
          <a:xfrm>
            <a:off x="911484" y="2220236"/>
            <a:ext cx="669574" cy="0"/>
          </a:xfrm>
          <a:prstGeom prst="line">
            <a:avLst/>
          </a:prstGeom>
          <a:ln w="9525">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3" name="Rak 96"/>
          <p:cNvCxnSpPr/>
          <p:nvPr userDrawn="1"/>
        </p:nvCxnSpPr>
        <p:spPr>
          <a:xfrm>
            <a:off x="1719292" y="2221448"/>
            <a:ext cx="765816" cy="0"/>
          </a:xfrm>
          <a:prstGeom prst="line">
            <a:avLst/>
          </a:prstGeom>
          <a:ln w="9525">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4" name="Rak 97"/>
          <p:cNvCxnSpPr/>
          <p:nvPr userDrawn="1"/>
        </p:nvCxnSpPr>
        <p:spPr>
          <a:xfrm>
            <a:off x="911484" y="2550256"/>
            <a:ext cx="669574" cy="0"/>
          </a:xfrm>
          <a:prstGeom prst="line">
            <a:avLst/>
          </a:prstGeom>
          <a:ln w="9525">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5" name="Rak 98"/>
          <p:cNvCxnSpPr/>
          <p:nvPr userDrawn="1"/>
        </p:nvCxnSpPr>
        <p:spPr>
          <a:xfrm>
            <a:off x="1719292" y="2551468"/>
            <a:ext cx="765816" cy="0"/>
          </a:xfrm>
          <a:prstGeom prst="line">
            <a:avLst/>
          </a:prstGeom>
          <a:ln w="9525">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6" name="Rak 99"/>
          <p:cNvCxnSpPr/>
          <p:nvPr userDrawn="1"/>
        </p:nvCxnSpPr>
        <p:spPr>
          <a:xfrm>
            <a:off x="911484" y="2884376"/>
            <a:ext cx="669574" cy="0"/>
          </a:xfrm>
          <a:prstGeom prst="line">
            <a:avLst/>
          </a:prstGeom>
          <a:ln w="9525">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7" name="Rak 100"/>
          <p:cNvCxnSpPr/>
          <p:nvPr userDrawn="1"/>
        </p:nvCxnSpPr>
        <p:spPr>
          <a:xfrm>
            <a:off x="1719292" y="2885588"/>
            <a:ext cx="765816" cy="0"/>
          </a:xfrm>
          <a:prstGeom prst="line">
            <a:avLst/>
          </a:prstGeom>
          <a:ln w="9525">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8" name="Rak 101"/>
          <p:cNvCxnSpPr/>
          <p:nvPr userDrawn="1"/>
        </p:nvCxnSpPr>
        <p:spPr>
          <a:xfrm>
            <a:off x="911484" y="3218496"/>
            <a:ext cx="669574" cy="0"/>
          </a:xfrm>
          <a:prstGeom prst="line">
            <a:avLst/>
          </a:prstGeom>
          <a:ln w="9525">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9" name="Rak 102"/>
          <p:cNvCxnSpPr/>
          <p:nvPr userDrawn="1"/>
        </p:nvCxnSpPr>
        <p:spPr>
          <a:xfrm>
            <a:off x="1719292" y="3219708"/>
            <a:ext cx="765816" cy="0"/>
          </a:xfrm>
          <a:prstGeom prst="line">
            <a:avLst/>
          </a:prstGeom>
          <a:ln w="9525">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0" name="Rak 103"/>
          <p:cNvCxnSpPr/>
          <p:nvPr userDrawn="1"/>
        </p:nvCxnSpPr>
        <p:spPr>
          <a:xfrm>
            <a:off x="911484" y="3554048"/>
            <a:ext cx="669574" cy="0"/>
          </a:xfrm>
          <a:prstGeom prst="line">
            <a:avLst/>
          </a:prstGeom>
          <a:ln w="9525">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1" name="Rak 104"/>
          <p:cNvCxnSpPr/>
          <p:nvPr userDrawn="1"/>
        </p:nvCxnSpPr>
        <p:spPr>
          <a:xfrm>
            <a:off x="1719292" y="3555260"/>
            <a:ext cx="765816" cy="0"/>
          </a:xfrm>
          <a:prstGeom prst="line">
            <a:avLst/>
          </a:prstGeom>
          <a:ln w="9525">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42" name="Rectangle 81"/>
          <p:cNvSpPr/>
          <p:nvPr userDrawn="1"/>
        </p:nvSpPr>
        <p:spPr>
          <a:xfrm>
            <a:off x="2958421" y="1265798"/>
            <a:ext cx="1810009" cy="2200602"/>
          </a:xfrm>
          <a:prstGeom prst="rect">
            <a:avLst/>
          </a:prstGeom>
        </p:spPr>
        <p:txBody>
          <a:bodyPr wrap="square" numCol="1" spcCol="36000">
            <a:spAutoFit/>
          </a:bodyPr>
          <a:lstStyle/>
          <a:p>
            <a:pPr marL="0" indent="0">
              <a:spcBef>
                <a:spcPts val="230"/>
              </a:spcBef>
              <a:buNone/>
            </a:pPr>
            <a:r>
              <a:rPr lang="en-US" sz="900" b="1" baseline="0" dirty="0">
                <a:solidFill>
                  <a:schemeClr val="bg2"/>
                </a:solidFill>
              </a:rPr>
              <a:t>Color</a:t>
            </a:r>
            <a:r>
              <a:rPr lang="en-US" sz="900" b="1" dirty="0">
                <a:solidFill>
                  <a:schemeClr val="bg2"/>
                </a:solidFill>
              </a:rPr>
              <a:t>                </a:t>
            </a:r>
            <a:r>
              <a:rPr lang="en-US" sz="900" b="1" baseline="0" dirty="0">
                <a:solidFill>
                  <a:schemeClr val="bg2"/>
                </a:solidFill>
              </a:rPr>
              <a:t>R       G       B</a:t>
            </a:r>
          </a:p>
          <a:p>
            <a:pPr marL="0" indent="0">
              <a:spcBef>
                <a:spcPts val="230"/>
              </a:spcBef>
              <a:buNone/>
            </a:pPr>
            <a:endParaRPr lang="en-US" sz="900" b="1" dirty="0">
              <a:solidFill>
                <a:schemeClr val="bg2"/>
              </a:solidFill>
            </a:endParaRPr>
          </a:p>
          <a:p>
            <a:pPr marL="0" indent="0">
              <a:spcBef>
                <a:spcPts val="230"/>
              </a:spcBef>
              <a:buNone/>
            </a:pPr>
            <a:r>
              <a:rPr lang="en-US" sz="900" baseline="0" dirty="0">
                <a:solidFill>
                  <a:schemeClr val="bg2"/>
                </a:solidFill>
              </a:rPr>
              <a:t>Midnight su</a:t>
            </a:r>
            <a:r>
              <a:rPr lang="en-US" sz="900" dirty="0">
                <a:solidFill>
                  <a:schemeClr val="bg2"/>
                </a:solidFill>
              </a:rPr>
              <a:t>n     </a:t>
            </a:r>
            <a:r>
              <a:rPr lang="en-US" sz="900" baseline="0" dirty="0">
                <a:solidFill>
                  <a:schemeClr val="bg2"/>
                </a:solidFill>
              </a:rPr>
              <a:t>252   204   130</a:t>
            </a:r>
          </a:p>
          <a:p>
            <a:pPr marL="0" indent="0">
              <a:spcBef>
                <a:spcPts val="230"/>
              </a:spcBef>
              <a:buNone/>
            </a:pPr>
            <a:endParaRPr lang="en-US" sz="900" dirty="0">
              <a:solidFill>
                <a:schemeClr val="bg2"/>
              </a:solidFill>
            </a:endParaRPr>
          </a:p>
          <a:p>
            <a:pPr marL="0" indent="0">
              <a:spcBef>
                <a:spcPts val="230"/>
              </a:spcBef>
              <a:buNone/>
            </a:pPr>
            <a:r>
              <a:rPr lang="en-US" sz="900" baseline="0" dirty="0">
                <a:solidFill>
                  <a:schemeClr val="bg2"/>
                </a:solidFill>
              </a:rPr>
              <a:t>Ocean               22</a:t>
            </a:r>
            <a:r>
              <a:rPr lang="en-US" sz="800" baseline="0" dirty="0">
                <a:solidFill>
                  <a:schemeClr val="bg2"/>
                </a:solidFill>
              </a:rPr>
              <a:t>     </a:t>
            </a:r>
            <a:r>
              <a:rPr lang="en-US" sz="900" baseline="0" dirty="0">
                <a:solidFill>
                  <a:schemeClr val="bg2"/>
                </a:solidFill>
              </a:rPr>
              <a:t>166    201</a:t>
            </a:r>
          </a:p>
          <a:p>
            <a:pPr marL="0" indent="0">
              <a:spcBef>
                <a:spcPts val="230"/>
              </a:spcBef>
              <a:buNone/>
            </a:pPr>
            <a:endParaRPr lang="en-US" sz="900" dirty="0">
              <a:solidFill>
                <a:schemeClr val="bg2"/>
              </a:solidFill>
            </a:endParaRPr>
          </a:p>
          <a:p>
            <a:pPr marL="0" indent="0">
              <a:spcBef>
                <a:spcPts val="230"/>
              </a:spcBef>
              <a:buNone/>
            </a:pPr>
            <a:r>
              <a:rPr lang="en-US" sz="900" baseline="0" dirty="0">
                <a:solidFill>
                  <a:schemeClr val="bg2"/>
                </a:solidFill>
              </a:rPr>
              <a:t>Sky </a:t>
            </a:r>
            <a:r>
              <a:rPr lang="en-US" sz="900" dirty="0">
                <a:solidFill>
                  <a:schemeClr val="bg2"/>
                </a:solidFill>
              </a:rPr>
              <a:t>                  186    </a:t>
            </a:r>
            <a:r>
              <a:rPr lang="en-US" sz="900" baseline="0" dirty="0">
                <a:solidFill>
                  <a:schemeClr val="bg2"/>
                </a:solidFill>
              </a:rPr>
              <a:t>220</a:t>
            </a:r>
            <a:r>
              <a:rPr lang="en-US" sz="800" dirty="0">
                <a:solidFill>
                  <a:schemeClr val="bg2"/>
                </a:solidFill>
              </a:rPr>
              <a:t>   </a:t>
            </a:r>
            <a:r>
              <a:rPr lang="en-US" sz="900" dirty="0">
                <a:solidFill>
                  <a:schemeClr val="bg2"/>
                </a:solidFill>
              </a:rPr>
              <a:t>230</a:t>
            </a:r>
          </a:p>
          <a:p>
            <a:pPr marL="0" indent="0">
              <a:spcBef>
                <a:spcPts val="230"/>
              </a:spcBef>
              <a:buNone/>
            </a:pPr>
            <a:endParaRPr lang="en-US" sz="900" baseline="0" dirty="0">
              <a:solidFill>
                <a:schemeClr val="bg2"/>
              </a:solidFill>
            </a:endParaRPr>
          </a:p>
          <a:p>
            <a:pPr marL="0" indent="0">
              <a:spcBef>
                <a:spcPts val="230"/>
              </a:spcBef>
              <a:buNone/>
            </a:pPr>
            <a:r>
              <a:rPr lang="en-US" sz="900" dirty="0">
                <a:solidFill>
                  <a:schemeClr val="bg2"/>
                </a:solidFill>
              </a:rPr>
              <a:t>Mud                  112    78     54</a:t>
            </a:r>
          </a:p>
          <a:p>
            <a:pPr marL="0" indent="0">
              <a:spcBef>
                <a:spcPts val="230"/>
              </a:spcBef>
              <a:buNone/>
            </a:pPr>
            <a:endParaRPr lang="en-US" sz="900" baseline="0" dirty="0">
              <a:solidFill>
                <a:schemeClr val="bg2"/>
              </a:solidFill>
            </a:endParaRPr>
          </a:p>
          <a:p>
            <a:pPr marL="0" indent="0">
              <a:spcBef>
                <a:spcPts val="230"/>
              </a:spcBef>
              <a:buNone/>
            </a:pPr>
            <a:r>
              <a:rPr lang="en-US" sz="900" dirty="0">
                <a:solidFill>
                  <a:schemeClr val="bg2"/>
                </a:solidFill>
              </a:rPr>
              <a:t>Sand                 220   204   167</a:t>
            </a:r>
          </a:p>
          <a:p>
            <a:pPr marL="0" indent="0">
              <a:spcBef>
                <a:spcPts val="230"/>
              </a:spcBef>
              <a:buNone/>
            </a:pPr>
            <a:endParaRPr lang="en-US" sz="900" baseline="0" dirty="0">
              <a:solidFill>
                <a:schemeClr val="bg2"/>
              </a:solidFill>
            </a:endParaRPr>
          </a:p>
          <a:p>
            <a:pPr marL="0" indent="0">
              <a:spcBef>
                <a:spcPts val="230"/>
              </a:spcBef>
              <a:buNone/>
            </a:pPr>
            <a:r>
              <a:rPr lang="en-US" sz="900" b="1" dirty="0">
                <a:solidFill>
                  <a:schemeClr val="bg2"/>
                </a:solidFill>
              </a:rPr>
              <a:t>	</a:t>
            </a:r>
            <a:endParaRPr lang="en-US" sz="900" b="1" baseline="0" dirty="0">
              <a:solidFill>
                <a:schemeClr val="bg2"/>
              </a:solidFill>
            </a:endParaRPr>
          </a:p>
        </p:txBody>
      </p:sp>
      <p:cxnSp>
        <p:nvCxnSpPr>
          <p:cNvPr id="143" name="Rak 107"/>
          <p:cNvCxnSpPr/>
          <p:nvPr userDrawn="1"/>
        </p:nvCxnSpPr>
        <p:spPr>
          <a:xfrm>
            <a:off x="3053450" y="1885704"/>
            <a:ext cx="669574" cy="0"/>
          </a:xfrm>
          <a:prstGeom prst="line">
            <a:avLst/>
          </a:prstGeom>
          <a:ln w="9525">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4" name="Rak 108"/>
          <p:cNvCxnSpPr/>
          <p:nvPr userDrawn="1"/>
        </p:nvCxnSpPr>
        <p:spPr>
          <a:xfrm>
            <a:off x="3861258" y="1886916"/>
            <a:ext cx="765816" cy="0"/>
          </a:xfrm>
          <a:prstGeom prst="line">
            <a:avLst/>
          </a:prstGeom>
          <a:ln w="9525">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5" name="Rak 109"/>
          <p:cNvCxnSpPr/>
          <p:nvPr userDrawn="1"/>
        </p:nvCxnSpPr>
        <p:spPr>
          <a:xfrm>
            <a:off x="3053450" y="1548770"/>
            <a:ext cx="669574" cy="0"/>
          </a:xfrm>
          <a:prstGeom prst="line">
            <a:avLst/>
          </a:prstGeom>
          <a:ln w="9525">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6" name="Rak 110"/>
          <p:cNvCxnSpPr/>
          <p:nvPr userDrawn="1"/>
        </p:nvCxnSpPr>
        <p:spPr>
          <a:xfrm>
            <a:off x="3861258" y="1549982"/>
            <a:ext cx="765816" cy="0"/>
          </a:xfrm>
          <a:prstGeom prst="line">
            <a:avLst/>
          </a:prstGeom>
          <a:ln w="9525">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7" name="Rak 111"/>
          <p:cNvCxnSpPr/>
          <p:nvPr userDrawn="1"/>
        </p:nvCxnSpPr>
        <p:spPr>
          <a:xfrm>
            <a:off x="3053450" y="2220236"/>
            <a:ext cx="669574" cy="0"/>
          </a:xfrm>
          <a:prstGeom prst="line">
            <a:avLst/>
          </a:prstGeom>
          <a:ln w="9525">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8" name="Rak 112"/>
          <p:cNvCxnSpPr/>
          <p:nvPr userDrawn="1"/>
        </p:nvCxnSpPr>
        <p:spPr>
          <a:xfrm>
            <a:off x="3861258" y="2221448"/>
            <a:ext cx="765816" cy="0"/>
          </a:xfrm>
          <a:prstGeom prst="line">
            <a:avLst/>
          </a:prstGeom>
          <a:ln w="9525">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9" name="Rak 113"/>
          <p:cNvCxnSpPr/>
          <p:nvPr userDrawn="1"/>
        </p:nvCxnSpPr>
        <p:spPr>
          <a:xfrm>
            <a:off x="3053450" y="2550256"/>
            <a:ext cx="669574" cy="0"/>
          </a:xfrm>
          <a:prstGeom prst="line">
            <a:avLst/>
          </a:prstGeom>
          <a:ln w="9525">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6" name="Rak 114"/>
          <p:cNvCxnSpPr/>
          <p:nvPr userDrawn="1"/>
        </p:nvCxnSpPr>
        <p:spPr>
          <a:xfrm>
            <a:off x="3861258" y="2551468"/>
            <a:ext cx="765816" cy="0"/>
          </a:xfrm>
          <a:prstGeom prst="line">
            <a:avLst/>
          </a:prstGeom>
          <a:ln w="9525">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7" name="Rak 115"/>
          <p:cNvCxnSpPr/>
          <p:nvPr userDrawn="1"/>
        </p:nvCxnSpPr>
        <p:spPr>
          <a:xfrm>
            <a:off x="3053450" y="2884376"/>
            <a:ext cx="669574" cy="0"/>
          </a:xfrm>
          <a:prstGeom prst="line">
            <a:avLst/>
          </a:prstGeom>
          <a:ln w="9525">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8" name="Rak 116"/>
          <p:cNvCxnSpPr/>
          <p:nvPr userDrawn="1"/>
        </p:nvCxnSpPr>
        <p:spPr>
          <a:xfrm>
            <a:off x="3861258" y="2885588"/>
            <a:ext cx="765816" cy="0"/>
          </a:xfrm>
          <a:prstGeom prst="line">
            <a:avLst/>
          </a:prstGeom>
          <a:ln w="9525">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9" name="Rak 117"/>
          <p:cNvCxnSpPr/>
          <p:nvPr userDrawn="1"/>
        </p:nvCxnSpPr>
        <p:spPr>
          <a:xfrm>
            <a:off x="3053450" y="3218496"/>
            <a:ext cx="669574" cy="0"/>
          </a:xfrm>
          <a:prstGeom prst="line">
            <a:avLst/>
          </a:prstGeom>
          <a:ln w="9525">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0" name="Rak 118"/>
          <p:cNvCxnSpPr/>
          <p:nvPr userDrawn="1"/>
        </p:nvCxnSpPr>
        <p:spPr>
          <a:xfrm>
            <a:off x="3861258" y="3219708"/>
            <a:ext cx="765816" cy="0"/>
          </a:xfrm>
          <a:prstGeom prst="line">
            <a:avLst/>
          </a:prstGeom>
          <a:ln w="9525">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66" name="Rectangle 81"/>
          <p:cNvSpPr/>
          <p:nvPr userDrawn="1"/>
        </p:nvSpPr>
        <p:spPr>
          <a:xfrm>
            <a:off x="7212083" y="698779"/>
            <a:ext cx="1810009" cy="887422"/>
          </a:xfrm>
          <a:prstGeom prst="rect">
            <a:avLst/>
          </a:prstGeom>
        </p:spPr>
        <p:txBody>
          <a:bodyPr wrap="square" numCol="1" spcCol="36000">
            <a:spAutoFit/>
          </a:bodyPr>
          <a:lstStyle/>
          <a:p>
            <a:pPr marL="0" indent="0">
              <a:spcBef>
                <a:spcPts val="230"/>
              </a:spcBef>
              <a:buNone/>
            </a:pPr>
            <a:r>
              <a:rPr lang="en-US" sz="900" b="1" baseline="0" dirty="0">
                <a:solidFill>
                  <a:schemeClr val="bg2"/>
                </a:solidFill>
              </a:rPr>
              <a:t>Color</a:t>
            </a:r>
            <a:r>
              <a:rPr lang="en-US" sz="900" b="1" dirty="0">
                <a:solidFill>
                  <a:schemeClr val="bg2"/>
                </a:solidFill>
              </a:rPr>
              <a:t>                </a:t>
            </a:r>
            <a:r>
              <a:rPr lang="en-US" sz="900" b="1" baseline="0" dirty="0">
                <a:solidFill>
                  <a:schemeClr val="bg2"/>
                </a:solidFill>
              </a:rPr>
              <a:t>R       G       B</a:t>
            </a:r>
          </a:p>
          <a:p>
            <a:pPr marL="0" indent="0">
              <a:spcBef>
                <a:spcPts val="230"/>
              </a:spcBef>
              <a:buNone/>
            </a:pPr>
            <a:endParaRPr lang="en-US" sz="900" b="1" dirty="0">
              <a:solidFill>
                <a:schemeClr val="bg2"/>
              </a:solidFill>
            </a:endParaRPr>
          </a:p>
          <a:p>
            <a:pPr marL="0" indent="0">
              <a:spcBef>
                <a:spcPts val="230"/>
              </a:spcBef>
              <a:buNone/>
            </a:pPr>
            <a:r>
              <a:rPr lang="en-US" sz="900" baseline="0" dirty="0">
                <a:solidFill>
                  <a:schemeClr val="bg2"/>
                </a:solidFill>
              </a:rPr>
              <a:t>Heather</a:t>
            </a:r>
            <a:r>
              <a:rPr lang="en-US" sz="900" dirty="0">
                <a:solidFill>
                  <a:schemeClr val="bg2"/>
                </a:solidFill>
              </a:rPr>
              <a:t>        </a:t>
            </a:r>
            <a:r>
              <a:rPr lang="en-US" sz="800" dirty="0">
                <a:solidFill>
                  <a:schemeClr val="bg2"/>
                </a:solidFill>
              </a:rPr>
              <a:t>    </a:t>
            </a:r>
            <a:r>
              <a:rPr lang="en-US" sz="900" dirty="0">
                <a:solidFill>
                  <a:schemeClr val="bg2"/>
                </a:solidFill>
              </a:rPr>
              <a:t> </a:t>
            </a:r>
            <a:r>
              <a:rPr lang="en-US" sz="900" baseline="0" dirty="0">
                <a:solidFill>
                  <a:schemeClr val="bg2"/>
                </a:solidFill>
              </a:rPr>
              <a:t>118 </a:t>
            </a:r>
            <a:r>
              <a:rPr lang="en-US" sz="900" dirty="0">
                <a:solidFill>
                  <a:schemeClr val="bg2"/>
                </a:solidFill>
              </a:rPr>
              <a:t>   51    </a:t>
            </a:r>
            <a:r>
              <a:rPr lang="en-US" sz="900" baseline="0" dirty="0">
                <a:solidFill>
                  <a:schemeClr val="bg2"/>
                </a:solidFill>
              </a:rPr>
              <a:t>105</a:t>
            </a:r>
          </a:p>
          <a:p>
            <a:pPr marL="0" indent="0">
              <a:spcBef>
                <a:spcPts val="230"/>
              </a:spcBef>
              <a:buNone/>
            </a:pPr>
            <a:endParaRPr lang="en-US" sz="900" dirty="0">
              <a:solidFill>
                <a:schemeClr val="bg2"/>
              </a:solidFill>
            </a:endParaRPr>
          </a:p>
          <a:p>
            <a:pPr marL="0" indent="0">
              <a:spcBef>
                <a:spcPts val="230"/>
              </a:spcBef>
              <a:buNone/>
            </a:pPr>
            <a:r>
              <a:rPr lang="en-US" sz="900" baseline="0" dirty="0">
                <a:solidFill>
                  <a:schemeClr val="bg2"/>
                </a:solidFill>
              </a:rPr>
              <a:t>Raspberry </a:t>
            </a:r>
            <a:r>
              <a:rPr lang="en-US" sz="800" baseline="0" dirty="0">
                <a:solidFill>
                  <a:schemeClr val="bg2"/>
                </a:solidFill>
              </a:rPr>
              <a:t>        </a:t>
            </a:r>
            <a:r>
              <a:rPr lang="en-US" sz="900" dirty="0">
                <a:solidFill>
                  <a:schemeClr val="bg2"/>
                </a:solidFill>
              </a:rPr>
              <a:t> </a:t>
            </a:r>
            <a:r>
              <a:rPr lang="en-US" sz="900" baseline="0" dirty="0">
                <a:solidFill>
                  <a:schemeClr val="bg2"/>
                </a:solidFill>
              </a:rPr>
              <a:t>216  </a:t>
            </a:r>
            <a:r>
              <a:rPr lang="en-US" sz="900" dirty="0">
                <a:solidFill>
                  <a:schemeClr val="bg2"/>
                </a:solidFill>
              </a:rPr>
              <a:t> </a:t>
            </a:r>
            <a:r>
              <a:rPr lang="en-US" sz="900" baseline="0" dirty="0">
                <a:solidFill>
                  <a:schemeClr val="bg2"/>
                </a:solidFill>
              </a:rPr>
              <a:t>68</a:t>
            </a:r>
            <a:r>
              <a:rPr lang="en-US" sz="800" baseline="0" dirty="0">
                <a:solidFill>
                  <a:schemeClr val="bg2"/>
                </a:solidFill>
              </a:rPr>
              <a:t>     </a:t>
            </a:r>
            <a:r>
              <a:rPr lang="en-US" sz="900" baseline="0" dirty="0">
                <a:solidFill>
                  <a:schemeClr val="bg2"/>
                </a:solidFill>
              </a:rPr>
              <a:t>81</a:t>
            </a:r>
            <a:endParaRPr lang="en-US" sz="900" b="1" baseline="0" dirty="0">
              <a:solidFill>
                <a:schemeClr val="bg2"/>
              </a:solidFill>
            </a:endParaRPr>
          </a:p>
        </p:txBody>
      </p:sp>
      <p:cxnSp>
        <p:nvCxnSpPr>
          <p:cNvPr id="167" name="Rak 122"/>
          <p:cNvCxnSpPr/>
          <p:nvPr userDrawn="1"/>
        </p:nvCxnSpPr>
        <p:spPr>
          <a:xfrm>
            <a:off x="7307112" y="1318685"/>
            <a:ext cx="669574" cy="0"/>
          </a:xfrm>
          <a:prstGeom prst="line">
            <a:avLst/>
          </a:prstGeom>
          <a:ln w="9525">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0" name="Rak 123"/>
          <p:cNvCxnSpPr/>
          <p:nvPr userDrawn="1"/>
        </p:nvCxnSpPr>
        <p:spPr>
          <a:xfrm>
            <a:off x="8114920" y="1319897"/>
            <a:ext cx="765816" cy="0"/>
          </a:xfrm>
          <a:prstGeom prst="line">
            <a:avLst/>
          </a:prstGeom>
          <a:ln w="9525">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1" name="Rak 124"/>
          <p:cNvCxnSpPr/>
          <p:nvPr userDrawn="1"/>
        </p:nvCxnSpPr>
        <p:spPr>
          <a:xfrm>
            <a:off x="7307112" y="981751"/>
            <a:ext cx="669574" cy="0"/>
          </a:xfrm>
          <a:prstGeom prst="line">
            <a:avLst/>
          </a:prstGeom>
          <a:ln w="9525">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2" name="Rak 125"/>
          <p:cNvCxnSpPr/>
          <p:nvPr userDrawn="1"/>
        </p:nvCxnSpPr>
        <p:spPr>
          <a:xfrm>
            <a:off x="8114920" y="982963"/>
            <a:ext cx="765816" cy="0"/>
          </a:xfrm>
          <a:prstGeom prst="line">
            <a:avLst/>
          </a:prstGeom>
          <a:ln w="9525">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3" name="Rak 126"/>
          <p:cNvCxnSpPr/>
          <p:nvPr userDrawn="1"/>
        </p:nvCxnSpPr>
        <p:spPr>
          <a:xfrm>
            <a:off x="7307112" y="1653217"/>
            <a:ext cx="669574" cy="0"/>
          </a:xfrm>
          <a:prstGeom prst="line">
            <a:avLst/>
          </a:prstGeom>
          <a:ln w="9525">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4" name="Rak 127"/>
          <p:cNvCxnSpPr/>
          <p:nvPr userDrawn="1"/>
        </p:nvCxnSpPr>
        <p:spPr>
          <a:xfrm>
            <a:off x="8114920" y="1654429"/>
            <a:ext cx="765816" cy="0"/>
          </a:xfrm>
          <a:prstGeom prst="line">
            <a:avLst/>
          </a:prstGeom>
          <a:ln w="9525">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75" name="Text Placeholder 5"/>
          <p:cNvSpPr>
            <a:spLocks noGrp="1"/>
          </p:cNvSpPr>
          <p:nvPr>
            <p:ph type="body" sz="quarter" idx="11" hasCustomPrompt="1"/>
          </p:nvPr>
        </p:nvSpPr>
        <p:spPr>
          <a:xfrm>
            <a:off x="573950" y="1586466"/>
            <a:ext cx="252000" cy="252000"/>
          </a:xfrm>
          <a:prstGeom prst="ellipse">
            <a:avLst/>
          </a:prstGeom>
          <a:solidFill>
            <a:schemeClr val="bg2"/>
          </a:solidFill>
        </p:spPr>
        <p:txBody>
          <a:bodyPr anchor="ctr" anchorCtr="1">
            <a:noAutofit/>
          </a:bodyPr>
          <a:lstStyle>
            <a:lvl1pPr marL="0" indent="0" algn="ctr">
              <a:buNone/>
              <a:defRPr sz="1600">
                <a:solidFill>
                  <a:schemeClr val="bg1"/>
                </a:solidFill>
              </a:defRPr>
            </a:lvl1pPr>
          </a:lstStyle>
          <a:p>
            <a:pPr lvl="0"/>
            <a:r>
              <a:rPr lang="en-US"/>
              <a:t> </a:t>
            </a:r>
          </a:p>
        </p:txBody>
      </p:sp>
      <p:sp>
        <p:nvSpPr>
          <p:cNvPr id="176" name="Text Placeholder 5"/>
          <p:cNvSpPr>
            <a:spLocks noGrp="1"/>
          </p:cNvSpPr>
          <p:nvPr>
            <p:ph type="body" sz="quarter" idx="12" hasCustomPrompt="1"/>
          </p:nvPr>
        </p:nvSpPr>
        <p:spPr>
          <a:xfrm>
            <a:off x="573950" y="1922108"/>
            <a:ext cx="252000" cy="252000"/>
          </a:xfrm>
          <a:prstGeom prst="ellipse">
            <a:avLst/>
          </a:prstGeom>
          <a:solidFill>
            <a:schemeClr val="accent2"/>
          </a:solidFill>
        </p:spPr>
        <p:txBody>
          <a:bodyPr anchor="ctr" anchorCtr="1">
            <a:noAutofit/>
          </a:bodyPr>
          <a:lstStyle>
            <a:lvl1pPr marL="0" indent="0" algn="ctr">
              <a:buNone/>
              <a:defRPr sz="1600">
                <a:solidFill>
                  <a:schemeClr val="bg1"/>
                </a:solidFill>
              </a:defRPr>
            </a:lvl1pPr>
          </a:lstStyle>
          <a:p>
            <a:pPr lvl="0"/>
            <a:r>
              <a:rPr lang="en-US"/>
              <a:t> </a:t>
            </a:r>
          </a:p>
        </p:txBody>
      </p:sp>
      <p:sp>
        <p:nvSpPr>
          <p:cNvPr id="177" name="Text Placeholder 5"/>
          <p:cNvSpPr>
            <a:spLocks noGrp="1"/>
          </p:cNvSpPr>
          <p:nvPr>
            <p:ph type="body" sz="quarter" idx="13" hasCustomPrompt="1"/>
          </p:nvPr>
        </p:nvSpPr>
        <p:spPr>
          <a:xfrm>
            <a:off x="573950" y="2257750"/>
            <a:ext cx="252000" cy="252000"/>
          </a:xfrm>
          <a:prstGeom prst="ellipse">
            <a:avLst/>
          </a:prstGeom>
          <a:solidFill>
            <a:schemeClr val="tx2"/>
          </a:solidFill>
        </p:spPr>
        <p:txBody>
          <a:bodyPr anchor="ctr" anchorCtr="1">
            <a:noAutofit/>
          </a:bodyPr>
          <a:lstStyle>
            <a:lvl1pPr marL="0" indent="0" algn="ctr">
              <a:buNone/>
              <a:defRPr sz="1600">
                <a:solidFill>
                  <a:schemeClr val="accent2"/>
                </a:solidFill>
              </a:defRPr>
            </a:lvl1pPr>
          </a:lstStyle>
          <a:p>
            <a:pPr lvl="0"/>
            <a:r>
              <a:rPr lang="en-US"/>
              <a:t> </a:t>
            </a:r>
          </a:p>
        </p:txBody>
      </p:sp>
      <p:sp>
        <p:nvSpPr>
          <p:cNvPr id="178" name="Text Placeholder 5"/>
          <p:cNvSpPr>
            <a:spLocks noGrp="1"/>
          </p:cNvSpPr>
          <p:nvPr>
            <p:ph type="body" sz="quarter" idx="14" hasCustomPrompt="1"/>
          </p:nvPr>
        </p:nvSpPr>
        <p:spPr>
          <a:xfrm>
            <a:off x="573950" y="2593392"/>
            <a:ext cx="252000" cy="252000"/>
          </a:xfrm>
          <a:prstGeom prst="ellipse">
            <a:avLst/>
          </a:prstGeom>
          <a:solidFill>
            <a:schemeClr val="accent3"/>
          </a:solidFill>
        </p:spPr>
        <p:txBody>
          <a:bodyPr anchor="ctr" anchorCtr="1">
            <a:noAutofit/>
          </a:bodyPr>
          <a:lstStyle>
            <a:lvl1pPr marL="0" indent="0" algn="ctr">
              <a:buNone/>
              <a:defRPr sz="1600">
                <a:solidFill>
                  <a:schemeClr val="bg1"/>
                </a:solidFill>
              </a:defRPr>
            </a:lvl1pPr>
          </a:lstStyle>
          <a:p>
            <a:pPr lvl="0"/>
            <a:r>
              <a:rPr lang="en-US"/>
              <a:t> </a:t>
            </a:r>
          </a:p>
        </p:txBody>
      </p:sp>
      <p:sp>
        <p:nvSpPr>
          <p:cNvPr id="179" name="Text Placeholder 5"/>
          <p:cNvSpPr>
            <a:spLocks noGrp="1"/>
          </p:cNvSpPr>
          <p:nvPr>
            <p:ph type="body" sz="quarter" idx="15" hasCustomPrompt="1"/>
          </p:nvPr>
        </p:nvSpPr>
        <p:spPr>
          <a:xfrm>
            <a:off x="573950" y="2929034"/>
            <a:ext cx="252000" cy="252000"/>
          </a:xfrm>
          <a:prstGeom prst="ellipse">
            <a:avLst/>
          </a:prstGeom>
          <a:solidFill>
            <a:srgbClr val="C8E691"/>
          </a:solidFill>
        </p:spPr>
        <p:txBody>
          <a:bodyPr anchor="ctr" anchorCtr="1">
            <a:noAutofit/>
          </a:bodyPr>
          <a:lstStyle>
            <a:lvl1pPr marL="0" indent="0" algn="ctr">
              <a:buNone/>
              <a:defRPr sz="1600">
                <a:solidFill>
                  <a:schemeClr val="accent2"/>
                </a:solidFill>
              </a:defRPr>
            </a:lvl1pPr>
          </a:lstStyle>
          <a:p>
            <a:pPr lvl="0"/>
            <a:r>
              <a:rPr lang="en-US"/>
              <a:t> </a:t>
            </a:r>
          </a:p>
        </p:txBody>
      </p:sp>
      <p:sp>
        <p:nvSpPr>
          <p:cNvPr id="180" name="Text Placeholder 5"/>
          <p:cNvSpPr>
            <a:spLocks noGrp="1"/>
          </p:cNvSpPr>
          <p:nvPr>
            <p:ph type="body" sz="quarter" idx="16" hasCustomPrompt="1"/>
          </p:nvPr>
        </p:nvSpPr>
        <p:spPr>
          <a:xfrm>
            <a:off x="573950" y="3264677"/>
            <a:ext cx="252000" cy="252000"/>
          </a:xfrm>
          <a:prstGeom prst="ellipse">
            <a:avLst/>
          </a:prstGeom>
          <a:solidFill>
            <a:schemeClr val="accent6"/>
          </a:solidFill>
        </p:spPr>
        <p:txBody>
          <a:bodyPr anchor="ctr" anchorCtr="1">
            <a:noAutofit/>
          </a:bodyPr>
          <a:lstStyle>
            <a:lvl1pPr marL="0" indent="0" algn="ctr">
              <a:buNone/>
              <a:defRPr sz="1600">
                <a:solidFill>
                  <a:schemeClr val="bg1"/>
                </a:solidFill>
              </a:defRPr>
            </a:lvl1pPr>
          </a:lstStyle>
          <a:p>
            <a:pPr lvl="0"/>
            <a:r>
              <a:rPr lang="en-US"/>
              <a:t> </a:t>
            </a:r>
          </a:p>
        </p:txBody>
      </p:sp>
      <p:sp>
        <p:nvSpPr>
          <p:cNvPr id="181" name="Text Placeholder 5"/>
          <p:cNvSpPr>
            <a:spLocks noGrp="1"/>
          </p:cNvSpPr>
          <p:nvPr>
            <p:ph type="body" sz="quarter" idx="17" hasCustomPrompt="1"/>
          </p:nvPr>
        </p:nvSpPr>
        <p:spPr>
          <a:xfrm>
            <a:off x="2715798" y="1586466"/>
            <a:ext cx="252000" cy="252000"/>
          </a:xfrm>
          <a:prstGeom prst="ellipse">
            <a:avLst/>
          </a:prstGeom>
          <a:solidFill>
            <a:srgbClr val="FCCC82"/>
          </a:solidFill>
        </p:spPr>
        <p:txBody>
          <a:bodyPr anchor="ctr" anchorCtr="1">
            <a:noAutofit/>
          </a:bodyPr>
          <a:lstStyle>
            <a:lvl1pPr marL="0" indent="0" algn="ctr">
              <a:buNone/>
              <a:defRPr sz="1600">
                <a:solidFill>
                  <a:schemeClr val="accent2"/>
                </a:solidFill>
              </a:defRPr>
            </a:lvl1pPr>
          </a:lstStyle>
          <a:p>
            <a:pPr lvl="0"/>
            <a:r>
              <a:rPr lang="en-US"/>
              <a:t> </a:t>
            </a:r>
          </a:p>
        </p:txBody>
      </p:sp>
      <p:sp>
        <p:nvSpPr>
          <p:cNvPr id="182" name="Text Placeholder 5"/>
          <p:cNvSpPr>
            <a:spLocks noGrp="1"/>
          </p:cNvSpPr>
          <p:nvPr>
            <p:ph type="body" sz="quarter" idx="18" hasCustomPrompt="1"/>
          </p:nvPr>
        </p:nvSpPr>
        <p:spPr>
          <a:xfrm>
            <a:off x="2715798" y="1922108"/>
            <a:ext cx="252000" cy="252000"/>
          </a:xfrm>
          <a:prstGeom prst="ellipse">
            <a:avLst/>
          </a:prstGeom>
          <a:solidFill>
            <a:schemeClr val="accent5"/>
          </a:solidFill>
        </p:spPr>
        <p:txBody>
          <a:bodyPr anchor="ctr" anchorCtr="1">
            <a:noAutofit/>
          </a:bodyPr>
          <a:lstStyle>
            <a:lvl1pPr marL="0" indent="0" algn="ctr">
              <a:buNone/>
              <a:defRPr sz="1600">
                <a:solidFill>
                  <a:schemeClr val="bg1"/>
                </a:solidFill>
              </a:defRPr>
            </a:lvl1pPr>
          </a:lstStyle>
          <a:p>
            <a:pPr lvl="0"/>
            <a:r>
              <a:rPr lang="en-US"/>
              <a:t> </a:t>
            </a:r>
          </a:p>
        </p:txBody>
      </p:sp>
      <p:sp>
        <p:nvSpPr>
          <p:cNvPr id="183" name="Text Placeholder 5"/>
          <p:cNvSpPr>
            <a:spLocks noGrp="1"/>
          </p:cNvSpPr>
          <p:nvPr>
            <p:ph type="body" sz="quarter" idx="19" hasCustomPrompt="1"/>
          </p:nvPr>
        </p:nvSpPr>
        <p:spPr>
          <a:xfrm>
            <a:off x="2715798" y="2257750"/>
            <a:ext cx="252000" cy="252000"/>
          </a:xfrm>
          <a:prstGeom prst="ellipse">
            <a:avLst/>
          </a:prstGeom>
          <a:solidFill>
            <a:schemeClr val="accent4"/>
          </a:solidFill>
        </p:spPr>
        <p:txBody>
          <a:bodyPr anchor="ctr" anchorCtr="1">
            <a:noAutofit/>
          </a:bodyPr>
          <a:lstStyle>
            <a:lvl1pPr marL="0" indent="0" algn="ctr">
              <a:buNone/>
              <a:defRPr sz="1600">
                <a:solidFill>
                  <a:schemeClr val="accent2"/>
                </a:solidFill>
              </a:defRPr>
            </a:lvl1pPr>
          </a:lstStyle>
          <a:p>
            <a:pPr lvl="0"/>
            <a:r>
              <a:rPr lang="en-US"/>
              <a:t> </a:t>
            </a:r>
          </a:p>
        </p:txBody>
      </p:sp>
      <p:sp>
        <p:nvSpPr>
          <p:cNvPr id="184" name="Text Placeholder 5"/>
          <p:cNvSpPr>
            <a:spLocks noGrp="1"/>
          </p:cNvSpPr>
          <p:nvPr>
            <p:ph type="body" sz="quarter" idx="20" hasCustomPrompt="1"/>
          </p:nvPr>
        </p:nvSpPr>
        <p:spPr>
          <a:xfrm>
            <a:off x="2715798" y="2593392"/>
            <a:ext cx="252000" cy="252000"/>
          </a:xfrm>
          <a:prstGeom prst="ellipse">
            <a:avLst/>
          </a:prstGeom>
          <a:solidFill>
            <a:srgbClr val="704E36"/>
          </a:solidFill>
        </p:spPr>
        <p:txBody>
          <a:bodyPr anchor="ctr" anchorCtr="1">
            <a:noAutofit/>
          </a:bodyPr>
          <a:lstStyle>
            <a:lvl1pPr marL="0" indent="0" algn="ctr">
              <a:buNone/>
              <a:defRPr sz="1600">
                <a:solidFill>
                  <a:schemeClr val="bg1"/>
                </a:solidFill>
              </a:defRPr>
            </a:lvl1pPr>
          </a:lstStyle>
          <a:p>
            <a:pPr lvl="0"/>
            <a:r>
              <a:rPr lang="en-US"/>
              <a:t> </a:t>
            </a:r>
          </a:p>
        </p:txBody>
      </p:sp>
      <p:sp>
        <p:nvSpPr>
          <p:cNvPr id="185" name="Text Placeholder 5"/>
          <p:cNvSpPr>
            <a:spLocks noGrp="1"/>
          </p:cNvSpPr>
          <p:nvPr>
            <p:ph type="body" sz="quarter" idx="21" hasCustomPrompt="1"/>
          </p:nvPr>
        </p:nvSpPr>
        <p:spPr>
          <a:xfrm>
            <a:off x="2715798" y="2929034"/>
            <a:ext cx="252000" cy="252000"/>
          </a:xfrm>
          <a:prstGeom prst="ellipse">
            <a:avLst/>
          </a:prstGeom>
          <a:solidFill>
            <a:schemeClr val="accent1"/>
          </a:solidFill>
        </p:spPr>
        <p:txBody>
          <a:bodyPr anchor="ctr" anchorCtr="1">
            <a:noAutofit/>
          </a:bodyPr>
          <a:lstStyle>
            <a:lvl1pPr marL="0" indent="0" algn="ctr">
              <a:buNone/>
              <a:defRPr sz="1600">
                <a:solidFill>
                  <a:schemeClr val="accent2"/>
                </a:solidFill>
              </a:defRPr>
            </a:lvl1pPr>
          </a:lstStyle>
          <a:p>
            <a:pPr lvl="0"/>
            <a:r>
              <a:rPr lang="en-US"/>
              <a:t> </a:t>
            </a:r>
          </a:p>
        </p:txBody>
      </p:sp>
      <p:sp>
        <p:nvSpPr>
          <p:cNvPr id="186" name="Text Placeholder 5"/>
          <p:cNvSpPr>
            <a:spLocks noGrp="1"/>
          </p:cNvSpPr>
          <p:nvPr>
            <p:ph type="body" sz="quarter" idx="22" hasCustomPrompt="1"/>
          </p:nvPr>
        </p:nvSpPr>
        <p:spPr>
          <a:xfrm>
            <a:off x="6969460" y="1014986"/>
            <a:ext cx="252000" cy="252000"/>
          </a:xfrm>
          <a:prstGeom prst="ellipse">
            <a:avLst/>
          </a:prstGeom>
          <a:solidFill>
            <a:srgbClr val="763369"/>
          </a:solidFill>
        </p:spPr>
        <p:txBody>
          <a:bodyPr anchor="ctr" anchorCtr="1">
            <a:noAutofit/>
          </a:bodyPr>
          <a:lstStyle>
            <a:lvl1pPr marL="0" indent="0" algn="ctr">
              <a:buNone/>
              <a:defRPr sz="1600">
                <a:solidFill>
                  <a:schemeClr val="bg1"/>
                </a:solidFill>
              </a:defRPr>
            </a:lvl1pPr>
          </a:lstStyle>
          <a:p>
            <a:pPr lvl="0"/>
            <a:r>
              <a:rPr lang="en-US"/>
              <a:t> </a:t>
            </a:r>
          </a:p>
        </p:txBody>
      </p:sp>
      <p:sp>
        <p:nvSpPr>
          <p:cNvPr id="187" name="Text Placeholder 5"/>
          <p:cNvSpPr>
            <a:spLocks noGrp="1"/>
          </p:cNvSpPr>
          <p:nvPr>
            <p:ph type="body" sz="quarter" idx="23" hasCustomPrompt="1"/>
          </p:nvPr>
        </p:nvSpPr>
        <p:spPr>
          <a:xfrm>
            <a:off x="6969460" y="1354948"/>
            <a:ext cx="252000" cy="252000"/>
          </a:xfrm>
          <a:prstGeom prst="ellipse">
            <a:avLst/>
          </a:prstGeom>
          <a:solidFill>
            <a:srgbClr val="DA4451"/>
          </a:solidFill>
        </p:spPr>
        <p:txBody>
          <a:bodyPr anchor="ctr" anchorCtr="1">
            <a:noAutofit/>
          </a:bodyPr>
          <a:lstStyle>
            <a:lvl1pPr marL="0" indent="0" algn="ctr">
              <a:buNone/>
              <a:defRPr sz="1600">
                <a:solidFill>
                  <a:schemeClr val="bg1"/>
                </a:solidFill>
              </a:defRPr>
            </a:lvl1pPr>
          </a:lstStyle>
          <a:p>
            <a:pPr lvl="0"/>
            <a:r>
              <a:rPr lang="en-US"/>
              <a:t> </a:t>
            </a:r>
          </a:p>
        </p:txBody>
      </p:sp>
      <p:sp>
        <p:nvSpPr>
          <p:cNvPr id="188" name="Rectangle 81"/>
          <p:cNvSpPr/>
          <p:nvPr userDrawn="1"/>
        </p:nvSpPr>
        <p:spPr>
          <a:xfrm>
            <a:off x="7207630" y="1813756"/>
            <a:ext cx="1810009" cy="1379865"/>
          </a:xfrm>
          <a:prstGeom prst="rect">
            <a:avLst/>
          </a:prstGeom>
        </p:spPr>
        <p:txBody>
          <a:bodyPr wrap="square" numCol="1" spcCol="36000">
            <a:spAutoFit/>
          </a:bodyPr>
          <a:lstStyle/>
          <a:p>
            <a:pPr marL="0" indent="0">
              <a:spcBef>
                <a:spcPts val="230"/>
              </a:spcBef>
              <a:buNone/>
            </a:pPr>
            <a:endParaRPr lang="en-US" sz="900" b="1" dirty="0">
              <a:solidFill>
                <a:schemeClr val="bg2"/>
              </a:solidFill>
            </a:endParaRPr>
          </a:p>
          <a:p>
            <a:pPr marL="0" indent="0">
              <a:spcBef>
                <a:spcPts val="230"/>
              </a:spcBef>
              <a:buNone/>
            </a:pPr>
            <a:r>
              <a:rPr lang="en-US" sz="900" baseline="0" dirty="0">
                <a:solidFill>
                  <a:schemeClr val="bg2"/>
                </a:solidFill>
              </a:rPr>
              <a:t>Success</a:t>
            </a:r>
            <a:r>
              <a:rPr lang="en-US" sz="900" dirty="0">
                <a:solidFill>
                  <a:schemeClr val="bg2"/>
                </a:solidFill>
              </a:rPr>
              <a:t>            </a:t>
            </a:r>
            <a:r>
              <a:rPr lang="en-US" sz="900" baseline="0" dirty="0">
                <a:solidFill>
                  <a:schemeClr val="bg2"/>
                </a:solidFill>
              </a:rPr>
              <a:t>71     150   45</a:t>
            </a:r>
          </a:p>
          <a:p>
            <a:pPr marL="0" indent="0">
              <a:spcBef>
                <a:spcPts val="230"/>
              </a:spcBef>
              <a:buNone/>
            </a:pPr>
            <a:endParaRPr lang="en-US" sz="900" dirty="0">
              <a:solidFill>
                <a:schemeClr val="bg2"/>
              </a:solidFill>
            </a:endParaRPr>
          </a:p>
          <a:p>
            <a:pPr marL="0" indent="0">
              <a:spcBef>
                <a:spcPts val="230"/>
              </a:spcBef>
              <a:buNone/>
            </a:pPr>
            <a:r>
              <a:rPr lang="en-US" sz="900" dirty="0">
                <a:solidFill>
                  <a:schemeClr val="bg2"/>
                </a:solidFill>
              </a:rPr>
              <a:t>Warning</a:t>
            </a:r>
            <a:r>
              <a:rPr lang="en-US" sz="900" baseline="0" dirty="0">
                <a:solidFill>
                  <a:schemeClr val="bg2"/>
                </a:solidFill>
              </a:rPr>
              <a:t>            247    211   2</a:t>
            </a:r>
          </a:p>
          <a:p>
            <a:pPr marL="0" indent="0">
              <a:spcBef>
                <a:spcPts val="230"/>
              </a:spcBef>
              <a:buNone/>
            </a:pPr>
            <a:endParaRPr lang="en-US" sz="900" dirty="0">
              <a:solidFill>
                <a:schemeClr val="bg2"/>
              </a:solidFill>
            </a:endParaRPr>
          </a:p>
          <a:p>
            <a:pPr marL="0" indent="0">
              <a:spcBef>
                <a:spcPts val="230"/>
              </a:spcBef>
              <a:buNone/>
            </a:pPr>
            <a:r>
              <a:rPr lang="en-US" sz="900" dirty="0">
                <a:solidFill>
                  <a:schemeClr val="bg2"/>
                </a:solidFill>
              </a:rPr>
              <a:t>Error</a:t>
            </a:r>
            <a:r>
              <a:rPr lang="en-US" sz="900" baseline="0" dirty="0">
                <a:solidFill>
                  <a:schemeClr val="bg2"/>
                </a:solidFill>
              </a:rPr>
              <a:t> </a:t>
            </a:r>
            <a:r>
              <a:rPr lang="en-US" sz="900" dirty="0">
                <a:solidFill>
                  <a:schemeClr val="bg2"/>
                </a:solidFill>
              </a:rPr>
              <a:t>                196    0       26</a:t>
            </a:r>
          </a:p>
          <a:p>
            <a:pPr marL="0" indent="0">
              <a:spcBef>
                <a:spcPts val="230"/>
              </a:spcBef>
              <a:buNone/>
            </a:pPr>
            <a:endParaRPr lang="en-US" sz="900" baseline="0" dirty="0">
              <a:solidFill>
                <a:schemeClr val="bg2"/>
              </a:solidFill>
            </a:endParaRPr>
          </a:p>
          <a:p>
            <a:pPr marL="0" indent="0">
              <a:spcBef>
                <a:spcPts val="230"/>
              </a:spcBef>
              <a:buNone/>
            </a:pPr>
            <a:r>
              <a:rPr lang="en-US" sz="900" b="1" dirty="0">
                <a:solidFill>
                  <a:schemeClr val="bg2"/>
                </a:solidFill>
              </a:rPr>
              <a:t>	</a:t>
            </a:r>
            <a:endParaRPr lang="en-US" sz="900" b="1" baseline="0" dirty="0">
              <a:solidFill>
                <a:schemeClr val="bg2"/>
              </a:solidFill>
            </a:endParaRPr>
          </a:p>
        </p:txBody>
      </p:sp>
      <p:cxnSp>
        <p:nvCxnSpPr>
          <p:cNvPr id="189" name="Rak 107"/>
          <p:cNvCxnSpPr/>
          <p:nvPr userDrawn="1"/>
        </p:nvCxnSpPr>
        <p:spPr>
          <a:xfrm>
            <a:off x="7302659" y="2274914"/>
            <a:ext cx="669574" cy="0"/>
          </a:xfrm>
          <a:prstGeom prst="line">
            <a:avLst/>
          </a:prstGeom>
          <a:ln w="9525">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0" name="Rak 108"/>
          <p:cNvCxnSpPr/>
          <p:nvPr userDrawn="1"/>
        </p:nvCxnSpPr>
        <p:spPr>
          <a:xfrm>
            <a:off x="8110467" y="2276126"/>
            <a:ext cx="765816" cy="0"/>
          </a:xfrm>
          <a:prstGeom prst="line">
            <a:avLst/>
          </a:prstGeom>
          <a:ln w="9525">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1" name="Rak 109"/>
          <p:cNvCxnSpPr/>
          <p:nvPr userDrawn="1"/>
        </p:nvCxnSpPr>
        <p:spPr>
          <a:xfrm>
            <a:off x="7302659" y="1937980"/>
            <a:ext cx="669574" cy="0"/>
          </a:xfrm>
          <a:prstGeom prst="line">
            <a:avLst/>
          </a:prstGeom>
          <a:ln w="9525">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2" name="Rak 110"/>
          <p:cNvCxnSpPr/>
          <p:nvPr userDrawn="1"/>
        </p:nvCxnSpPr>
        <p:spPr>
          <a:xfrm>
            <a:off x="8110467" y="1939192"/>
            <a:ext cx="765816" cy="0"/>
          </a:xfrm>
          <a:prstGeom prst="line">
            <a:avLst/>
          </a:prstGeom>
          <a:ln w="9525">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3" name="Rak 111"/>
          <p:cNvCxnSpPr/>
          <p:nvPr userDrawn="1"/>
        </p:nvCxnSpPr>
        <p:spPr>
          <a:xfrm>
            <a:off x="7302659" y="2609446"/>
            <a:ext cx="669574" cy="0"/>
          </a:xfrm>
          <a:prstGeom prst="line">
            <a:avLst/>
          </a:prstGeom>
          <a:ln w="9525">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4" name="Rak 112"/>
          <p:cNvCxnSpPr/>
          <p:nvPr userDrawn="1"/>
        </p:nvCxnSpPr>
        <p:spPr>
          <a:xfrm>
            <a:off x="8110467" y="2610658"/>
            <a:ext cx="765816" cy="0"/>
          </a:xfrm>
          <a:prstGeom prst="line">
            <a:avLst/>
          </a:prstGeom>
          <a:ln w="9525">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5" name="Rak 113"/>
          <p:cNvCxnSpPr/>
          <p:nvPr userDrawn="1"/>
        </p:nvCxnSpPr>
        <p:spPr>
          <a:xfrm>
            <a:off x="7302659" y="2939466"/>
            <a:ext cx="669574" cy="0"/>
          </a:xfrm>
          <a:prstGeom prst="line">
            <a:avLst/>
          </a:prstGeom>
          <a:ln w="9525">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6" name="Rak 114"/>
          <p:cNvCxnSpPr/>
          <p:nvPr userDrawn="1"/>
        </p:nvCxnSpPr>
        <p:spPr>
          <a:xfrm>
            <a:off x="8110467" y="2940678"/>
            <a:ext cx="765816" cy="0"/>
          </a:xfrm>
          <a:prstGeom prst="line">
            <a:avLst/>
          </a:prstGeom>
          <a:ln w="9525">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97" name="Rectangle 84"/>
          <p:cNvSpPr/>
          <p:nvPr userDrawn="1"/>
        </p:nvSpPr>
        <p:spPr>
          <a:xfrm>
            <a:off x="4773091" y="3095673"/>
            <a:ext cx="4254501" cy="1936750"/>
          </a:xfrm>
          <a:prstGeom prst="rect">
            <a:avLst/>
          </a:prstGeom>
          <a:solidFill>
            <a:schemeClr val="bg1"/>
          </a:solidFill>
          <a:ln w="3175">
            <a:solidFill>
              <a:schemeClr val="tx2"/>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900" dirty="0">
              <a:solidFill>
                <a:schemeClr val="bg2"/>
              </a:solidFill>
            </a:endParaRPr>
          </a:p>
        </p:txBody>
      </p:sp>
      <p:sp>
        <p:nvSpPr>
          <p:cNvPr id="198" name="Text Box 56"/>
          <p:cNvSpPr txBox="1">
            <a:spLocks noChangeArrowheads="1"/>
          </p:cNvSpPr>
          <p:nvPr userDrawn="1"/>
        </p:nvSpPr>
        <p:spPr bwMode="auto">
          <a:xfrm>
            <a:off x="6188957" y="3638803"/>
            <a:ext cx="2838635"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ts val="1200"/>
              </a:spcBef>
              <a:buClr>
                <a:schemeClr val="tx2"/>
              </a:buClr>
              <a:buSzPct val="110000"/>
            </a:pPr>
            <a:r>
              <a:rPr lang="en-US" sz="800" dirty="0">
                <a:solidFill>
                  <a:schemeClr val="bg2"/>
                </a:solidFill>
              </a:rPr>
              <a:t>Use the ten profile colors when</a:t>
            </a:r>
            <a:r>
              <a:rPr lang="en-US" sz="800" baseline="0" dirty="0">
                <a:solidFill>
                  <a:schemeClr val="bg2"/>
                </a:solidFill>
              </a:rPr>
              <a:t> </a:t>
            </a:r>
            <a:r>
              <a:rPr lang="en-US" sz="800" dirty="0">
                <a:solidFill>
                  <a:schemeClr val="bg2"/>
                </a:solidFill>
              </a:rPr>
              <a:t>formatting </a:t>
            </a:r>
            <a:r>
              <a:rPr lang="en-US" sz="800">
                <a:solidFill>
                  <a:schemeClr val="bg2"/>
                </a:solidFill>
              </a:rPr>
              <a:t>text and</a:t>
            </a:r>
            <a:r>
              <a:rPr lang="en-US" sz="800" baseline="0">
                <a:solidFill>
                  <a:schemeClr val="bg2"/>
                </a:solidFill>
              </a:rPr>
              <a:t> </a:t>
            </a:r>
            <a:r>
              <a:rPr lang="en-US" sz="800">
                <a:solidFill>
                  <a:schemeClr val="bg2"/>
                </a:solidFill>
              </a:rPr>
              <a:t>objects </a:t>
            </a:r>
            <a:r>
              <a:rPr lang="en-US" sz="800" dirty="0">
                <a:solidFill>
                  <a:schemeClr val="bg2"/>
                </a:solidFill>
              </a:rPr>
              <a:t>in</a:t>
            </a:r>
            <a:r>
              <a:rPr lang="en-US" sz="800" baseline="0" dirty="0">
                <a:solidFill>
                  <a:schemeClr val="bg2"/>
                </a:solidFill>
              </a:rPr>
              <a:t> </a:t>
            </a:r>
            <a:r>
              <a:rPr lang="en-US" sz="800" dirty="0">
                <a:solidFill>
                  <a:schemeClr val="bg2"/>
                </a:solidFill>
              </a:rPr>
              <a:t>PowerPoint.</a:t>
            </a:r>
          </a:p>
        </p:txBody>
      </p:sp>
      <p:sp>
        <p:nvSpPr>
          <p:cNvPr id="199" name="Text Box 56"/>
          <p:cNvSpPr txBox="1">
            <a:spLocks noChangeArrowheads="1"/>
          </p:cNvSpPr>
          <p:nvPr userDrawn="1"/>
        </p:nvSpPr>
        <p:spPr bwMode="auto">
          <a:xfrm>
            <a:off x="6188949" y="3957619"/>
            <a:ext cx="287425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ts val="1200"/>
              </a:spcBef>
              <a:buClr>
                <a:schemeClr val="tx2"/>
              </a:buClr>
              <a:buSzPct val="110000"/>
            </a:pPr>
            <a:r>
              <a:rPr lang="en-US" sz="800" dirty="0">
                <a:solidFill>
                  <a:schemeClr val="accent6"/>
                </a:solidFill>
              </a:rPr>
              <a:t>DO NOT </a:t>
            </a:r>
            <a:r>
              <a:rPr lang="en-US" sz="800" dirty="0">
                <a:solidFill>
                  <a:schemeClr val="bg2"/>
                </a:solidFill>
              </a:rPr>
              <a:t>use the tints under Theme Colors </a:t>
            </a:r>
            <a:r>
              <a:rPr lang="en-US" sz="800" baseline="0" dirty="0">
                <a:solidFill>
                  <a:schemeClr val="bg2"/>
                </a:solidFill>
              </a:rPr>
              <a:t>nor </a:t>
            </a:r>
            <a:r>
              <a:rPr lang="en-US" sz="800" dirty="0">
                <a:solidFill>
                  <a:schemeClr val="bg2"/>
                </a:solidFill>
              </a:rPr>
              <a:t>the colors under Standard Colors</a:t>
            </a:r>
            <a:r>
              <a:rPr lang="en-US" sz="800" baseline="0" dirty="0">
                <a:solidFill>
                  <a:schemeClr val="bg2"/>
                </a:solidFill>
              </a:rPr>
              <a:t> (tints</a:t>
            </a:r>
            <a:r>
              <a:rPr lang="en-US" sz="800" dirty="0">
                <a:solidFill>
                  <a:schemeClr val="bg2"/>
                </a:solidFill>
              </a:rPr>
              <a:t> </a:t>
            </a:r>
            <a:r>
              <a:rPr lang="en-US" sz="800" baseline="0" dirty="0">
                <a:solidFill>
                  <a:schemeClr val="bg2"/>
                </a:solidFill>
              </a:rPr>
              <a:t>and standard colors are not Volvo Brand colors).</a:t>
            </a:r>
            <a:endParaRPr lang="en-US" sz="800" dirty="0">
              <a:solidFill>
                <a:schemeClr val="bg2"/>
              </a:solidFill>
            </a:endParaRPr>
          </a:p>
        </p:txBody>
      </p:sp>
      <p:sp>
        <p:nvSpPr>
          <p:cNvPr id="200" name="AutoShape 38"/>
          <p:cNvSpPr>
            <a:spLocks/>
          </p:cNvSpPr>
          <p:nvPr userDrawn="1"/>
        </p:nvSpPr>
        <p:spPr bwMode="auto">
          <a:xfrm rot="10800000" flipH="1">
            <a:off x="5963073" y="3841206"/>
            <a:ext cx="70366" cy="597481"/>
          </a:xfrm>
          <a:prstGeom prst="rightBrace">
            <a:avLst>
              <a:gd name="adj1" fmla="val 60268"/>
              <a:gd name="adj2" fmla="val 50000"/>
            </a:avLst>
          </a:prstGeom>
          <a:noFill/>
          <a:ln w="9525">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US" dirty="0"/>
          </a:p>
        </p:txBody>
      </p:sp>
      <p:grpSp>
        <p:nvGrpSpPr>
          <p:cNvPr id="201" name="Group 89"/>
          <p:cNvGrpSpPr/>
          <p:nvPr userDrawn="1"/>
        </p:nvGrpSpPr>
        <p:grpSpPr>
          <a:xfrm>
            <a:off x="6053602" y="3741339"/>
            <a:ext cx="111612" cy="876067"/>
            <a:chOff x="6365658" y="4893288"/>
            <a:chExt cx="365551" cy="1161358"/>
          </a:xfrm>
        </p:grpSpPr>
        <p:cxnSp>
          <p:nvCxnSpPr>
            <p:cNvPr id="202" name="Straight Connector 91"/>
            <p:cNvCxnSpPr/>
            <p:nvPr userDrawn="1"/>
          </p:nvCxnSpPr>
          <p:spPr>
            <a:xfrm>
              <a:off x="6365658" y="4893288"/>
              <a:ext cx="365551" cy="0"/>
            </a:xfrm>
            <a:prstGeom prst="line">
              <a:avLst/>
            </a:prstGeom>
            <a:ln>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3" name="Straight Connector 92"/>
            <p:cNvCxnSpPr/>
            <p:nvPr userDrawn="1"/>
          </p:nvCxnSpPr>
          <p:spPr>
            <a:xfrm>
              <a:off x="6468234" y="5412672"/>
              <a:ext cx="262975" cy="0"/>
            </a:xfrm>
            <a:prstGeom prst="line">
              <a:avLst/>
            </a:prstGeom>
            <a:ln>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4" name="Straight Connector 93"/>
            <p:cNvCxnSpPr/>
            <p:nvPr userDrawn="1"/>
          </p:nvCxnSpPr>
          <p:spPr>
            <a:xfrm>
              <a:off x="6365658" y="6054646"/>
              <a:ext cx="365551" cy="0"/>
            </a:xfrm>
            <a:prstGeom prst="line">
              <a:avLst/>
            </a:prstGeom>
            <a:ln>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05" name="Rectangle 94"/>
          <p:cNvSpPr/>
          <p:nvPr userDrawn="1"/>
        </p:nvSpPr>
        <p:spPr>
          <a:xfrm>
            <a:off x="6184539" y="3146503"/>
            <a:ext cx="2783414" cy="548868"/>
          </a:xfrm>
          <a:prstGeom prst="rect">
            <a:avLst/>
          </a:prstGeom>
        </p:spPr>
        <p:txBody>
          <a:bodyPr wrap="square">
            <a:spAutoFit/>
          </a:bodyPr>
          <a:lstStyle/>
          <a:p>
            <a:pPr marL="0" indent="0">
              <a:spcBef>
                <a:spcPts val="200"/>
              </a:spcBef>
              <a:buNone/>
            </a:pPr>
            <a:r>
              <a:rPr lang="en-US" sz="1000" b="1" baseline="0" dirty="0">
                <a:solidFill>
                  <a:schemeClr val="bg2"/>
                </a:solidFill>
              </a:rPr>
              <a:t>Volvo Brand colors in PowerPoint</a:t>
            </a:r>
          </a:p>
          <a:p>
            <a:pPr marL="0" indent="0">
              <a:spcBef>
                <a:spcPts val="200"/>
              </a:spcBef>
              <a:buNone/>
            </a:pPr>
            <a:r>
              <a:rPr lang="en-US" sz="900" baseline="0" dirty="0">
                <a:solidFill>
                  <a:schemeClr val="bg2"/>
                </a:solidFill>
              </a:rPr>
              <a:t>Select an object. On the Home tab, in the group Drawing, click the down arrow on SHAPE FILL. </a:t>
            </a:r>
          </a:p>
        </p:txBody>
      </p:sp>
      <p:sp>
        <p:nvSpPr>
          <p:cNvPr id="206" name="Text Box 56"/>
          <p:cNvSpPr txBox="1">
            <a:spLocks noChangeArrowheads="1"/>
          </p:cNvSpPr>
          <p:nvPr userDrawn="1"/>
        </p:nvSpPr>
        <p:spPr bwMode="auto">
          <a:xfrm>
            <a:off x="6188950" y="4412333"/>
            <a:ext cx="2927170" cy="615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spcBef>
                <a:spcPts val="1200"/>
              </a:spcBef>
              <a:buClr>
                <a:schemeClr val="tx2"/>
              </a:buClr>
              <a:buSzPct val="110000"/>
            </a:pPr>
            <a:r>
              <a:rPr lang="en-US" sz="800" dirty="0">
                <a:solidFill>
                  <a:schemeClr val="bg2"/>
                </a:solidFill>
              </a:rPr>
              <a:t>When you open a NEW Volvo Brand PowerPoint template you will find the three remaining profile </a:t>
            </a:r>
            <a:r>
              <a:rPr lang="en-US" sz="800">
                <a:solidFill>
                  <a:schemeClr val="bg2"/>
                </a:solidFill>
              </a:rPr>
              <a:t>colors under </a:t>
            </a:r>
            <a:r>
              <a:rPr lang="en-US" sz="800" dirty="0">
                <a:solidFill>
                  <a:schemeClr val="bg2"/>
                </a:solidFill>
              </a:rPr>
              <a:t>Recent. </a:t>
            </a:r>
            <a:r>
              <a:rPr lang="en-US" sz="600" dirty="0">
                <a:solidFill>
                  <a:schemeClr val="bg2"/>
                </a:solidFill>
              </a:rPr>
              <a:t>These colors will disappear if you use other colors than Volvo Brand colors. Open a new template to find them </a:t>
            </a:r>
            <a:r>
              <a:rPr lang="en-US" sz="600">
                <a:solidFill>
                  <a:schemeClr val="bg2"/>
                </a:solidFill>
              </a:rPr>
              <a:t>agai</a:t>
            </a:r>
            <a:r>
              <a:rPr lang="en-US" sz="600" baseline="0">
                <a:solidFill>
                  <a:schemeClr val="bg2"/>
                </a:solidFill>
              </a:rPr>
              <a:t>n or </a:t>
            </a:r>
            <a:r>
              <a:rPr lang="en-US" sz="600" baseline="0" dirty="0">
                <a:solidFill>
                  <a:schemeClr val="bg2"/>
                </a:solidFill>
              </a:rPr>
              <a:t>select colors from the Volvo Brand Color layout </a:t>
            </a:r>
            <a:r>
              <a:rPr lang="en-US" sz="600" dirty="0">
                <a:solidFill>
                  <a:schemeClr val="bg2"/>
                </a:solidFill>
              </a:rPr>
              <a:t>(</a:t>
            </a:r>
            <a:r>
              <a:rPr lang="en-US" sz="600" baseline="0" dirty="0">
                <a:solidFill>
                  <a:schemeClr val="bg2"/>
                </a:solidFill>
              </a:rPr>
              <a:t>see </a:t>
            </a:r>
            <a:r>
              <a:rPr lang="en-US" sz="600" dirty="0">
                <a:solidFill>
                  <a:schemeClr val="bg2"/>
                </a:solidFill>
              </a:rPr>
              <a:t>above</a:t>
            </a:r>
            <a:r>
              <a:rPr lang="en-US" sz="600" baseline="0" dirty="0">
                <a:solidFill>
                  <a:schemeClr val="bg2"/>
                </a:solidFill>
              </a:rPr>
              <a:t>)</a:t>
            </a:r>
            <a:r>
              <a:rPr lang="en-US" sz="600" dirty="0">
                <a:solidFill>
                  <a:schemeClr val="bg2"/>
                </a:solidFill>
              </a:rPr>
              <a:t>. </a:t>
            </a:r>
          </a:p>
        </p:txBody>
      </p:sp>
      <p:sp>
        <p:nvSpPr>
          <p:cNvPr id="207" name="Rectangle 67"/>
          <p:cNvSpPr/>
          <p:nvPr userDrawn="1"/>
        </p:nvSpPr>
        <p:spPr>
          <a:xfrm>
            <a:off x="481012" y="4225852"/>
            <a:ext cx="3986192" cy="230832"/>
          </a:xfrm>
          <a:prstGeom prst="rect">
            <a:avLst/>
          </a:prstGeom>
        </p:spPr>
        <p:txBody>
          <a:bodyPr wrap="square">
            <a:spAutoFit/>
          </a:bodyPr>
          <a:lstStyle/>
          <a:p>
            <a:r>
              <a:rPr lang="en-US" sz="900" kern="1200" dirty="0">
                <a:solidFill>
                  <a:schemeClr val="bg2"/>
                </a:solidFill>
                <a:latin typeface="+mn-lt"/>
                <a:ea typeface="+mn-ea"/>
                <a:cs typeface="+mn-cs"/>
              </a:rPr>
              <a:t>Click FORMAT</a:t>
            </a:r>
            <a:r>
              <a:rPr lang="en-US" sz="900" kern="1200" baseline="0" dirty="0">
                <a:solidFill>
                  <a:schemeClr val="bg2"/>
                </a:solidFill>
                <a:latin typeface="+mn-lt"/>
                <a:ea typeface="+mn-ea"/>
                <a:cs typeface="+mn-cs"/>
              </a:rPr>
              <a:t> </a:t>
            </a:r>
            <a:r>
              <a:rPr lang="en-US" sz="900" kern="1200" dirty="0">
                <a:solidFill>
                  <a:schemeClr val="bg2"/>
                </a:solidFill>
                <a:latin typeface="+mn-lt"/>
                <a:ea typeface="+mn-ea"/>
                <a:cs typeface="+mn-cs"/>
              </a:rPr>
              <a:t>PAINTER (On the Home tab, in the Clipboard group).</a:t>
            </a:r>
          </a:p>
        </p:txBody>
      </p:sp>
      <p:sp>
        <p:nvSpPr>
          <p:cNvPr id="208" name="Rectangle 68"/>
          <p:cNvSpPr/>
          <p:nvPr userDrawn="1"/>
        </p:nvSpPr>
        <p:spPr>
          <a:xfrm>
            <a:off x="481020" y="4434985"/>
            <a:ext cx="4402119" cy="646331"/>
          </a:xfrm>
          <a:prstGeom prst="rect">
            <a:avLst/>
          </a:prstGeom>
        </p:spPr>
        <p:txBody>
          <a:bodyPr wrap="square">
            <a:spAutoFit/>
          </a:bodyPr>
          <a:lstStyle/>
          <a:p>
            <a:r>
              <a:rPr lang="en-US" sz="900" kern="1200" dirty="0">
                <a:solidFill>
                  <a:schemeClr val="bg2"/>
                </a:solidFill>
                <a:latin typeface="+mn-lt"/>
                <a:ea typeface="+mn-ea"/>
                <a:cs typeface="+mn-cs"/>
              </a:rPr>
              <a:t>Then go to the object you want to color in and click on it. The new object </a:t>
            </a:r>
            <a:br>
              <a:rPr lang="en-US" sz="900" kern="1200" dirty="0">
                <a:solidFill>
                  <a:schemeClr val="bg2"/>
                </a:solidFill>
                <a:latin typeface="+mn-lt"/>
                <a:ea typeface="+mn-ea"/>
                <a:cs typeface="+mn-cs"/>
              </a:rPr>
            </a:br>
            <a:r>
              <a:rPr lang="en-US" sz="900" kern="1200" dirty="0">
                <a:solidFill>
                  <a:schemeClr val="bg2"/>
                </a:solidFill>
                <a:latin typeface="+mn-lt"/>
                <a:ea typeface="+mn-ea"/>
                <a:cs typeface="+mn-cs"/>
              </a:rPr>
              <a:t>now has the new color. The color is only available in the paintbrush one </a:t>
            </a:r>
            <a:br>
              <a:rPr lang="en-US" sz="900" kern="1200" dirty="0">
                <a:solidFill>
                  <a:schemeClr val="bg2"/>
                </a:solidFill>
                <a:latin typeface="+mn-lt"/>
                <a:ea typeface="+mn-ea"/>
                <a:cs typeface="+mn-cs"/>
              </a:rPr>
            </a:br>
            <a:r>
              <a:rPr lang="en-US" sz="900" kern="1200" dirty="0">
                <a:solidFill>
                  <a:schemeClr val="bg2"/>
                </a:solidFill>
                <a:latin typeface="+mn-lt"/>
                <a:ea typeface="+mn-ea"/>
                <a:cs typeface="+mn-cs"/>
              </a:rPr>
              <a:t>time but if you double-click the paint-brush, when you select it, you can </a:t>
            </a:r>
            <a:br>
              <a:rPr lang="en-US" sz="900" kern="1200" dirty="0">
                <a:solidFill>
                  <a:schemeClr val="bg2"/>
                </a:solidFill>
                <a:latin typeface="+mn-lt"/>
                <a:ea typeface="+mn-ea"/>
                <a:cs typeface="+mn-cs"/>
              </a:rPr>
            </a:br>
            <a:r>
              <a:rPr lang="en-US" sz="900" kern="1200" dirty="0">
                <a:solidFill>
                  <a:schemeClr val="bg2"/>
                </a:solidFill>
                <a:latin typeface="+mn-lt"/>
                <a:ea typeface="+mn-ea"/>
                <a:cs typeface="+mn-cs"/>
              </a:rPr>
              <a:t>use it on several objects.</a:t>
            </a:r>
          </a:p>
        </p:txBody>
      </p:sp>
      <p:sp>
        <p:nvSpPr>
          <p:cNvPr id="209" name="Rectangle 82"/>
          <p:cNvSpPr/>
          <p:nvPr userDrawn="1"/>
        </p:nvSpPr>
        <p:spPr>
          <a:xfrm>
            <a:off x="481020" y="3700095"/>
            <a:ext cx="3963987" cy="548868"/>
          </a:xfrm>
          <a:prstGeom prst="rect">
            <a:avLst/>
          </a:prstGeom>
        </p:spPr>
        <p:txBody>
          <a:bodyPr wrap="square">
            <a:spAutoFit/>
          </a:bodyPr>
          <a:lstStyle/>
          <a:p>
            <a:pPr marL="0" indent="0">
              <a:spcBef>
                <a:spcPts val="200"/>
              </a:spcBef>
              <a:buNone/>
            </a:pPr>
            <a:r>
              <a:rPr lang="en-US" sz="1000" b="1" baseline="0" dirty="0">
                <a:solidFill>
                  <a:schemeClr val="bg2"/>
                </a:solidFill>
              </a:rPr>
              <a:t>How to select the colors</a:t>
            </a:r>
          </a:p>
          <a:p>
            <a:pPr marL="0" marR="0" indent="0" algn="l" defTabSz="914400" rtl="0" eaLnBrk="1" fontAlgn="auto" latinLnBrk="0" hangingPunct="1">
              <a:lnSpc>
                <a:spcPct val="100000"/>
              </a:lnSpc>
              <a:spcBef>
                <a:spcPts val="200"/>
              </a:spcBef>
              <a:spcAft>
                <a:spcPts val="0"/>
              </a:spcAft>
              <a:buClrTx/>
              <a:buSzTx/>
              <a:buFontTx/>
              <a:buNone/>
              <a:tabLst/>
              <a:defRPr/>
            </a:pPr>
            <a:r>
              <a:rPr lang="en-US" sz="900" baseline="0" dirty="0">
                <a:solidFill>
                  <a:schemeClr val="bg2"/>
                </a:solidFill>
              </a:rPr>
              <a:t>Select a color by clicking on the </a:t>
            </a:r>
            <a:r>
              <a:rPr lang="en-US" sz="900" b="1" baseline="0" dirty="0">
                <a:solidFill>
                  <a:schemeClr val="bg2"/>
                </a:solidFill>
              </a:rPr>
              <a:t>dotted frame </a:t>
            </a:r>
            <a:r>
              <a:rPr lang="en-US" sz="900" baseline="0" dirty="0">
                <a:solidFill>
                  <a:schemeClr val="bg2"/>
                </a:solidFill>
              </a:rPr>
              <a:t>of the colored circle. </a:t>
            </a:r>
            <a:br>
              <a:rPr lang="en-US" sz="900" baseline="0" dirty="0">
                <a:solidFill>
                  <a:schemeClr val="bg2"/>
                </a:solidFill>
              </a:rPr>
            </a:br>
            <a:r>
              <a:rPr lang="en-US" sz="900" baseline="0" dirty="0">
                <a:solidFill>
                  <a:schemeClr val="bg2"/>
                </a:solidFill>
              </a:rPr>
              <a:t>Click when the</a:t>
            </a:r>
            <a:r>
              <a:rPr lang="en-US" sz="900" dirty="0">
                <a:solidFill>
                  <a:schemeClr val="bg2"/>
                </a:solidFill>
              </a:rPr>
              <a:t> </a:t>
            </a:r>
            <a:r>
              <a:rPr lang="en-US" sz="900" baseline="0" dirty="0">
                <a:solidFill>
                  <a:schemeClr val="bg2"/>
                </a:solidFill>
              </a:rPr>
              <a:t>curser looks like a cross.</a:t>
            </a:r>
          </a:p>
        </p:txBody>
      </p:sp>
      <p:pic>
        <p:nvPicPr>
          <p:cNvPr id="210" name="Picture 2"/>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a:stretch/>
        </p:blipFill>
        <p:spPr bwMode="auto">
          <a:xfrm>
            <a:off x="4174061" y="4207494"/>
            <a:ext cx="215623" cy="219616"/>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pic>
        <p:nvPicPr>
          <p:cNvPr id="212"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852310" y="3413606"/>
            <a:ext cx="1098205" cy="127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4" name="Text Placeholder 5"/>
          <p:cNvSpPr>
            <a:spLocks noGrp="1"/>
          </p:cNvSpPr>
          <p:nvPr>
            <p:ph type="body" sz="quarter" idx="28" hasCustomPrompt="1"/>
          </p:nvPr>
        </p:nvSpPr>
        <p:spPr>
          <a:xfrm>
            <a:off x="6969460" y="1976359"/>
            <a:ext cx="252000" cy="252000"/>
          </a:xfrm>
          <a:prstGeom prst="ellipse">
            <a:avLst/>
          </a:prstGeom>
          <a:solidFill>
            <a:srgbClr val="47962D"/>
          </a:solidFill>
        </p:spPr>
        <p:txBody>
          <a:bodyPr anchor="ctr" anchorCtr="1">
            <a:noAutofit/>
          </a:bodyPr>
          <a:lstStyle>
            <a:lvl1pPr marL="184150" indent="-184150">
              <a:buFontTx/>
              <a:buNone/>
              <a:defRPr lang="en-US" smtClean="0">
                <a:solidFill>
                  <a:schemeClr val="bg1"/>
                </a:solidFill>
              </a:defRPr>
            </a:lvl1pPr>
          </a:lstStyle>
          <a:p>
            <a:pPr marL="0" lvl="0" indent="0" algn="ctr"/>
            <a:r>
              <a:rPr lang="en-US"/>
              <a:t> </a:t>
            </a:r>
          </a:p>
        </p:txBody>
      </p:sp>
      <p:sp>
        <p:nvSpPr>
          <p:cNvPr id="215" name="Text Placeholder 5"/>
          <p:cNvSpPr>
            <a:spLocks noGrp="1"/>
          </p:cNvSpPr>
          <p:nvPr>
            <p:ph type="body" sz="quarter" idx="29" hasCustomPrompt="1"/>
          </p:nvPr>
        </p:nvSpPr>
        <p:spPr>
          <a:xfrm>
            <a:off x="6969460" y="2312001"/>
            <a:ext cx="252000" cy="252000"/>
          </a:xfrm>
          <a:prstGeom prst="ellipse">
            <a:avLst/>
          </a:prstGeom>
          <a:solidFill>
            <a:srgbClr val="F7D302"/>
          </a:solidFill>
        </p:spPr>
        <p:txBody>
          <a:bodyPr anchor="ctr" anchorCtr="1">
            <a:noAutofit/>
          </a:bodyPr>
          <a:lstStyle>
            <a:lvl1pPr marL="184150" indent="-184150">
              <a:buFontTx/>
              <a:buNone/>
              <a:defRPr lang="en-US" smtClean="0">
                <a:solidFill>
                  <a:schemeClr val="bg1"/>
                </a:solidFill>
              </a:defRPr>
            </a:lvl1pPr>
          </a:lstStyle>
          <a:p>
            <a:pPr marL="0" lvl="0" indent="0" algn="ctr"/>
            <a:r>
              <a:rPr lang="en-US"/>
              <a:t> </a:t>
            </a:r>
          </a:p>
        </p:txBody>
      </p:sp>
      <p:sp>
        <p:nvSpPr>
          <p:cNvPr id="216" name="Text Placeholder 5"/>
          <p:cNvSpPr>
            <a:spLocks noGrp="1"/>
          </p:cNvSpPr>
          <p:nvPr>
            <p:ph type="body" sz="quarter" idx="30" hasCustomPrompt="1"/>
          </p:nvPr>
        </p:nvSpPr>
        <p:spPr>
          <a:xfrm>
            <a:off x="6969460" y="2647643"/>
            <a:ext cx="252000" cy="252000"/>
          </a:xfrm>
          <a:prstGeom prst="ellipse">
            <a:avLst/>
          </a:prstGeom>
          <a:solidFill>
            <a:srgbClr val="C4001A"/>
          </a:solidFill>
        </p:spPr>
        <p:txBody>
          <a:bodyPr anchor="ctr" anchorCtr="1">
            <a:noAutofit/>
          </a:bodyPr>
          <a:lstStyle>
            <a:lvl1pPr marL="184150" indent="-184150">
              <a:buFontTx/>
              <a:buNone/>
              <a:defRPr lang="en-US" smtClean="0">
                <a:solidFill>
                  <a:schemeClr val="bg1"/>
                </a:solidFill>
              </a:defRPr>
            </a:lvl1pPr>
          </a:lstStyle>
          <a:p>
            <a:pPr marL="0" lvl="0" indent="0" algn="ctr"/>
            <a:r>
              <a:rPr lang="en-US"/>
              <a:t> </a:t>
            </a:r>
          </a:p>
        </p:txBody>
      </p:sp>
      <p:sp>
        <p:nvSpPr>
          <p:cNvPr id="84" name="Rectangle 80"/>
          <p:cNvSpPr/>
          <p:nvPr userDrawn="1"/>
        </p:nvSpPr>
        <p:spPr>
          <a:xfrm>
            <a:off x="4794252" y="711999"/>
            <a:ext cx="2349500" cy="2157001"/>
          </a:xfrm>
          <a:prstGeom prst="rect">
            <a:avLst/>
          </a:prstGeom>
        </p:spPr>
        <p:txBody>
          <a:bodyPr wrap="square">
            <a:spAutoFit/>
          </a:bodyPr>
          <a:lstStyle/>
          <a:p>
            <a:pPr marL="0" indent="0">
              <a:spcBef>
                <a:spcPts val="200"/>
              </a:spcBef>
              <a:buNone/>
            </a:pPr>
            <a:r>
              <a:rPr lang="en-US" sz="1000" b="1" baseline="0" dirty="0">
                <a:solidFill>
                  <a:schemeClr val="bg2"/>
                </a:solidFill>
              </a:rPr>
              <a:t>Accent colors</a:t>
            </a:r>
          </a:p>
          <a:p>
            <a:pPr>
              <a:lnSpc>
                <a:spcPts val="1100"/>
              </a:lnSpc>
              <a:spcBef>
                <a:spcPts val="200"/>
              </a:spcBef>
            </a:pPr>
            <a:r>
              <a:rPr lang="sv-SE" sz="900" dirty="0">
                <a:solidFill>
                  <a:schemeClr val="bg2"/>
                </a:solidFill>
              </a:rPr>
              <a:t>Use each color in 100% and only to </a:t>
            </a:r>
            <a:br>
              <a:rPr lang="sv-SE" sz="900" dirty="0">
                <a:solidFill>
                  <a:schemeClr val="bg2"/>
                </a:solidFill>
              </a:rPr>
            </a:br>
            <a:r>
              <a:rPr lang="sv-SE" sz="900" dirty="0">
                <a:solidFill>
                  <a:schemeClr val="bg2"/>
                </a:solidFill>
              </a:rPr>
              <a:t>draw attention to a message or a </a:t>
            </a:r>
            <a:br>
              <a:rPr lang="sv-SE" sz="900" dirty="0">
                <a:solidFill>
                  <a:schemeClr val="bg2"/>
                </a:solidFill>
              </a:rPr>
            </a:br>
            <a:r>
              <a:rPr lang="sv-SE" sz="900" dirty="0">
                <a:solidFill>
                  <a:schemeClr val="bg2"/>
                </a:solidFill>
              </a:rPr>
              <a:t>specific element. Don’t overuse them </a:t>
            </a:r>
            <a:br>
              <a:rPr lang="sv-SE" sz="900" dirty="0">
                <a:solidFill>
                  <a:schemeClr val="bg2"/>
                </a:solidFill>
              </a:rPr>
            </a:br>
            <a:r>
              <a:rPr lang="sv-SE" sz="900" dirty="0">
                <a:solidFill>
                  <a:schemeClr val="bg2"/>
                </a:solidFill>
              </a:rPr>
              <a:t>– the effect will be compromised. </a:t>
            </a:r>
            <a:br>
              <a:rPr lang="sv-SE" sz="900" dirty="0">
                <a:solidFill>
                  <a:schemeClr val="bg2"/>
                </a:solidFill>
              </a:rPr>
            </a:br>
            <a:r>
              <a:rPr lang="sv-SE" sz="900" dirty="0">
                <a:solidFill>
                  <a:schemeClr val="bg2"/>
                </a:solidFill>
              </a:rPr>
              <a:t>Accent colors should never be </a:t>
            </a:r>
            <a:br>
              <a:rPr lang="sv-SE" sz="900" dirty="0">
                <a:solidFill>
                  <a:schemeClr val="bg2"/>
                </a:solidFill>
              </a:rPr>
            </a:br>
            <a:r>
              <a:rPr lang="sv-SE" sz="900" dirty="0">
                <a:solidFill>
                  <a:schemeClr val="bg2"/>
                </a:solidFill>
              </a:rPr>
              <a:t>used for decorative purposes. And remember to only stick to one color. </a:t>
            </a:r>
            <a:endParaRPr lang="en-US" sz="1000" b="1" baseline="0" dirty="0">
              <a:solidFill>
                <a:schemeClr val="bg2"/>
              </a:solidFill>
            </a:endParaRPr>
          </a:p>
          <a:p>
            <a:endParaRPr lang="sv-SE" sz="1000" b="1" i="0" u="none" strike="noStrike" kern="1200" baseline="0" dirty="0">
              <a:solidFill>
                <a:schemeClr val="bg2"/>
              </a:solidFill>
              <a:latin typeface="+mn-lt"/>
              <a:ea typeface="+mn-ea"/>
              <a:cs typeface="+mn-cs"/>
            </a:endParaRPr>
          </a:p>
          <a:p>
            <a:r>
              <a:rPr lang="sv-SE" sz="1000" b="1" i="0" u="none" strike="noStrike" kern="1200" baseline="0" dirty="0">
                <a:solidFill>
                  <a:schemeClr val="bg2"/>
                </a:solidFill>
                <a:latin typeface="+mn-lt"/>
                <a:ea typeface="+mn-ea"/>
                <a:cs typeface="+mn-cs"/>
              </a:rPr>
              <a:t>Signal colors</a:t>
            </a:r>
          </a:p>
          <a:p>
            <a:pPr>
              <a:lnSpc>
                <a:spcPts val="1100"/>
              </a:lnSpc>
              <a:spcBef>
                <a:spcPts val="200"/>
              </a:spcBef>
            </a:pPr>
            <a:r>
              <a:rPr lang="sv-SE" sz="900" b="0" i="0" u="none" strike="noStrike" kern="1200" baseline="0" dirty="0">
                <a:solidFill>
                  <a:schemeClr val="bg2"/>
                </a:solidFill>
                <a:latin typeface="+mn-lt"/>
                <a:ea typeface="+mn-ea"/>
                <a:cs typeface="+mn-cs"/>
              </a:rPr>
              <a:t>The signal colors are standard</a:t>
            </a:r>
            <a:r>
              <a:rPr lang="sv-SE" sz="900" b="0" i="0" u="none" strike="noStrike" kern="1200" dirty="0">
                <a:solidFill>
                  <a:schemeClr val="bg2"/>
                </a:solidFill>
                <a:latin typeface="+mn-lt"/>
                <a:ea typeface="+mn-ea"/>
                <a:cs typeface="+mn-cs"/>
              </a:rPr>
              <a:t> </a:t>
            </a:r>
            <a:r>
              <a:rPr lang="sv-SE" sz="900" b="0" i="0" u="none" strike="noStrike" kern="1200" baseline="0" dirty="0">
                <a:solidFill>
                  <a:schemeClr val="bg2"/>
                </a:solidFill>
                <a:latin typeface="+mn-lt"/>
                <a:ea typeface="+mn-ea"/>
                <a:cs typeface="+mn-cs"/>
              </a:rPr>
              <a:t>colors, </a:t>
            </a:r>
            <a:br>
              <a:rPr lang="sv-SE" sz="900" b="0" i="0" u="none" strike="noStrike" kern="1200" baseline="0" dirty="0">
                <a:solidFill>
                  <a:schemeClr val="bg2"/>
                </a:solidFill>
                <a:latin typeface="+mn-lt"/>
                <a:ea typeface="+mn-ea"/>
                <a:cs typeface="+mn-cs"/>
              </a:rPr>
            </a:br>
            <a:r>
              <a:rPr lang="sv-SE" sz="900" b="0" i="0" u="none" strike="noStrike" kern="1200" baseline="0" dirty="0">
                <a:solidFill>
                  <a:schemeClr val="bg2"/>
                </a:solidFill>
                <a:latin typeface="+mn-lt"/>
                <a:ea typeface="+mn-ea"/>
                <a:cs typeface="+mn-cs"/>
              </a:rPr>
              <a:t>not unique to the Volvo</a:t>
            </a:r>
            <a:r>
              <a:rPr lang="sv-SE" sz="900" b="0" i="0" u="none" strike="noStrike" kern="1200" dirty="0">
                <a:solidFill>
                  <a:schemeClr val="bg2"/>
                </a:solidFill>
                <a:latin typeface="+mn-lt"/>
                <a:ea typeface="+mn-ea"/>
                <a:cs typeface="+mn-cs"/>
              </a:rPr>
              <a:t> </a:t>
            </a:r>
            <a:r>
              <a:rPr lang="sv-SE" sz="900" b="0" i="0" u="none" strike="noStrike" kern="1200" baseline="0" dirty="0">
                <a:solidFill>
                  <a:schemeClr val="bg2"/>
                </a:solidFill>
                <a:latin typeface="+mn-lt"/>
                <a:ea typeface="+mn-ea"/>
                <a:cs typeface="+mn-cs"/>
              </a:rPr>
              <a:t>brand, and </a:t>
            </a:r>
            <a:br>
              <a:rPr lang="sv-SE" sz="900" b="0" i="0" u="none" strike="noStrike" kern="1200" baseline="0" dirty="0">
                <a:solidFill>
                  <a:schemeClr val="bg2"/>
                </a:solidFill>
                <a:latin typeface="+mn-lt"/>
                <a:ea typeface="+mn-ea"/>
                <a:cs typeface="+mn-cs"/>
              </a:rPr>
            </a:br>
            <a:r>
              <a:rPr lang="sv-SE" sz="900" b="0" i="0" u="none" strike="noStrike" kern="1200" baseline="0" dirty="0">
                <a:solidFill>
                  <a:schemeClr val="bg2"/>
                </a:solidFill>
                <a:latin typeface="+mn-lt"/>
                <a:ea typeface="+mn-ea"/>
                <a:cs typeface="+mn-cs"/>
              </a:rPr>
              <a:t>serve one</a:t>
            </a:r>
            <a:r>
              <a:rPr lang="sv-SE" sz="900" dirty="0">
                <a:solidFill>
                  <a:schemeClr val="bg2"/>
                </a:solidFill>
              </a:rPr>
              <a:t> </a:t>
            </a:r>
            <a:r>
              <a:rPr lang="sv-SE" sz="900" b="0" i="0" u="none" strike="noStrike" kern="1200" baseline="0" dirty="0">
                <a:solidFill>
                  <a:schemeClr val="bg2"/>
                </a:solidFill>
                <a:latin typeface="+mn-lt"/>
                <a:ea typeface="+mn-ea"/>
                <a:cs typeface="+mn-cs"/>
              </a:rPr>
              <a:t>purpose only: To highlight </a:t>
            </a:r>
            <a:br>
              <a:rPr lang="sv-SE" sz="900" b="0" i="0" u="none" strike="noStrike" kern="1200" baseline="0" dirty="0">
                <a:solidFill>
                  <a:schemeClr val="bg2"/>
                </a:solidFill>
                <a:latin typeface="+mn-lt"/>
                <a:ea typeface="+mn-ea"/>
                <a:cs typeface="+mn-cs"/>
              </a:rPr>
            </a:br>
            <a:r>
              <a:rPr lang="sv-SE" sz="900" b="0" i="0" u="none" strike="noStrike" kern="1200" baseline="0" dirty="0">
                <a:solidFill>
                  <a:schemeClr val="bg2"/>
                </a:solidFill>
                <a:latin typeface="+mn-lt"/>
                <a:ea typeface="+mn-ea"/>
                <a:cs typeface="+mn-cs"/>
              </a:rPr>
              <a:t>user feedback</a:t>
            </a:r>
            <a:r>
              <a:rPr lang="sv-SE" sz="900" b="0" i="0" u="none" strike="noStrike" kern="1200" dirty="0">
                <a:solidFill>
                  <a:schemeClr val="bg2"/>
                </a:solidFill>
                <a:latin typeface="+mn-lt"/>
                <a:ea typeface="+mn-ea"/>
                <a:cs typeface="+mn-cs"/>
              </a:rPr>
              <a:t> </a:t>
            </a:r>
            <a:r>
              <a:rPr lang="sv-SE" sz="900" b="0" i="0" u="none" strike="noStrike" kern="1200" baseline="0" dirty="0">
                <a:solidFill>
                  <a:schemeClr val="bg2"/>
                </a:solidFill>
                <a:latin typeface="+mn-lt"/>
                <a:ea typeface="+mn-ea"/>
                <a:cs typeface="+mn-cs"/>
              </a:rPr>
              <a:t>messages</a:t>
            </a:r>
            <a:endParaRPr lang="en-US" sz="900" baseline="0" dirty="0">
              <a:solidFill>
                <a:schemeClr val="bg2"/>
              </a:solidFill>
            </a:endParaRPr>
          </a:p>
        </p:txBody>
      </p:sp>
    </p:spTree>
    <p:extLst>
      <p:ext uri="{BB962C8B-B14F-4D97-AF65-F5344CB8AC3E}">
        <p14:creationId xmlns:p14="http://schemas.microsoft.com/office/powerpoint/2010/main" val="788305898"/>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sp>
        <p:nvSpPr>
          <p:cNvPr id="4" name="Rectangle 7"/>
          <p:cNvSpPr>
            <a:spLocks noChangeArrowheads="1"/>
          </p:cNvSpPr>
          <p:nvPr userDrawn="1"/>
        </p:nvSpPr>
        <p:spPr bwMode="gray">
          <a:xfrm>
            <a:off x="0" y="4891088"/>
            <a:ext cx="9144000" cy="339196"/>
          </a:xfrm>
          <a:prstGeom prst="rect">
            <a:avLst/>
          </a:prstGeom>
          <a:solidFill>
            <a:srgbClr val="000063"/>
          </a:solidFill>
          <a:ln w="9525">
            <a:noFill/>
            <a:miter lim="800000"/>
            <a:headEnd/>
            <a:tailEnd/>
          </a:ln>
          <a:effectLst/>
        </p:spPr>
        <p:txBody>
          <a:bodyPr lIns="92075" tIns="46038" rIns="92075" bIns="46038">
            <a:spAutoFit/>
          </a:bodyPr>
          <a:lstStyle/>
          <a:p>
            <a:pPr algn="ctr" eaLnBrk="0" fontAlgn="base" hangingPunct="0">
              <a:spcBef>
                <a:spcPct val="0"/>
              </a:spcBef>
              <a:spcAft>
                <a:spcPct val="0"/>
              </a:spcAft>
              <a:defRPr/>
            </a:pPr>
            <a:r>
              <a:rPr lang="en-GB" altLang="zh-TW" sz="1600" b="1" dirty="0">
                <a:solidFill>
                  <a:srgbClr val="FFFFFF"/>
                </a:solidFill>
                <a:ea typeface="標楷體" pitchFamily="65" charset="-120"/>
                <a:cs typeface="Arial" charset="0"/>
              </a:rPr>
              <a:t>Taikoo Commercial Vehicles Limited Taiwan Branch</a:t>
            </a:r>
            <a:endParaRPr lang="zh-TW" altLang="en-GB" sz="1600" b="1">
              <a:solidFill>
                <a:srgbClr val="FFFFFF"/>
              </a:solidFill>
              <a:ea typeface="標楷體" pitchFamily="65" charset="-120"/>
              <a:cs typeface="Arial" charset="0"/>
            </a:endParaRPr>
          </a:p>
        </p:txBody>
      </p:sp>
      <p:pic>
        <p:nvPicPr>
          <p:cNvPr id="6" name="Picture 9"/>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7961" y="114301"/>
            <a:ext cx="2519363" cy="242888"/>
          </a:xfrm>
          <a:prstGeom prst="rect">
            <a:avLst/>
          </a:prstGeom>
          <a:noFill/>
          <a:ln w="12700">
            <a:noFill/>
            <a:miter lim="800000"/>
            <a:headEnd type="none" w="sm" len="sm"/>
            <a:tailEnd type="none" w="sm" len="sm"/>
          </a:ln>
        </p:spPr>
      </p:pic>
      <p:sp>
        <p:nvSpPr>
          <p:cNvPr id="402434" name="Rectangle 2"/>
          <p:cNvSpPr>
            <a:spLocks noGrp="1" noChangeArrowheads="1"/>
          </p:cNvSpPr>
          <p:nvPr>
            <p:ph type="ctrTitle"/>
          </p:nvPr>
        </p:nvSpPr>
        <p:spPr>
          <a:xfrm>
            <a:off x="685800" y="1597824"/>
            <a:ext cx="7772400" cy="1102519"/>
          </a:xfrm>
        </p:spPr>
        <p:txBody>
          <a:bodyPr/>
          <a:lstStyle>
            <a:lvl1pPr>
              <a:defRPr/>
            </a:lvl1pPr>
          </a:lstStyle>
          <a:p>
            <a:r>
              <a:rPr lang="zh-TW" altLang="en-US"/>
              <a:t>按一下以編輯母片標題樣式</a:t>
            </a:r>
          </a:p>
        </p:txBody>
      </p:sp>
      <p:sp>
        <p:nvSpPr>
          <p:cNvPr id="402435" name="Rectangle 3"/>
          <p:cNvSpPr>
            <a:spLocks noGrp="1" noChangeArrowheads="1"/>
          </p:cNvSpPr>
          <p:nvPr>
            <p:ph type="subTitle" idx="1"/>
          </p:nvPr>
        </p:nvSpPr>
        <p:spPr>
          <a:xfrm>
            <a:off x="1371600" y="2914650"/>
            <a:ext cx="6400800" cy="1314450"/>
          </a:xfrm>
        </p:spPr>
        <p:txBody>
          <a:bodyPr/>
          <a:lstStyle>
            <a:lvl1pPr marL="0" indent="0" algn="ctr">
              <a:buFontTx/>
              <a:buNone/>
              <a:defRPr/>
            </a:lvl1pPr>
          </a:lstStyle>
          <a:p>
            <a:r>
              <a:rPr lang="zh-TW" altLang="en-US"/>
              <a:t>按一下以編輯母片副標題樣式</a:t>
            </a:r>
          </a:p>
        </p:txBody>
      </p:sp>
      <p:sp>
        <p:nvSpPr>
          <p:cNvPr id="7" name="Rectangle 4"/>
          <p:cNvSpPr>
            <a:spLocks noGrp="1" noChangeArrowheads="1"/>
          </p:cNvSpPr>
          <p:nvPr>
            <p:ph type="dt" sz="half" idx="10"/>
          </p:nvPr>
        </p:nvSpPr>
        <p:spPr/>
        <p:txBody>
          <a:bodyPr/>
          <a:lstStyle>
            <a:lvl1pPr>
              <a:defRPr/>
            </a:lvl1pPr>
          </a:lstStyle>
          <a:p>
            <a:pPr>
              <a:defRPr/>
            </a:pPr>
            <a:fld id="{0852D860-524D-44DC-A363-1BF317AAA512}" type="datetime1">
              <a:rPr lang="zh-TW" altLang="en-US" smtClean="0">
                <a:solidFill>
                  <a:srgbClr val="000000"/>
                </a:solidFill>
              </a:rPr>
              <a:t>2025/5/12</a:t>
            </a:fld>
            <a:endParaRPr lang="en-US" altLang="zh-TW" dirty="0">
              <a:solidFill>
                <a:srgbClr val="000000"/>
              </a:solidFill>
            </a:endParaRPr>
          </a:p>
        </p:txBody>
      </p:sp>
      <p:sp>
        <p:nvSpPr>
          <p:cNvPr id="8" name="Rectangle 5"/>
          <p:cNvSpPr>
            <a:spLocks noGrp="1" noChangeArrowheads="1"/>
          </p:cNvSpPr>
          <p:nvPr>
            <p:ph type="ftr" sz="quarter" idx="11"/>
          </p:nvPr>
        </p:nvSpPr>
        <p:spPr/>
        <p:txBody>
          <a:bodyPr/>
          <a:lstStyle>
            <a:lvl1pPr>
              <a:defRPr/>
            </a:lvl1pPr>
          </a:lstStyle>
          <a:p>
            <a:pPr>
              <a:defRPr/>
            </a:pPr>
            <a:endParaRPr lang="en-US" altLang="zh-TW" dirty="0">
              <a:solidFill>
                <a:srgbClr val="000000"/>
              </a:solidFill>
            </a:endParaRPr>
          </a:p>
        </p:txBody>
      </p:sp>
      <p:sp>
        <p:nvSpPr>
          <p:cNvPr id="9" name="Rectangle 6"/>
          <p:cNvSpPr>
            <a:spLocks noGrp="1" noChangeArrowheads="1"/>
          </p:cNvSpPr>
          <p:nvPr>
            <p:ph type="sldNum" sz="quarter" idx="12"/>
          </p:nvPr>
        </p:nvSpPr>
        <p:spPr/>
        <p:txBody>
          <a:bodyPr/>
          <a:lstStyle>
            <a:lvl1pPr>
              <a:defRPr/>
            </a:lvl1pPr>
          </a:lstStyle>
          <a:p>
            <a:pPr>
              <a:defRPr/>
            </a:pPr>
            <a:fld id="{C234A98F-2944-4786-8B8C-19EF6A1ADBE5}" type="slidenum">
              <a:rPr lang="en-US" altLang="zh-TW">
                <a:solidFill>
                  <a:srgbClr val="000000"/>
                </a:solidFill>
              </a:rPr>
              <a:pPr>
                <a:defRPr/>
              </a:pPr>
              <a:t>‹#›</a:t>
            </a:fld>
            <a:endParaRPr lang="en-US" altLang="zh-TW" dirty="0">
              <a:solidFill>
                <a:srgbClr val="000000"/>
              </a:solidFill>
            </a:endParaRPr>
          </a:p>
        </p:txBody>
      </p:sp>
      <p:pic>
        <p:nvPicPr>
          <p:cNvPr id="11" name="Picture 2"/>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8499952" y="5699"/>
            <a:ext cx="612000" cy="431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48841764"/>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Rectangle 4"/>
          <p:cNvSpPr>
            <a:spLocks noGrp="1" noChangeArrowheads="1"/>
          </p:cNvSpPr>
          <p:nvPr>
            <p:ph type="dt" sz="half" idx="10"/>
          </p:nvPr>
        </p:nvSpPr>
        <p:spPr>
          <a:ln/>
        </p:spPr>
        <p:txBody>
          <a:bodyPr/>
          <a:lstStyle>
            <a:lvl1pPr>
              <a:defRPr/>
            </a:lvl1pPr>
          </a:lstStyle>
          <a:p>
            <a:pPr>
              <a:defRPr/>
            </a:pPr>
            <a:fld id="{56737FD1-6CDF-490B-A380-1B1938C90CC3}" type="datetime1">
              <a:rPr lang="zh-TW" altLang="en-US" smtClean="0">
                <a:solidFill>
                  <a:srgbClr val="000000"/>
                </a:solidFill>
              </a:rPr>
              <a:t>2025/5/12</a:t>
            </a:fld>
            <a:endParaRPr lang="en-US" altLang="zh-TW" dirty="0">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TW" dirty="0">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60759091-8257-4127-9070-B44235EF3B32}" type="slidenum">
              <a:rPr lang="en-US" altLang="zh-TW">
                <a:solidFill>
                  <a:srgbClr val="000000"/>
                </a:solidFill>
              </a:rPr>
              <a:pPr>
                <a:defRPr/>
              </a:pPr>
              <a:t>‹#›</a:t>
            </a:fld>
            <a:endParaRPr lang="en-US" altLang="zh-TW" dirty="0">
              <a:solidFill>
                <a:srgbClr val="000000"/>
              </a:solidFill>
            </a:endParaRPr>
          </a:p>
        </p:txBody>
      </p:sp>
    </p:spTree>
    <p:extLst>
      <p:ext uri="{BB962C8B-B14F-4D97-AF65-F5344CB8AC3E}">
        <p14:creationId xmlns:p14="http://schemas.microsoft.com/office/powerpoint/2010/main" val="3653879074"/>
      </p:ext>
    </p:extLst>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3305176"/>
            <a:ext cx="7772400" cy="1021556"/>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180035"/>
            <a:ext cx="7772400" cy="112514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TW" altLang="en-US" smtClean="0"/>
              <a:t>按一下以編輯母片文字樣式</a:t>
            </a:r>
          </a:p>
        </p:txBody>
      </p:sp>
      <p:sp>
        <p:nvSpPr>
          <p:cNvPr id="4" name="Rectangle 4"/>
          <p:cNvSpPr>
            <a:spLocks noGrp="1" noChangeArrowheads="1"/>
          </p:cNvSpPr>
          <p:nvPr>
            <p:ph type="dt" sz="half" idx="10"/>
          </p:nvPr>
        </p:nvSpPr>
        <p:spPr>
          <a:ln/>
        </p:spPr>
        <p:txBody>
          <a:bodyPr/>
          <a:lstStyle>
            <a:lvl1pPr>
              <a:defRPr/>
            </a:lvl1pPr>
          </a:lstStyle>
          <a:p>
            <a:pPr>
              <a:defRPr/>
            </a:pPr>
            <a:fld id="{59879295-67E6-4A54-9F5E-57940C7CF8D6}" type="datetime1">
              <a:rPr lang="zh-TW" altLang="en-US" smtClean="0">
                <a:solidFill>
                  <a:srgbClr val="000000"/>
                </a:solidFill>
              </a:rPr>
              <a:t>2025/5/12</a:t>
            </a:fld>
            <a:endParaRPr lang="en-US" altLang="zh-TW" dirty="0">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TW" dirty="0">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C5E597A7-F1C9-44C0-AA61-6821718F75C4}" type="slidenum">
              <a:rPr lang="en-US" altLang="zh-TW">
                <a:solidFill>
                  <a:srgbClr val="000000"/>
                </a:solidFill>
              </a:rPr>
              <a:pPr>
                <a:defRPr/>
              </a:pPr>
              <a:t>‹#›</a:t>
            </a:fld>
            <a:endParaRPr lang="en-US" altLang="zh-TW" dirty="0">
              <a:solidFill>
                <a:srgbClr val="000000"/>
              </a:solidFill>
            </a:endParaRPr>
          </a:p>
        </p:txBody>
      </p:sp>
    </p:spTree>
    <p:extLst>
      <p:ext uri="{BB962C8B-B14F-4D97-AF65-F5344CB8AC3E}">
        <p14:creationId xmlns:p14="http://schemas.microsoft.com/office/powerpoint/2010/main" val="2364873447"/>
      </p:ext>
    </p:extLst>
  </p:cSld>
  <p:clrMapOvr>
    <a:masterClrMapping/>
  </p:clrMapOvr>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Rectangle 4"/>
          <p:cNvSpPr>
            <a:spLocks noGrp="1" noChangeArrowheads="1"/>
          </p:cNvSpPr>
          <p:nvPr>
            <p:ph type="dt" sz="half" idx="10"/>
          </p:nvPr>
        </p:nvSpPr>
        <p:spPr>
          <a:ln/>
        </p:spPr>
        <p:txBody>
          <a:bodyPr/>
          <a:lstStyle>
            <a:lvl1pPr>
              <a:defRPr/>
            </a:lvl1pPr>
          </a:lstStyle>
          <a:p>
            <a:pPr>
              <a:defRPr/>
            </a:pPr>
            <a:fld id="{CCE3E3AA-2098-48F2-9657-918C928BCE2B}" type="datetime1">
              <a:rPr lang="zh-TW" altLang="en-US" smtClean="0">
                <a:solidFill>
                  <a:srgbClr val="000000"/>
                </a:solidFill>
              </a:rPr>
              <a:t>2025/5/12</a:t>
            </a:fld>
            <a:endParaRPr lang="en-US" altLang="zh-TW" dirty="0">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TW" dirty="0">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B1596E7A-A226-4C70-8E06-93300073881B}" type="slidenum">
              <a:rPr lang="en-US" altLang="zh-TW">
                <a:solidFill>
                  <a:srgbClr val="000000"/>
                </a:solidFill>
              </a:rPr>
              <a:pPr>
                <a:defRPr/>
              </a:pPr>
              <a:t>‹#›</a:t>
            </a:fld>
            <a:endParaRPr lang="en-US" altLang="zh-TW" dirty="0">
              <a:solidFill>
                <a:srgbClr val="000000"/>
              </a:solidFill>
            </a:endParaRPr>
          </a:p>
        </p:txBody>
      </p:sp>
    </p:spTree>
    <p:extLst>
      <p:ext uri="{BB962C8B-B14F-4D97-AF65-F5344CB8AC3E}">
        <p14:creationId xmlns:p14="http://schemas.microsoft.com/office/powerpoint/2010/main" val="1671770414"/>
      </p:ext>
    </p:extLst>
  </p:cSld>
  <p:clrMapOvr>
    <a:masterClrMapping/>
  </p:clrMapOvr>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205979"/>
            <a:ext cx="8229600" cy="857250"/>
          </a:xfrm>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33"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33"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Rectangle 4"/>
          <p:cNvSpPr>
            <a:spLocks noGrp="1" noChangeArrowheads="1"/>
          </p:cNvSpPr>
          <p:nvPr>
            <p:ph type="dt" sz="half" idx="10"/>
          </p:nvPr>
        </p:nvSpPr>
        <p:spPr>
          <a:ln/>
        </p:spPr>
        <p:txBody>
          <a:bodyPr/>
          <a:lstStyle>
            <a:lvl1pPr>
              <a:defRPr/>
            </a:lvl1pPr>
          </a:lstStyle>
          <a:p>
            <a:pPr>
              <a:defRPr/>
            </a:pPr>
            <a:fld id="{23EA5143-0568-4344-B6DB-B059A6FCC388}" type="datetime1">
              <a:rPr lang="zh-TW" altLang="en-US" smtClean="0">
                <a:solidFill>
                  <a:srgbClr val="000000"/>
                </a:solidFill>
              </a:rPr>
              <a:t>2025/5/12</a:t>
            </a:fld>
            <a:endParaRPr lang="en-US" altLang="zh-TW" dirty="0">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TW" dirty="0">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a:defRPr/>
            </a:pPr>
            <a:fld id="{2D4CC1B6-E521-4750-950D-42165B69616B}" type="slidenum">
              <a:rPr lang="en-US" altLang="zh-TW">
                <a:solidFill>
                  <a:srgbClr val="000000"/>
                </a:solidFill>
              </a:rPr>
              <a:pPr>
                <a:defRPr/>
              </a:pPr>
              <a:t>‹#›</a:t>
            </a:fld>
            <a:endParaRPr lang="en-US" altLang="zh-TW" dirty="0">
              <a:solidFill>
                <a:srgbClr val="000000"/>
              </a:solidFill>
            </a:endParaRPr>
          </a:p>
        </p:txBody>
      </p:sp>
    </p:spTree>
    <p:extLst>
      <p:ext uri="{BB962C8B-B14F-4D97-AF65-F5344CB8AC3E}">
        <p14:creationId xmlns:p14="http://schemas.microsoft.com/office/powerpoint/2010/main" val="386414415"/>
      </p:ext>
    </p:extLst>
  </p:cSld>
  <p:clrMapOvr>
    <a:masterClrMapping/>
  </p:clrMapOvr>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Rectangle 4"/>
          <p:cNvSpPr>
            <a:spLocks noGrp="1" noChangeArrowheads="1"/>
          </p:cNvSpPr>
          <p:nvPr>
            <p:ph type="dt" sz="half" idx="10"/>
          </p:nvPr>
        </p:nvSpPr>
        <p:spPr>
          <a:ln/>
        </p:spPr>
        <p:txBody>
          <a:bodyPr/>
          <a:lstStyle>
            <a:lvl1pPr>
              <a:defRPr/>
            </a:lvl1pPr>
          </a:lstStyle>
          <a:p>
            <a:pPr>
              <a:defRPr/>
            </a:pPr>
            <a:fld id="{7816CB77-1420-4B3C-AB7E-2610F9DBEA7A}" type="datetime1">
              <a:rPr lang="zh-TW" altLang="en-US" smtClean="0">
                <a:solidFill>
                  <a:srgbClr val="000000"/>
                </a:solidFill>
              </a:rPr>
              <a:t>2025/5/12</a:t>
            </a:fld>
            <a:endParaRPr lang="en-US" altLang="zh-TW" dirty="0">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TW" dirty="0">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a:defRPr/>
            </a:pPr>
            <a:fld id="{34612BEE-31FB-4554-BE5A-A62E90B4CD12}" type="slidenum">
              <a:rPr lang="en-US" altLang="zh-TW">
                <a:solidFill>
                  <a:srgbClr val="000000"/>
                </a:solidFill>
              </a:rPr>
              <a:pPr>
                <a:defRPr/>
              </a:pPr>
              <a:t>‹#›</a:t>
            </a:fld>
            <a:endParaRPr lang="en-US" altLang="zh-TW" dirty="0">
              <a:solidFill>
                <a:srgbClr val="000000"/>
              </a:solidFill>
            </a:endParaRPr>
          </a:p>
        </p:txBody>
      </p:sp>
    </p:spTree>
    <p:extLst>
      <p:ext uri="{BB962C8B-B14F-4D97-AF65-F5344CB8AC3E}">
        <p14:creationId xmlns:p14="http://schemas.microsoft.com/office/powerpoint/2010/main" val="2089610668"/>
      </p:ext>
    </p:extLst>
  </p:cSld>
  <p:clrMapOvr>
    <a:masterClrMapping/>
  </p:clrMapOvr>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D4B72488-6ADA-413B-A179-81E44614F1C7}" type="datetime1">
              <a:rPr lang="zh-TW" altLang="en-US" smtClean="0">
                <a:solidFill>
                  <a:srgbClr val="000000"/>
                </a:solidFill>
              </a:rPr>
              <a:t>2025/5/12</a:t>
            </a:fld>
            <a:endParaRPr lang="en-US" altLang="zh-TW" dirty="0">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TW" dirty="0">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a:defRPr/>
            </a:pPr>
            <a:fld id="{56AB11ED-8869-4A78-A017-4598AAE85C71}" type="slidenum">
              <a:rPr lang="en-US" altLang="zh-TW">
                <a:solidFill>
                  <a:srgbClr val="000000"/>
                </a:solidFill>
              </a:rPr>
              <a:pPr>
                <a:defRPr/>
              </a:pPr>
              <a:t>‹#›</a:t>
            </a:fld>
            <a:endParaRPr lang="en-US" altLang="zh-TW" dirty="0">
              <a:solidFill>
                <a:srgbClr val="000000"/>
              </a:solidFill>
            </a:endParaRPr>
          </a:p>
        </p:txBody>
      </p:sp>
    </p:spTree>
    <p:extLst>
      <p:ext uri="{BB962C8B-B14F-4D97-AF65-F5344CB8AC3E}">
        <p14:creationId xmlns:p14="http://schemas.microsoft.com/office/powerpoint/2010/main" val="2041064467"/>
      </p:ext>
    </p:extLst>
  </p:cSld>
  <p:clrMapOvr>
    <a:masterClrMapping/>
  </p:clrMapOvr>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11" y="204787"/>
            <a:ext cx="3008313" cy="871538"/>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04793"/>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11" y="1076328"/>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Rectangle 4"/>
          <p:cNvSpPr>
            <a:spLocks noGrp="1" noChangeArrowheads="1"/>
          </p:cNvSpPr>
          <p:nvPr>
            <p:ph type="dt" sz="half" idx="10"/>
          </p:nvPr>
        </p:nvSpPr>
        <p:spPr>
          <a:ln/>
        </p:spPr>
        <p:txBody>
          <a:bodyPr/>
          <a:lstStyle>
            <a:lvl1pPr>
              <a:defRPr/>
            </a:lvl1pPr>
          </a:lstStyle>
          <a:p>
            <a:pPr>
              <a:defRPr/>
            </a:pPr>
            <a:fld id="{9EC887DF-03DA-4B38-91F0-EF0D90FB7407}" type="datetime1">
              <a:rPr lang="zh-TW" altLang="en-US" smtClean="0">
                <a:solidFill>
                  <a:srgbClr val="000000"/>
                </a:solidFill>
              </a:rPr>
              <a:t>2025/5/12</a:t>
            </a:fld>
            <a:endParaRPr lang="en-US" altLang="zh-TW" dirty="0">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TW" dirty="0">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BAEE7211-F3D2-46A7-BE19-5D276B3356EE}" type="slidenum">
              <a:rPr lang="en-US" altLang="zh-TW">
                <a:solidFill>
                  <a:srgbClr val="000000"/>
                </a:solidFill>
              </a:rPr>
              <a:pPr>
                <a:defRPr/>
              </a:pPr>
              <a:t>‹#›</a:t>
            </a:fld>
            <a:endParaRPr lang="en-US" altLang="zh-TW" dirty="0">
              <a:solidFill>
                <a:srgbClr val="000000"/>
              </a:solidFill>
            </a:endParaRPr>
          </a:p>
        </p:txBody>
      </p:sp>
    </p:spTree>
    <p:extLst>
      <p:ext uri="{BB962C8B-B14F-4D97-AF65-F5344CB8AC3E}">
        <p14:creationId xmlns:p14="http://schemas.microsoft.com/office/powerpoint/2010/main" val="1635971908"/>
      </p:ext>
    </p:extLst>
  </p:cSld>
  <p:clrMapOvr>
    <a:masterClrMapping/>
  </p:clrMapOvr>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3600451"/>
            <a:ext cx="5486400" cy="425054"/>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TW" altLang="en-US" noProof="0"/>
          </a:p>
        </p:txBody>
      </p:sp>
      <p:sp>
        <p:nvSpPr>
          <p:cNvPr id="4" name="文字版面配置區 3"/>
          <p:cNvSpPr>
            <a:spLocks noGrp="1"/>
          </p:cNvSpPr>
          <p:nvPr>
            <p:ph type="body" sz="half" idx="2"/>
          </p:nvPr>
        </p:nvSpPr>
        <p:spPr>
          <a:xfrm>
            <a:off x="1792288" y="4025508"/>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Rectangle 4"/>
          <p:cNvSpPr>
            <a:spLocks noGrp="1" noChangeArrowheads="1"/>
          </p:cNvSpPr>
          <p:nvPr>
            <p:ph type="dt" sz="half" idx="10"/>
          </p:nvPr>
        </p:nvSpPr>
        <p:spPr>
          <a:ln/>
        </p:spPr>
        <p:txBody>
          <a:bodyPr/>
          <a:lstStyle>
            <a:lvl1pPr>
              <a:defRPr/>
            </a:lvl1pPr>
          </a:lstStyle>
          <a:p>
            <a:pPr>
              <a:defRPr/>
            </a:pPr>
            <a:fld id="{BC0C27F7-AD01-4A6A-A182-79371A83C7D5}" type="datetime1">
              <a:rPr lang="zh-TW" altLang="en-US" smtClean="0">
                <a:solidFill>
                  <a:srgbClr val="000000"/>
                </a:solidFill>
              </a:rPr>
              <a:t>2025/5/12</a:t>
            </a:fld>
            <a:endParaRPr lang="en-US" altLang="zh-TW" dirty="0">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TW" dirty="0">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E9B72E49-741C-4667-BD70-70C20F02B1F6}" type="slidenum">
              <a:rPr lang="en-US" altLang="zh-TW">
                <a:solidFill>
                  <a:srgbClr val="000000"/>
                </a:solidFill>
              </a:rPr>
              <a:pPr>
                <a:defRPr/>
              </a:pPr>
              <a:t>‹#›</a:t>
            </a:fld>
            <a:endParaRPr lang="en-US" altLang="zh-TW" dirty="0">
              <a:solidFill>
                <a:srgbClr val="000000"/>
              </a:solidFill>
            </a:endParaRPr>
          </a:p>
        </p:txBody>
      </p:sp>
    </p:spTree>
    <p:extLst>
      <p:ext uri="{BB962C8B-B14F-4D97-AF65-F5344CB8AC3E}">
        <p14:creationId xmlns:p14="http://schemas.microsoft.com/office/powerpoint/2010/main" val="439470315"/>
      </p:ext>
    </p:extLst>
  </p:cSld>
  <p:clrMapOvr>
    <a:masterClrMapping/>
  </p:clrMapOvr>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Rectangle 4"/>
          <p:cNvSpPr>
            <a:spLocks noGrp="1" noChangeArrowheads="1"/>
          </p:cNvSpPr>
          <p:nvPr>
            <p:ph type="dt" sz="half" idx="10"/>
          </p:nvPr>
        </p:nvSpPr>
        <p:spPr>
          <a:ln/>
        </p:spPr>
        <p:txBody>
          <a:bodyPr/>
          <a:lstStyle>
            <a:lvl1pPr>
              <a:defRPr/>
            </a:lvl1pPr>
          </a:lstStyle>
          <a:p>
            <a:pPr>
              <a:defRPr/>
            </a:pPr>
            <a:fld id="{EB364314-93D3-4A99-A5FB-CC56A424D9B9}" type="datetime1">
              <a:rPr lang="zh-TW" altLang="en-US" smtClean="0">
                <a:solidFill>
                  <a:srgbClr val="000000"/>
                </a:solidFill>
              </a:rPr>
              <a:t>2025/5/12</a:t>
            </a:fld>
            <a:endParaRPr lang="en-US" altLang="zh-TW" dirty="0">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TW" dirty="0">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05B0295E-9D41-4AC4-A827-1EBB206CFB24}" type="slidenum">
              <a:rPr lang="en-US" altLang="zh-TW">
                <a:solidFill>
                  <a:srgbClr val="000000"/>
                </a:solidFill>
              </a:rPr>
              <a:pPr>
                <a:defRPr/>
              </a:pPr>
              <a:t>‹#›</a:t>
            </a:fld>
            <a:endParaRPr lang="en-US" altLang="zh-TW" dirty="0">
              <a:solidFill>
                <a:srgbClr val="000000"/>
              </a:solidFill>
            </a:endParaRPr>
          </a:p>
        </p:txBody>
      </p:sp>
    </p:spTree>
    <p:extLst>
      <p:ext uri="{BB962C8B-B14F-4D97-AF65-F5344CB8AC3E}">
        <p14:creationId xmlns:p14="http://schemas.microsoft.com/office/powerpoint/2010/main" val="3895909624"/>
      </p:ext>
    </p:extLst>
  </p:cSld>
  <p:clrMapOvr>
    <a:masterClrMapping/>
  </p:clrMapOvr>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411956"/>
            <a:ext cx="2057400" cy="4182666"/>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411956"/>
            <a:ext cx="6019800" cy="4182666"/>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Rectangle 4"/>
          <p:cNvSpPr>
            <a:spLocks noGrp="1" noChangeArrowheads="1"/>
          </p:cNvSpPr>
          <p:nvPr>
            <p:ph type="dt" sz="half" idx="10"/>
          </p:nvPr>
        </p:nvSpPr>
        <p:spPr>
          <a:ln/>
        </p:spPr>
        <p:txBody>
          <a:bodyPr/>
          <a:lstStyle>
            <a:lvl1pPr>
              <a:defRPr/>
            </a:lvl1pPr>
          </a:lstStyle>
          <a:p>
            <a:pPr>
              <a:defRPr/>
            </a:pPr>
            <a:fld id="{8EDAEA91-C90F-4A0D-8F21-C78E15F1DCFC}" type="datetime1">
              <a:rPr lang="zh-TW" altLang="en-US" smtClean="0">
                <a:solidFill>
                  <a:srgbClr val="000000"/>
                </a:solidFill>
              </a:rPr>
              <a:t>2025/5/12</a:t>
            </a:fld>
            <a:endParaRPr lang="en-US" altLang="zh-TW" dirty="0">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TW" dirty="0">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31C0DB3E-33EE-4175-B109-2ACCFE415954}" type="slidenum">
              <a:rPr lang="en-US" altLang="zh-TW">
                <a:solidFill>
                  <a:srgbClr val="000000"/>
                </a:solidFill>
              </a:rPr>
              <a:pPr>
                <a:defRPr/>
              </a:pPr>
              <a:t>‹#›</a:t>
            </a:fld>
            <a:endParaRPr lang="en-US" altLang="zh-TW" dirty="0">
              <a:solidFill>
                <a:srgbClr val="000000"/>
              </a:solidFill>
            </a:endParaRPr>
          </a:p>
        </p:txBody>
      </p:sp>
    </p:spTree>
    <p:extLst>
      <p:ext uri="{BB962C8B-B14F-4D97-AF65-F5344CB8AC3E}">
        <p14:creationId xmlns:p14="http://schemas.microsoft.com/office/powerpoint/2010/main" val="1683616362"/>
      </p:ext>
    </p:extLst>
  </p:cSld>
  <p:clrMapOvr>
    <a:masterClrMapping/>
  </p:clrMapOvr>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ltLang="zh-HK" smtClean="0"/>
              <a:t>Click to edit Master title style</a:t>
            </a:r>
            <a:endParaRPr lang="zh-HK" altLang="en-US"/>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40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ltLang="zh-HK" smtClean="0"/>
              <a:t>Click to edit Master subtitle style</a:t>
            </a:r>
            <a:endParaRPr lang="zh-HK" altLang="en-US"/>
          </a:p>
        </p:txBody>
      </p:sp>
      <p:sp>
        <p:nvSpPr>
          <p:cNvPr id="4" name="Date Placeholder 3"/>
          <p:cNvSpPr>
            <a:spLocks noGrp="1"/>
          </p:cNvSpPr>
          <p:nvPr>
            <p:ph type="dt" sz="half" idx="10"/>
          </p:nvPr>
        </p:nvSpPr>
        <p:spPr/>
        <p:txBody>
          <a:bodyPr/>
          <a:lstStyle/>
          <a:p>
            <a:fld id="{79F1990C-06C8-4C0F-9777-80FDB6F7694C}" type="datetime1">
              <a:rPr lang="zh-TW" altLang="en-US" smtClean="0">
                <a:solidFill>
                  <a:prstClr val="black">
                    <a:tint val="75000"/>
                  </a:prstClr>
                </a:solidFill>
              </a:rPr>
              <a:t>2025/5/12</a:t>
            </a:fld>
            <a:endParaRPr lang="zh-HK"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HK"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E5EA158D-ACA1-4317-9F9C-72350079FA10}" type="slidenum">
              <a:rPr lang="zh-HK" altLang="en-US" smtClean="0">
                <a:solidFill>
                  <a:prstClr val="black">
                    <a:tint val="75000"/>
                  </a:prstClr>
                </a:solidFill>
              </a:rPr>
              <a:pPr/>
              <a:t>‹#›</a:t>
            </a:fld>
            <a:endParaRPr lang="zh-HK" altLang="en-US">
              <a:solidFill>
                <a:prstClr val="black">
                  <a:tint val="75000"/>
                </a:prstClr>
              </a:solidFill>
            </a:endParaRPr>
          </a:p>
        </p:txBody>
      </p:sp>
    </p:spTree>
    <p:extLst>
      <p:ext uri="{BB962C8B-B14F-4D97-AF65-F5344CB8AC3E}">
        <p14:creationId xmlns:p14="http://schemas.microsoft.com/office/powerpoint/2010/main" val="332365049"/>
      </p:ext>
    </p:extLst>
  </p:cSld>
  <p:clrMapOvr>
    <a:masterClrMapping/>
  </p:clrMapOvr>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HK" smtClean="0"/>
              <a:t>Click to edit Master title style</a:t>
            </a:r>
            <a:endParaRPr lang="zh-HK" altLang="en-US"/>
          </a:p>
        </p:txBody>
      </p:sp>
      <p:sp>
        <p:nvSpPr>
          <p:cNvPr id="3" name="Content Placeholder 2"/>
          <p:cNvSpPr>
            <a:spLocks noGrp="1"/>
          </p:cNvSpPr>
          <p:nvPr>
            <p:ph idx="1"/>
          </p:nvPr>
        </p:nvSpPr>
        <p:spPr/>
        <p:txBody>
          <a:bodyPr/>
          <a:lstStyle/>
          <a:p>
            <a:pPr lvl="0"/>
            <a:r>
              <a:rPr lang="en-US" altLang="zh-HK" smtClean="0"/>
              <a:t>Edit Master text styles</a:t>
            </a:r>
          </a:p>
          <a:p>
            <a:pPr lvl="1"/>
            <a:r>
              <a:rPr lang="en-US" altLang="zh-HK" smtClean="0"/>
              <a:t>Second level</a:t>
            </a:r>
          </a:p>
          <a:p>
            <a:pPr lvl="2"/>
            <a:r>
              <a:rPr lang="en-US" altLang="zh-HK" smtClean="0"/>
              <a:t>Third level</a:t>
            </a:r>
          </a:p>
          <a:p>
            <a:pPr lvl="3"/>
            <a:r>
              <a:rPr lang="en-US" altLang="zh-HK" smtClean="0"/>
              <a:t>Fourth level</a:t>
            </a:r>
          </a:p>
          <a:p>
            <a:pPr lvl="4"/>
            <a:r>
              <a:rPr lang="en-US" altLang="zh-HK" smtClean="0"/>
              <a:t>Fifth level</a:t>
            </a:r>
            <a:endParaRPr lang="zh-HK" altLang="en-US"/>
          </a:p>
        </p:txBody>
      </p:sp>
      <p:sp>
        <p:nvSpPr>
          <p:cNvPr id="4" name="Date Placeholder 3"/>
          <p:cNvSpPr>
            <a:spLocks noGrp="1"/>
          </p:cNvSpPr>
          <p:nvPr>
            <p:ph type="dt" sz="half" idx="10"/>
          </p:nvPr>
        </p:nvSpPr>
        <p:spPr/>
        <p:txBody>
          <a:bodyPr/>
          <a:lstStyle/>
          <a:p>
            <a:fld id="{94D81A9B-F203-433A-B9E1-C210524DDDF8}" type="datetime1">
              <a:rPr lang="zh-TW" altLang="en-US" smtClean="0">
                <a:solidFill>
                  <a:prstClr val="black">
                    <a:tint val="75000"/>
                  </a:prstClr>
                </a:solidFill>
              </a:rPr>
              <a:t>2025/5/12</a:t>
            </a:fld>
            <a:endParaRPr lang="zh-HK"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HK"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E5EA158D-ACA1-4317-9F9C-72350079FA10}" type="slidenum">
              <a:rPr lang="zh-HK" altLang="en-US" smtClean="0">
                <a:solidFill>
                  <a:prstClr val="black">
                    <a:tint val="75000"/>
                  </a:prstClr>
                </a:solidFill>
              </a:rPr>
              <a:pPr/>
              <a:t>‹#›</a:t>
            </a:fld>
            <a:endParaRPr lang="zh-HK" altLang="en-US">
              <a:solidFill>
                <a:prstClr val="black">
                  <a:tint val="75000"/>
                </a:prstClr>
              </a:solidFill>
            </a:endParaRPr>
          </a:p>
        </p:txBody>
      </p:sp>
    </p:spTree>
    <p:extLst>
      <p:ext uri="{BB962C8B-B14F-4D97-AF65-F5344CB8AC3E}">
        <p14:creationId xmlns:p14="http://schemas.microsoft.com/office/powerpoint/2010/main" val="3578097781"/>
      </p:ext>
    </p:extLst>
  </p:cSld>
  <p:clrMapOvr>
    <a:masterClrMapping/>
  </p:clrMapOvr>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8"/>
            <a:ext cx="7886700" cy="2139553"/>
          </a:xfrm>
        </p:spPr>
        <p:txBody>
          <a:bodyPr anchor="b"/>
          <a:lstStyle>
            <a:lvl1pPr>
              <a:defRPr sz="4500"/>
            </a:lvl1pPr>
          </a:lstStyle>
          <a:p>
            <a:r>
              <a:rPr lang="en-US" altLang="zh-HK" smtClean="0"/>
              <a:t>Click to edit Master title style</a:t>
            </a:r>
            <a:endParaRPr lang="zh-HK" altLang="en-US"/>
          </a:p>
        </p:txBody>
      </p:sp>
      <p:sp>
        <p:nvSpPr>
          <p:cNvPr id="3" name="Text Placeholder 2"/>
          <p:cNvSpPr>
            <a:spLocks noGrp="1"/>
          </p:cNvSpPr>
          <p:nvPr>
            <p:ph type="body" idx="1"/>
          </p:nvPr>
        </p:nvSpPr>
        <p:spPr>
          <a:xfrm>
            <a:off x="623888" y="3442099"/>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40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ltLang="zh-HK" smtClean="0"/>
              <a:t>Edit Master text styles</a:t>
            </a:r>
          </a:p>
        </p:txBody>
      </p:sp>
      <p:sp>
        <p:nvSpPr>
          <p:cNvPr id="4" name="Date Placeholder 3"/>
          <p:cNvSpPr>
            <a:spLocks noGrp="1"/>
          </p:cNvSpPr>
          <p:nvPr>
            <p:ph type="dt" sz="half" idx="10"/>
          </p:nvPr>
        </p:nvSpPr>
        <p:spPr/>
        <p:txBody>
          <a:bodyPr/>
          <a:lstStyle/>
          <a:p>
            <a:fld id="{10693A4A-2A05-4DED-90AD-FF89046D2DE3}" type="datetime1">
              <a:rPr lang="zh-TW" altLang="en-US" smtClean="0">
                <a:solidFill>
                  <a:prstClr val="black">
                    <a:tint val="75000"/>
                  </a:prstClr>
                </a:solidFill>
              </a:rPr>
              <a:t>2025/5/12</a:t>
            </a:fld>
            <a:endParaRPr lang="zh-HK"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HK"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E5EA158D-ACA1-4317-9F9C-72350079FA10}" type="slidenum">
              <a:rPr lang="zh-HK" altLang="en-US" smtClean="0">
                <a:solidFill>
                  <a:prstClr val="black">
                    <a:tint val="75000"/>
                  </a:prstClr>
                </a:solidFill>
              </a:rPr>
              <a:pPr/>
              <a:t>‹#›</a:t>
            </a:fld>
            <a:endParaRPr lang="zh-HK" altLang="en-US">
              <a:solidFill>
                <a:prstClr val="black">
                  <a:tint val="75000"/>
                </a:prstClr>
              </a:solidFill>
            </a:endParaRPr>
          </a:p>
        </p:txBody>
      </p:sp>
    </p:spTree>
    <p:extLst>
      <p:ext uri="{BB962C8B-B14F-4D97-AF65-F5344CB8AC3E}">
        <p14:creationId xmlns:p14="http://schemas.microsoft.com/office/powerpoint/2010/main" val="109547947"/>
      </p:ext>
    </p:extLst>
  </p:cSld>
  <p:clrMapOvr>
    <a:masterClrMapping/>
  </p:clrMapOvr>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HK" smtClean="0"/>
              <a:t>Click to edit Master title style</a:t>
            </a:r>
            <a:endParaRPr lang="zh-HK" altLang="en-US"/>
          </a:p>
        </p:txBody>
      </p:sp>
      <p:sp>
        <p:nvSpPr>
          <p:cNvPr id="3" name="Content Placeholder 2"/>
          <p:cNvSpPr>
            <a:spLocks noGrp="1"/>
          </p:cNvSpPr>
          <p:nvPr>
            <p:ph sz="half" idx="1"/>
          </p:nvPr>
        </p:nvSpPr>
        <p:spPr>
          <a:xfrm>
            <a:off x="628650" y="1369219"/>
            <a:ext cx="3886200" cy="3263504"/>
          </a:xfrm>
        </p:spPr>
        <p:txBody>
          <a:bodyPr/>
          <a:lstStyle/>
          <a:p>
            <a:pPr lvl="0"/>
            <a:r>
              <a:rPr lang="en-US" altLang="zh-HK" smtClean="0"/>
              <a:t>Edit Master text styles</a:t>
            </a:r>
          </a:p>
          <a:p>
            <a:pPr lvl="1"/>
            <a:r>
              <a:rPr lang="en-US" altLang="zh-HK" smtClean="0"/>
              <a:t>Second level</a:t>
            </a:r>
          </a:p>
          <a:p>
            <a:pPr lvl="2"/>
            <a:r>
              <a:rPr lang="en-US" altLang="zh-HK" smtClean="0"/>
              <a:t>Third level</a:t>
            </a:r>
          </a:p>
          <a:p>
            <a:pPr lvl="3"/>
            <a:r>
              <a:rPr lang="en-US" altLang="zh-HK" smtClean="0"/>
              <a:t>Fourth level</a:t>
            </a:r>
          </a:p>
          <a:p>
            <a:pPr lvl="4"/>
            <a:r>
              <a:rPr lang="en-US" altLang="zh-HK" smtClean="0"/>
              <a:t>Fifth level</a:t>
            </a:r>
            <a:endParaRPr lang="zh-HK" altLang="en-US"/>
          </a:p>
        </p:txBody>
      </p:sp>
      <p:sp>
        <p:nvSpPr>
          <p:cNvPr id="4" name="Content Placeholder 3"/>
          <p:cNvSpPr>
            <a:spLocks noGrp="1"/>
          </p:cNvSpPr>
          <p:nvPr>
            <p:ph sz="half" idx="2"/>
          </p:nvPr>
        </p:nvSpPr>
        <p:spPr>
          <a:xfrm>
            <a:off x="4629150" y="1369219"/>
            <a:ext cx="3886200" cy="3263504"/>
          </a:xfrm>
        </p:spPr>
        <p:txBody>
          <a:bodyPr/>
          <a:lstStyle/>
          <a:p>
            <a:pPr lvl="0"/>
            <a:r>
              <a:rPr lang="en-US" altLang="zh-HK" smtClean="0"/>
              <a:t>Edit Master text styles</a:t>
            </a:r>
          </a:p>
          <a:p>
            <a:pPr lvl="1"/>
            <a:r>
              <a:rPr lang="en-US" altLang="zh-HK" smtClean="0"/>
              <a:t>Second level</a:t>
            </a:r>
          </a:p>
          <a:p>
            <a:pPr lvl="2"/>
            <a:r>
              <a:rPr lang="en-US" altLang="zh-HK" smtClean="0"/>
              <a:t>Third level</a:t>
            </a:r>
          </a:p>
          <a:p>
            <a:pPr lvl="3"/>
            <a:r>
              <a:rPr lang="en-US" altLang="zh-HK" smtClean="0"/>
              <a:t>Fourth level</a:t>
            </a:r>
          </a:p>
          <a:p>
            <a:pPr lvl="4"/>
            <a:r>
              <a:rPr lang="en-US" altLang="zh-HK" smtClean="0"/>
              <a:t>Fifth level</a:t>
            </a:r>
            <a:endParaRPr lang="zh-HK" altLang="en-US"/>
          </a:p>
        </p:txBody>
      </p:sp>
      <p:sp>
        <p:nvSpPr>
          <p:cNvPr id="5" name="Date Placeholder 4"/>
          <p:cNvSpPr>
            <a:spLocks noGrp="1"/>
          </p:cNvSpPr>
          <p:nvPr>
            <p:ph type="dt" sz="half" idx="10"/>
          </p:nvPr>
        </p:nvSpPr>
        <p:spPr/>
        <p:txBody>
          <a:bodyPr/>
          <a:lstStyle/>
          <a:p>
            <a:fld id="{13CE876F-865D-42E5-A06C-D4AA10ED7824}" type="datetime1">
              <a:rPr lang="zh-TW" altLang="en-US" smtClean="0">
                <a:solidFill>
                  <a:prstClr val="black">
                    <a:tint val="75000"/>
                  </a:prstClr>
                </a:solidFill>
              </a:rPr>
              <a:t>2025/5/12</a:t>
            </a:fld>
            <a:endParaRPr lang="zh-HK"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HK"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E5EA158D-ACA1-4317-9F9C-72350079FA10}" type="slidenum">
              <a:rPr lang="zh-HK" altLang="en-US" smtClean="0">
                <a:solidFill>
                  <a:prstClr val="black">
                    <a:tint val="75000"/>
                  </a:prstClr>
                </a:solidFill>
              </a:rPr>
              <a:pPr/>
              <a:t>‹#›</a:t>
            </a:fld>
            <a:endParaRPr lang="zh-HK" altLang="en-US">
              <a:solidFill>
                <a:prstClr val="black">
                  <a:tint val="75000"/>
                </a:prstClr>
              </a:solidFill>
            </a:endParaRPr>
          </a:p>
        </p:txBody>
      </p:sp>
    </p:spTree>
    <p:extLst>
      <p:ext uri="{BB962C8B-B14F-4D97-AF65-F5344CB8AC3E}">
        <p14:creationId xmlns:p14="http://schemas.microsoft.com/office/powerpoint/2010/main" val="199368931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ltLang="zh-HK" smtClean="0"/>
              <a:t>Click to edit Master title style</a:t>
            </a:r>
            <a:endParaRPr lang="zh-HK" altLang="en-US"/>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40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ltLang="zh-HK" smtClean="0"/>
              <a:t>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ltLang="zh-HK" smtClean="0"/>
              <a:t>Edit Master text styles</a:t>
            </a:r>
          </a:p>
          <a:p>
            <a:pPr lvl="1"/>
            <a:r>
              <a:rPr lang="en-US" altLang="zh-HK" smtClean="0"/>
              <a:t>Second level</a:t>
            </a:r>
          </a:p>
          <a:p>
            <a:pPr lvl="2"/>
            <a:r>
              <a:rPr lang="en-US" altLang="zh-HK" smtClean="0"/>
              <a:t>Third level</a:t>
            </a:r>
          </a:p>
          <a:p>
            <a:pPr lvl="3"/>
            <a:r>
              <a:rPr lang="en-US" altLang="zh-HK" smtClean="0"/>
              <a:t>Fourth level</a:t>
            </a:r>
          </a:p>
          <a:p>
            <a:pPr lvl="4"/>
            <a:r>
              <a:rPr lang="en-US" altLang="zh-HK" smtClean="0"/>
              <a:t>Fifth level</a:t>
            </a:r>
            <a:endParaRPr lang="zh-HK" altLang="en-US"/>
          </a:p>
        </p:txBody>
      </p:sp>
      <p:sp>
        <p:nvSpPr>
          <p:cNvPr id="5" name="Text Placeholder 4"/>
          <p:cNvSpPr>
            <a:spLocks noGrp="1"/>
          </p:cNvSpPr>
          <p:nvPr>
            <p:ph type="body" sz="quarter" idx="3"/>
          </p:nvPr>
        </p:nvSpPr>
        <p:spPr>
          <a:xfrm>
            <a:off x="4629157" y="1260872"/>
            <a:ext cx="3887391" cy="617934"/>
          </a:xfrm>
        </p:spPr>
        <p:txBody>
          <a:bodyPr anchor="b"/>
          <a:lstStyle>
            <a:lvl1pPr marL="0" indent="0">
              <a:buNone/>
              <a:defRPr sz="1800" b="1"/>
            </a:lvl1pPr>
            <a:lvl2pPr marL="342900" indent="0">
              <a:buNone/>
              <a:defRPr sz="1500" b="1"/>
            </a:lvl2pPr>
            <a:lvl3pPr marL="685800" indent="0">
              <a:buNone/>
              <a:defRPr sz="140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ltLang="zh-HK" smtClean="0"/>
              <a:t>Edit Master text styles</a:t>
            </a:r>
          </a:p>
        </p:txBody>
      </p:sp>
      <p:sp>
        <p:nvSpPr>
          <p:cNvPr id="6" name="Content Placeholder 5"/>
          <p:cNvSpPr>
            <a:spLocks noGrp="1"/>
          </p:cNvSpPr>
          <p:nvPr>
            <p:ph sz="quarter" idx="4"/>
          </p:nvPr>
        </p:nvSpPr>
        <p:spPr>
          <a:xfrm>
            <a:off x="4629157" y="1878806"/>
            <a:ext cx="3887391" cy="2763441"/>
          </a:xfrm>
        </p:spPr>
        <p:txBody>
          <a:bodyPr/>
          <a:lstStyle/>
          <a:p>
            <a:pPr lvl="0"/>
            <a:r>
              <a:rPr lang="en-US" altLang="zh-HK" smtClean="0"/>
              <a:t>Edit Master text styles</a:t>
            </a:r>
          </a:p>
          <a:p>
            <a:pPr lvl="1"/>
            <a:r>
              <a:rPr lang="en-US" altLang="zh-HK" smtClean="0"/>
              <a:t>Second level</a:t>
            </a:r>
          </a:p>
          <a:p>
            <a:pPr lvl="2"/>
            <a:r>
              <a:rPr lang="en-US" altLang="zh-HK" smtClean="0"/>
              <a:t>Third level</a:t>
            </a:r>
          </a:p>
          <a:p>
            <a:pPr lvl="3"/>
            <a:r>
              <a:rPr lang="en-US" altLang="zh-HK" smtClean="0"/>
              <a:t>Fourth level</a:t>
            </a:r>
          </a:p>
          <a:p>
            <a:pPr lvl="4"/>
            <a:r>
              <a:rPr lang="en-US" altLang="zh-HK" smtClean="0"/>
              <a:t>Fifth level</a:t>
            </a:r>
            <a:endParaRPr lang="zh-HK" altLang="en-US"/>
          </a:p>
        </p:txBody>
      </p:sp>
      <p:sp>
        <p:nvSpPr>
          <p:cNvPr id="7" name="Date Placeholder 6"/>
          <p:cNvSpPr>
            <a:spLocks noGrp="1"/>
          </p:cNvSpPr>
          <p:nvPr>
            <p:ph type="dt" sz="half" idx="10"/>
          </p:nvPr>
        </p:nvSpPr>
        <p:spPr/>
        <p:txBody>
          <a:bodyPr/>
          <a:lstStyle/>
          <a:p>
            <a:fld id="{285090D2-FECC-48B6-B7B9-377F759E9E5D}" type="datetime1">
              <a:rPr lang="zh-TW" altLang="en-US" smtClean="0">
                <a:solidFill>
                  <a:prstClr val="black">
                    <a:tint val="75000"/>
                  </a:prstClr>
                </a:solidFill>
              </a:rPr>
              <a:t>2025/5/12</a:t>
            </a:fld>
            <a:endParaRPr lang="zh-HK" alt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zh-HK" alt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E5EA158D-ACA1-4317-9F9C-72350079FA10}" type="slidenum">
              <a:rPr lang="zh-HK" altLang="en-US" smtClean="0">
                <a:solidFill>
                  <a:prstClr val="black">
                    <a:tint val="75000"/>
                  </a:prstClr>
                </a:solidFill>
              </a:rPr>
              <a:pPr/>
              <a:t>‹#›</a:t>
            </a:fld>
            <a:endParaRPr lang="zh-HK" altLang="en-US">
              <a:solidFill>
                <a:prstClr val="black">
                  <a:tint val="75000"/>
                </a:prstClr>
              </a:solidFill>
            </a:endParaRPr>
          </a:p>
        </p:txBody>
      </p:sp>
    </p:spTree>
    <p:extLst>
      <p:ext uri="{BB962C8B-B14F-4D97-AF65-F5344CB8AC3E}">
        <p14:creationId xmlns:p14="http://schemas.microsoft.com/office/powerpoint/2010/main" val="1732332285"/>
      </p:ext>
    </p:extLst>
  </p:cSld>
  <p:clrMapOvr>
    <a:masterClrMapping/>
  </p:clrMapOvr>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HK" smtClean="0"/>
              <a:t>Click to edit Master title style</a:t>
            </a:r>
            <a:endParaRPr lang="zh-HK" altLang="en-US"/>
          </a:p>
        </p:txBody>
      </p:sp>
      <p:sp>
        <p:nvSpPr>
          <p:cNvPr id="3" name="Date Placeholder 2"/>
          <p:cNvSpPr>
            <a:spLocks noGrp="1"/>
          </p:cNvSpPr>
          <p:nvPr>
            <p:ph type="dt" sz="half" idx="10"/>
          </p:nvPr>
        </p:nvSpPr>
        <p:spPr/>
        <p:txBody>
          <a:bodyPr/>
          <a:lstStyle/>
          <a:p>
            <a:fld id="{3B722F2A-1D69-4834-860C-4CEE0E4983D4}" type="datetime1">
              <a:rPr lang="zh-TW" altLang="en-US" smtClean="0">
                <a:solidFill>
                  <a:prstClr val="black">
                    <a:tint val="75000"/>
                  </a:prstClr>
                </a:solidFill>
              </a:rPr>
              <a:t>2025/5/12</a:t>
            </a:fld>
            <a:endParaRPr lang="zh-HK" alt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zh-HK" alt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E5EA158D-ACA1-4317-9F9C-72350079FA10}" type="slidenum">
              <a:rPr lang="zh-HK" altLang="en-US" smtClean="0">
                <a:solidFill>
                  <a:prstClr val="black">
                    <a:tint val="75000"/>
                  </a:prstClr>
                </a:solidFill>
              </a:rPr>
              <a:pPr/>
              <a:t>‹#›</a:t>
            </a:fld>
            <a:endParaRPr lang="zh-HK" altLang="en-US">
              <a:solidFill>
                <a:prstClr val="black">
                  <a:tint val="75000"/>
                </a:prstClr>
              </a:solidFill>
            </a:endParaRPr>
          </a:p>
        </p:txBody>
      </p:sp>
    </p:spTree>
    <p:extLst>
      <p:ext uri="{BB962C8B-B14F-4D97-AF65-F5344CB8AC3E}">
        <p14:creationId xmlns:p14="http://schemas.microsoft.com/office/powerpoint/2010/main" val="1035692407"/>
      </p:ext>
    </p:extLst>
  </p:cSld>
  <p:clrMapOvr>
    <a:masterClrMapping/>
  </p:clrMapOvr>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83C14BE-B177-44E7-BDA3-87D612EF5083}" type="datetime1">
              <a:rPr lang="zh-TW" altLang="en-US" smtClean="0">
                <a:solidFill>
                  <a:prstClr val="black">
                    <a:tint val="75000"/>
                  </a:prstClr>
                </a:solidFill>
              </a:rPr>
              <a:t>2025/5/12</a:t>
            </a:fld>
            <a:endParaRPr lang="zh-HK" alt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zh-HK" alt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E5EA158D-ACA1-4317-9F9C-72350079FA10}" type="slidenum">
              <a:rPr lang="zh-HK" altLang="en-US" smtClean="0">
                <a:solidFill>
                  <a:prstClr val="black">
                    <a:tint val="75000"/>
                  </a:prstClr>
                </a:solidFill>
              </a:rPr>
              <a:pPr/>
              <a:t>‹#›</a:t>
            </a:fld>
            <a:endParaRPr lang="zh-HK" altLang="en-US">
              <a:solidFill>
                <a:prstClr val="black">
                  <a:tint val="75000"/>
                </a:prstClr>
              </a:solidFill>
            </a:endParaRPr>
          </a:p>
        </p:txBody>
      </p:sp>
    </p:spTree>
    <p:extLst>
      <p:ext uri="{BB962C8B-B14F-4D97-AF65-F5344CB8AC3E}">
        <p14:creationId xmlns:p14="http://schemas.microsoft.com/office/powerpoint/2010/main" val="1261649614"/>
      </p:ext>
    </p:extLst>
  </p:cSld>
  <p:clrMapOvr>
    <a:masterClrMapping/>
  </p:clrMapOvr>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ltLang="zh-HK" smtClean="0"/>
              <a:t>Click to edit Master title style</a:t>
            </a:r>
            <a:endParaRPr lang="zh-HK" altLang="en-US"/>
          </a:p>
        </p:txBody>
      </p:sp>
      <p:sp>
        <p:nvSpPr>
          <p:cNvPr id="3" name="Content Placeholder 2"/>
          <p:cNvSpPr>
            <a:spLocks noGrp="1"/>
          </p:cNvSpPr>
          <p:nvPr>
            <p:ph idx="1"/>
          </p:nvPr>
        </p:nvSpPr>
        <p:spPr>
          <a:xfrm>
            <a:off x="3887391" y="740573"/>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ltLang="zh-HK" smtClean="0"/>
              <a:t>Edit Master text styles</a:t>
            </a:r>
          </a:p>
          <a:p>
            <a:pPr lvl="1"/>
            <a:r>
              <a:rPr lang="en-US" altLang="zh-HK" smtClean="0"/>
              <a:t>Second level</a:t>
            </a:r>
          </a:p>
          <a:p>
            <a:pPr lvl="2"/>
            <a:r>
              <a:rPr lang="en-US" altLang="zh-HK" smtClean="0"/>
              <a:t>Third level</a:t>
            </a:r>
          </a:p>
          <a:p>
            <a:pPr lvl="3"/>
            <a:r>
              <a:rPr lang="en-US" altLang="zh-HK" smtClean="0"/>
              <a:t>Fourth level</a:t>
            </a:r>
          </a:p>
          <a:p>
            <a:pPr lvl="4"/>
            <a:r>
              <a:rPr lang="en-US" altLang="zh-HK" smtClean="0"/>
              <a:t>Fifth level</a:t>
            </a:r>
            <a:endParaRPr lang="zh-HK" altLang="en-US"/>
          </a:p>
        </p:txBody>
      </p:sp>
      <p:sp>
        <p:nvSpPr>
          <p:cNvPr id="4" name="Text Placeholder 3"/>
          <p:cNvSpPr>
            <a:spLocks noGrp="1"/>
          </p:cNvSpPr>
          <p:nvPr>
            <p:ph type="body" sz="half" idx="2"/>
          </p:nvPr>
        </p:nvSpPr>
        <p:spPr>
          <a:xfrm>
            <a:off x="629841" y="1543052"/>
            <a:ext cx="2949178" cy="2858691"/>
          </a:xfrm>
        </p:spPr>
        <p:txBody>
          <a:bodyPr/>
          <a:lstStyle>
            <a:lvl1pPr marL="0" indent="0">
              <a:buNone/>
              <a:defRPr sz="1200"/>
            </a:lvl1pPr>
            <a:lvl2pPr marL="342900" indent="0">
              <a:buNone/>
              <a:defRPr sz="1100"/>
            </a:lvl2pPr>
            <a:lvl3pPr marL="685800" indent="0">
              <a:buNone/>
              <a:defRPr sz="900"/>
            </a:lvl3pPr>
            <a:lvl4pPr marL="1028700" indent="0">
              <a:buNone/>
              <a:defRPr sz="800"/>
            </a:lvl4pPr>
            <a:lvl5pPr marL="1371600" indent="0">
              <a:buNone/>
              <a:defRPr sz="800"/>
            </a:lvl5pPr>
            <a:lvl6pPr marL="1714500" indent="0">
              <a:buNone/>
              <a:defRPr sz="800"/>
            </a:lvl6pPr>
            <a:lvl7pPr marL="2057400" indent="0">
              <a:buNone/>
              <a:defRPr sz="800"/>
            </a:lvl7pPr>
            <a:lvl8pPr marL="2400300" indent="0">
              <a:buNone/>
              <a:defRPr sz="800"/>
            </a:lvl8pPr>
            <a:lvl9pPr marL="2743200" indent="0">
              <a:buNone/>
              <a:defRPr sz="800"/>
            </a:lvl9pPr>
          </a:lstStyle>
          <a:p>
            <a:pPr lvl="0"/>
            <a:r>
              <a:rPr lang="en-US" altLang="zh-HK" smtClean="0"/>
              <a:t>Edit Master text styles</a:t>
            </a:r>
          </a:p>
        </p:txBody>
      </p:sp>
      <p:sp>
        <p:nvSpPr>
          <p:cNvPr id="5" name="Date Placeholder 4"/>
          <p:cNvSpPr>
            <a:spLocks noGrp="1"/>
          </p:cNvSpPr>
          <p:nvPr>
            <p:ph type="dt" sz="half" idx="10"/>
          </p:nvPr>
        </p:nvSpPr>
        <p:spPr/>
        <p:txBody>
          <a:bodyPr/>
          <a:lstStyle/>
          <a:p>
            <a:fld id="{CD2C7733-8770-4489-8CE7-620F90B2EBD6}" type="datetime1">
              <a:rPr lang="zh-TW" altLang="en-US" smtClean="0">
                <a:solidFill>
                  <a:prstClr val="black">
                    <a:tint val="75000"/>
                  </a:prstClr>
                </a:solidFill>
              </a:rPr>
              <a:t>2025/5/12</a:t>
            </a:fld>
            <a:endParaRPr lang="zh-HK"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HK"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E5EA158D-ACA1-4317-9F9C-72350079FA10}" type="slidenum">
              <a:rPr lang="zh-HK" altLang="en-US" smtClean="0">
                <a:solidFill>
                  <a:prstClr val="black">
                    <a:tint val="75000"/>
                  </a:prstClr>
                </a:solidFill>
              </a:rPr>
              <a:pPr/>
              <a:t>‹#›</a:t>
            </a:fld>
            <a:endParaRPr lang="zh-HK" altLang="en-US">
              <a:solidFill>
                <a:prstClr val="black">
                  <a:tint val="75000"/>
                </a:prstClr>
              </a:solidFill>
            </a:endParaRPr>
          </a:p>
        </p:txBody>
      </p:sp>
    </p:spTree>
    <p:extLst>
      <p:ext uri="{BB962C8B-B14F-4D97-AF65-F5344CB8AC3E}">
        <p14:creationId xmlns:p14="http://schemas.microsoft.com/office/powerpoint/2010/main" val="99440105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ltLang="zh-HK" smtClean="0"/>
              <a:t>Click to edit Master title style</a:t>
            </a:r>
            <a:endParaRPr lang="zh-HK" altLang="en-US"/>
          </a:p>
        </p:txBody>
      </p:sp>
      <p:sp>
        <p:nvSpPr>
          <p:cNvPr id="3" name="Picture Placeholder 2"/>
          <p:cNvSpPr>
            <a:spLocks noGrp="1"/>
          </p:cNvSpPr>
          <p:nvPr>
            <p:ph type="pic" idx="1"/>
          </p:nvPr>
        </p:nvSpPr>
        <p:spPr>
          <a:xfrm>
            <a:off x="3887391" y="740573"/>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HK" altLang="en-US"/>
          </a:p>
        </p:txBody>
      </p:sp>
      <p:sp>
        <p:nvSpPr>
          <p:cNvPr id="4" name="Text Placeholder 3"/>
          <p:cNvSpPr>
            <a:spLocks noGrp="1"/>
          </p:cNvSpPr>
          <p:nvPr>
            <p:ph type="body" sz="half" idx="2"/>
          </p:nvPr>
        </p:nvSpPr>
        <p:spPr>
          <a:xfrm>
            <a:off x="629841" y="1543052"/>
            <a:ext cx="2949178" cy="2858691"/>
          </a:xfrm>
        </p:spPr>
        <p:txBody>
          <a:bodyPr/>
          <a:lstStyle>
            <a:lvl1pPr marL="0" indent="0">
              <a:buNone/>
              <a:defRPr sz="1200"/>
            </a:lvl1pPr>
            <a:lvl2pPr marL="342900" indent="0">
              <a:buNone/>
              <a:defRPr sz="1100"/>
            </a:lvl2pPr>
            <a:lvl3pPr marL="685800" indent="0">
              <a:buNone/>
              <a:defRPr sz="900"/>
            </a:lvl3pPr>
            <a:lvl4pPr marL="1028700" indent="0">
              <a:buNone/>
              <a:defRPr sz="800"/>
            </a:lvl4pPr>
            <a:lvl5pPr marL="1371600" indent="0">
              <a:buNone/>
              <a:defRPr sz="800"/>
            </a:lvl5pPr>
            <a:lvl6pPr marL="1714500" indent="0">
              <a:buNone/>
              <a:defRPr sz="800"/>
            </a:lvl6pPr>
            <a:lvl7pPr marL="2057400" indent="0">
              <a:buNone/>
              <a:defRPr sz="800"/>
            </a:lvl7pPr>
            <a:lvl8pPr marL="2400300" indent="0">
              <a:buNone/>
              <a:defRPr sz="800"/>
            </a:lvl8pPr>
            <a:lvl9pPr marL="2743200" indent="0">
              <a:buNone/>
              <a:defRPr sz="800"/>
            </a:lvl9pPr>
          </a:lstStyle>
          <a:p>
            <a:pPr lvl="0"/>
            <a:r>
              <a:rPr lang="en-US" altLang="zh-HK" smtClean="0"/>
              <a:t>Edit Master text styles</a:t>
            </a:r>
          </a:p>
        </p:txBody>
      </p:sp>
      <p:sp>
        <p:nvSpPr>
          <p:cNvPr id="5" name="Date Placeholder 4"/>
          <p:cNvSpPr>
            <a:spLocks noGrp="1"/>
          </p:cNvSpPr>
          <p:nvPr>
            <p:ph type="dt" sz="half" idx="10"/>
          </p:nvPr>
        </p:nvSpPr>
        <p:spPr/>
        <p:txBody>
          <a:bodyPr/>
          <a:lstStyle/>
          <a:p>
            <a:fld id="{60612606-1508-457B-80F9-7A7618CA55EF}" type="datetime1">
              <a:rPr lang="zh-TW" altLang="en-US" smtClean="0">
                <a:solidFill>
                  <a:prstClr val="black">
                    <a:tint val="75000"/>
                  </a:prstClr>
                </a:solidFill>
              </a:rPr>
              <a:t>2025/5/12</a:t>
            </a:fld>
            <a:endParaRPr lang="zh-HK"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HK"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E5EA158D-ACA1-4317-9F9C-72350079FA10}" type="slidenum">
              <a:rPr lang="zh-HK" altLang="en-US" smtClean="0">
                <a:solidFill>
                  <a:prstClr val="black">
                    <a:tint val="75000"/>
                  </a:prstClr>
                </a:solidFill>
              </a:rPr>
              <a:pPr/>
              <a:t>‹#›</a:t>
            </a:fld>
            <a:endParaRPr lang="zh-HK" altLang="en-US">
              <a:solidFill>
                <a:prstClr val="black">
                  <a:tint val="75000"/>
                </a:prstClr>
              </a:solidFill>
            </a:endParaRPr>
          </a:p>
        </p:txBody>
      </p:sp>
    </p:spTree>
    <p:extLst>
      <p:ext uri="{BB962C8B-B14F-4D97-AF65-F5344CB8AC3E}">
        <p14:creationId xmlns:p14="http://schemas.microsoft.com/office/powerpoint/2010/main" val="5884685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HK" smtClean="0"/>
              <a:t>Click to edit Master title style</a:t>
            </a:r>
            <a:endParaRPr lang="zh-HK" altLang="en-US"/>
          </a:p>
        </p:txBody>
      </p:sp>
      <p:sp>
        <p:nvSpPr>
          <p:cNvPr id="3" name="Vertical Text Placeholder 2"/>
          <p:cNvSpPr>
            <a:spLocks noGrp="1"/>
          </p:cNvSpPr>
          <p:nvPr>
            <p:ph type="body" orient="vert" idx="1"/>
          </p:nvPr>
        </p:nvSpPr>
        <p:spPr/>
        <p:txBody>
          <a:bodyPr vert="eaVert"/>
          <a:lstStyle/>
          <a:p>
            <a:pPr lvl="0"/>
            <a:r>
              <a:rPr lang="en-US" altLang="zh-HK" smtClean="0"/>
              <a:t>Edit Master text styles</a:t>
            </a:r>
          </a:p>
          <a:p>
            <a:pPr lvl="1"/>
            <a:r>
              <a:rPr lang="en-US" altLang="zh-HK" smtClean="0"/>
              <a:t>Second level</a:t>
            </a:r>
          </a:p>
          <a:p>
            <a:pPr lvl="2"/>
            <a:r>
              <a:rPr lang="en-US" altLang="zh-HK" smtClean="0"/>
              <a:t>Third level</a:t>
            </a:r>
          </a:p>
          <a:p>
            <a:pPr lvl="3"/>
            <a:r>
              <a:rPr lang="en-US" altLang="zh-HK" smtClean="0"/>
              <a:t>Fourth level</a:t>
            </a:r>
          </a:p>
          <a:p>
            <a:pPr lvl="4"/>
            <a:r>
              <a:rPr lang="en-US" altLang="zh-HK" smtClean="0"/>
              <a:t>Fifth level</a:t>
            </a:r>
            <a:endParaRPr lang="zh-HK" altLang="en-US"/>
          </a:p>
        </p:txBody>
      </p:sp>
      <p:sp>
        <p:nvSpPr>
          <p:cNvPr id="4" name="Date Placeholder 3"/>
          <p:cNvSpPr>
            <a:spLocks noGrp="1"/>
          </p:cNvSpPr>
          <p:nvPr>
            <p:ph type="dt" sz="half" idx="10"/>
          </p:nvPr>
        </p:nvSpPr>
        <p:spPr/>
        <p:txBody>
          <a:bodyPr/>
          <a:lstStyle/>
          <a:p>
            <a:fld id="{727E683B-0A1A-4ABC-87FF-867266067785}" type="datetime1">
              <a:rPr lang="zh-TW" altLang="en-US" smtClean="0">
                <a:solidFill>
                  <a:prstClr val="black">
                    <a:tint val="75000"/>
                  </a:prstClr>
                </a:solidFill>
              </a:rPr>
              <a:t>2025/5/12</a:t>
            </a:fld>
            <a:endParaRPr lang="zh-HK"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HK"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E5EA158D-ACA1-4317-9F9C-72350079FA10}" type="slidenum">
              <a:rPr lang="zh-HK" altLang="en-US" smtClean="0">
                <a:solidFill>
                  <a:prstClr val="black">
                    <a:tint val="75000"/>
                  </a:prstClr>
                </a:solidFill>
              </a:rPr>
              <a:pPr/>
              <a:t>‹#›</a:t>
            </a:fld>
            <a:endParaRPr lang="zh-HK" altLang="en-US">
              <a:solidFill>
                <a:prstClr val="black">
                  <a:tint val="75000"/>
                </a:prstClr>
              </a:solidFill>
            </a:endParaRPr>
          </a:p>
        </p:txBody>
      </p:sp>
    </p:spTree>
    <p:extLst>
      <p:ext uri="{BB962C8B-B14F-4D97-AF65-F5344CB8AC3E}">
        <p14:creationId xmlns:p14="http://schemas.microsoft.com/office/powerpoint/2010/main" val="194811591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273848"/>
            <a:ext cx="1971675" cy="4358879"/>
          </a:xfrm>
        </p:spPr>
        <p:txBody>
          <a:bodyPr vert="eaVert"/>
          <a:lstStyle/>
          <a:p>
            <a:r>
              <a:rPr lang="en-US" altLang="zh-HK" smtClean="0"/>
              <a:t>Click to edit Master title style</a:t>
            </a:r>
            <a:endParaRPr lang="zh-HK" altLang="en-US"/>
          </a:p>
        </p:txBody>
      </p:sp>
      <p:sp>
        <p:nvSpPr>
          <p:cNvPr id="3" name="Vertical Text Placeholder 2"/>
          <p:cNvSpPr>
            <a:spLocks noGrp="1"/>
          </p:cNvSpPr>
          <p:nvPr>
            <p:ph type="body" orient="vert" idx="1"/>
          </p:nvPr>
        </p:nvSpPr>
        <p:spPr>
          <a:xfrm>
            <a:off x="628658" y="273848"/>
            <a:ext cx="5800725" cy="4358879"/>
          </a:xfrm>
        </p:spPr>
        <p:txBody>
          <a:bodyPr vert="eaVert"/>
          <a:lstStyle/>
          <a:p>
            <a:pPr lvl="0"/>
            <a:r>
              <a:rPr lang="en-US" altLang="zh-HK" smtClean="0"/>
              <a:t>Edit Master text styles</a:t>
            </a:r>
          </a:p>
          <a:p>
            <a:pPr lvl="1"/>
            <a:r>
              <a:rPr lang="en-US" altLang="zh-HK" smtClean="0"/>
              <a:t>Second level</a:t>
            </a:r>
          </a:p>
          <a:p>
            <a:pPr lvl="2"/>
            <a:r>
              <a:rPr lang="en-US" altLang="zh-HK" smtClean="0"/>
              <a:t>Third level</a:t>
            </a:r>
          </a:p>
          <a:p>
            <a:pPr lvl="3"/>
            <a:r>
              <a:rPr lang="en-US" altLang="zh-HK" smtClean="0"/>
              <a:t>Fourth level</a:t>
            </a:r>
          </a:p>
          <a:p>
            <a:pPr lvl="4"/>
            <a:r>
              <a:rPr lang="en-US" altLang="zh-HK" smtClean="0"/>
              <a:t>Fifth level</a:t>
            </a:r>
            <a:endParaRPr lang="zh-HK" altLang="en-US"/>
          </a:p>
        </p:txBody>
      </p:sp>
      <p:sp>
        <p:nvSpPr>
          <p:cNvPr id="4" name="Date Placeholder 3"/>
          <p:cNvSpPr>
            <a:spLocks noGrp="1"/>
          </p:cNvSpPr>
          <p:nvPr>
            <p:ph type="dt" sz="half" idx="10"/>
          </p:nvPr>
        </p:nvSpPr>
        <p:spPr/>
        <p:txBody>
          <a:bodyPr/>
          <a:lstStyle/>
          <a:p>
            <a:fld id="{905BED80-A9C6-49C0-A419-B8E62F5D3C0E}" type="datetime1">
              <a:rPr lang="zh-TW" altLang="en-US" smtClean="0">
                <a:solidFill>
                  <a:prstClr val="black">
                    <a:tint val="75000"/>
                  </a:prstClr>
                </a:solidFill>
              </a:rPr>
              <a:t>2025/5/12</a:t>
            </a:fld>
            <a:endParaRPr lang="zh-HK"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HK"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E5EA158D-ACA1-4317-9F9C-72350079FA10}" type="slidenum">
              <a:rPr lang="zh-HK" altLang="en-US" smtClean="0">
                <a:solidFill>
                  <a:prstClr val="black">
                    <a:tint val="75000"/>
                  </a:prstClr>
                </a:solidFill>
              </a:rPr>
              <a:pPr/>
              <a:t>‹#›</a:t>
            </a:fld>
            <a:endParaRPr lang="zh-HK" altLang="en-US">
              <a:solidFill>
                <a:prstClr val="black">
                  <a:tint val="75000"/>
                </a:prstClr>
              </a:solidFill>
            </a:endParaRPr>
          </a:p>
        </p:txBody>
      </p:sp>
    </p:spTree>
    <p:extLst>
      <p:ext uri="{BB962C8B-B14F-4D97-AF65-F5344CB8AC3E}">
        <p14:creationId xmlns:p14="http://schemas.microsoft.com/office/powerpoint/2010/main" val="28466875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008D2F6-19EA-4B17-9EC7-DA9DE8CB8A6B}" type="datetime1">
              <a:rPr lang="zh-TW" altLang="en-US" smtClean="0"/>
              <a:t>2025/5/12</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2CF79176-4570-41BD-A306-9B768E284BF0}" type="slidenum">
              <a:rPr lang="zh-TW" altLang="en-US" smtClean="0"/>
              <a:t>‹#›</a:t>
            </a:fld>
            <a:endParaRPr lang="zh-TW" altLang="en-US"/>
          </a:p>
        </p:txBody>
      </p:sp>
      <p:pic>
        <p:nvPicPr>
          <p:cNvPr id="8" name="圖片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68024" y="4"/>
            <a:ext cx="8677625" cy="425195"/>
          </a:xfrm>
          <a:prstGeom prst="rect">
            <a:avLst/>
          </a:prstGeom>
        </p:spPr>
      </p:pic>
      <p:sp>
        <p:nvSpPr>
          <p:cNvPr id="9" name="文字方塊 7"/>
          <p:cNvSpPr txBox="1"/>
          <p:nvPr userDrawn="1"/>
        </p:nvSpPr>
        <p:spPr bwMode="auto">
          <a:xfrm>
            <a:off x="656799" y="148985"/>
            <a:ext cx="4286685" cy="307777"/>
          </a:xfrm>
          <a:prstGeom prst="rect">
            <a:avLst/>
          </a:prstGeom>
          <a:noFill/>
          <a:ln w="9525">
            <a:noFill/>
            <a:miter lim="800000"/>
            <a:headEnd/>
            <a:tailEnd/>
          </a:ln>
        </p:spPr>
        <p:txBody>
          <a:bodyPr wrap="square" lIns="0" tIns="0" rIns="0" bIns="0" rtlCol="0" anchor="t" anchorCtr="0">
            <a:spAutoFit/>
          </a:bodyPr>
          <a:lstStyle/>
          <a:p>
            <a:pPr>
              <a:spcBef>
                <a:spcPct val="20000"/>
              </a:spcBef>
            </a:pPr>
            <a:r>
              <a:rPr lang="en-GB" altLang="en-US" sz="2000" b="1" dirty="0">
                <a:solidFill>
                  <a:schemeClr val="bg1"/>
                </a:solidFill>
                <a:latin typeface="Calibri" panose="020F0502020204030204" pitchFamily="34" charset="0"/>
                <a:cs typeface="Arial" charset="0"/>
              </a:rPr>
              <a:t>Taikoo</a:t>
            </a:r>
            <a:r>
              <a:rPr lang="en-GB" altLang="en-US" sz="2000" b="1" baseline="0" dirty="0">
                <a:solidFill>
                  <a:schemeClr val="bg1"/>
                </a:solidFill>
                <a:latin typeface="Calibri" panose="020F0502020204030204" pitchFamily="34" charset="0"/>
                <a:cs typeface="Arial" charset="0"/>
              </a:rPr>
              <a:t> Motors Group</a:t>
            </a:r>
            <a:endParaRPr lang="en-GB" altLang="en-US" sz="2000" b="1" dirty="0">
              <a:solidFill>
                <a:schemeClr val="bg1"/>
              </a:solidFill>
              <a:latin typeface="Calibri" panose="020F0502020204030204" pitchFamily="34" charset="0"/>
              <a:cs typeface="Arial" charset="0"/>
            </a:endParaRPr>
          </a:p>
        </p:txBody>
      </p:sp>
      <p:sp>
        <p:nvSpPr>
          <p:cNvPr id="10" name="Title 1"/>
          <p:cNvSpPr txBox="1">
            <a:spLocks/>
          </p:cNvSpPr>
          <p:nvPr userDrawn="1"/>
        </p:nvSpPr>
        <p:spPr bwMode="auto">
          <a:xfrm>
            <a:off x="468009" y="531902"/>
            <a:ext cx="5686615" cy="222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0" fontAlgn="base" hangingPunct="0">
              <a:spcBef>
                <a:spcPct val="0"/>
              </a:spcBef>
              <a:spcAft>
                <a:spcPct val="0"/>
              </a:spcAft>
              <a:defRPr sz="2000" b="1" kern="1200">
                <a:solidFill>
                  <a:srgbClr val="92278F"/>
                </a:solidFill>
                <a:latin typeface="Calibri" pitchFamily="34" charset="0"/>
                <a:ea typeface="+mj-ea"/>
                <a:cs typeface="Arial"/>
              </a:defRPr>
            </a:lvl1pPr>
            <a:lvl2pPr algn="l" defTabSz="457200" rtl="0" eaLnBrk="0" fontAlgn="base" hangingPunct="0">
              <a:spcBef>
                <a:spcPct val="0"/>
              </a:spcBef>
              <a:spcAft>
                <a:spcPct val="0"/>
              </a:spcAft>
              <a:defRPr sz="2000">
                <a:solidFill>
                  <a:srgbClr val="FF0000"/>
                </a:solidFill>
                <a:latin typeface="Arial" charset="0"/>
                <a:cs typeface="Arial" charset="0"/>
              </a:defRPr>
            </a:lvl2pPr>
            <a:lvl3pPr algn="l" defTabSz="457200" rtl="0" eaLnBrk="0" fontAlgn="base" hangingPunct="0">
              <a:spcBef>
                <a:spcPct val="0"/>
              </a:spcBef>
              <a:spcAft>
                <a:spcPct val="0"/>
              </a:spcAft>
              <a:defRPr sz="2000">
                <a:solidFill>
                  <a:srgbClr val="FF0000"/>
                </a:solidFill>
                <a:latin typeface="Arial" charset="0"/>
                <a:cs typeface="Arial" charset="0"/>
              </a:defRPr>
            </a:lvl3pPr>
            <a:lvl4pPr algn="l" defTabSz="457200" rtl="0" eaLnBrk="0" fontAlgn="base" hangingPunct="0">
              <a:spcBef>
                <a:spcPct val="0"/>
              </a:spcBef>
              <a:spcAft>
                <a:spcPct val="0"/>
              </a:spcAft>
              <a:defRPr sz="2000">
                <a:solidFill>
                  <a:srgbClr val="FF0000"/>
                </a:solidFill>
                <a:latin typeface="Arial" charset="0"/>
                <a:cs typeface="Arial" charset="0"/>
              </a:defRPr>
            </a:lvl4pPr>
            <a:lvl5pPr algn="l" defTabSz="457200" rtl="0" eaLnBrk="0" fontAlgn="base" hangingPunct="0">
              <a:spcBef>
                <a:spcPct val="0"/>
              </a:spcBef>
              <a:spcAft>
                <a:spcPct val="0"/>
              </a:spcAft>
              <a:defRPr sz="2000">
                <a:solidFill>
                  <a:srgbClr val="FF0000"/>
                </a:solidFill>
                <a:latin typeface="Arial" charset="0"/>
                <a:cs typeface="Arial" charset="0"/>
              </a:defRPr>
            </a:lvl5pPr>
            <a:lvl6pPr marL="457200" algn="l" defTabSz="457200" rtl="0" fontAlgn="base">
              <a:spcBef>
                <a:spcPct val="0"/>
              </a:spcBef>
              <a:spcAft>
                <a:spcPct val="0"/>
              </a:spcAft>
              <a:defRPr sz="2000">
                <a:solidFill>
                  <a:srgbClr val="FF0000"/>
                </a:solidFill>
                <a:latin typeface="Arial" charset="0"/>
                <a:cs typeface="Arial" charset="0"/>
              </a:defRPr>
            </a:lvl6pPr>
            <a:lvl7pPr marL="914400" algn="l" defTabSz="457200" rtl="0" fontAlgn="base">
              <a:spcBef>
                <a:spcPct val="0"/>
              </a:spcBef>
              <a:spcAft>
                <a:spcPct val="0"/>
              </a:spcAft>
              <a:defRPr sz="2000">
                <a:solidFill>
                  <a:srgbClr val="FF0000"/>
                </a:solidFill>
                <a:latin typeface="Arial" charset="0"/>
                <a:cs typeface="Arial" charset="0"/>
              </a:defRPr>
            </a:lvl7pPr>
            <a:lvl8pPr marL="1371600" algn="l" defTabSz="457200" rtl="0" fontAlgn="base">
              <a:spcBef>
                <a:spcPct val="0"/>
              </a:spcBef>
              <a:spcAft>
                <a:spcPct val="0"/>
              </a:spcAft>
              <a:defRPr sz="2000">
                <a:solidFill>
                  <a:srgbClr val="FF0000"/>
                </a:solidFill>
                <a:latin typeface="Arial" charset="0"/>
                <a:cs typeface="Arial" charset="0"/>
              </a:defRPr>
            </a:lvl8pPr>
            <a:lvl9pPr marL="1828800" algn="l" defTabSz="457200" rtl="0" fontAlgn="base">
              <a:spcBef>
                <a:spcPct val="0"/>
              </a:spcBef>
              <a:spcAft>
                <a:spcPct val="0"/>
              </a:spcAft>
              <a:defRPr sz="2000">
                <a:solidFill>
                  <a:srgbClr val="FF0000"/>
                </a:solidFill>
                <a:latin typeface="Arial" charset="0"/>
                <a:cs typeface="Arial" charset="0"/>
              </a:defRPr>
            </a:lvl9pPr>
          </a:lstStyle>
          <a:p>
            <a:r>
              <a:rPr lang="en-GB" dirty="0">
                <a:solidFill>
                  <a:schemeClr val="accent5"/>
                </a:solidFill>
              </a:rPr>
              <a:t>International</a:t>
            </a:r>
            <a:r>
              <a:rPr lang="en-GB" baseline="0" dirty="0">
                <a:solidFill>
                  <a:schemeClr val="accent5"/>
                </a:solidFill>
              </a:rPr>
              <a:t> Automobiles Limited (IAL)</a:t>
            </a:r>
            <a:endParaRPr lang="en-GB" dirty="0">
              <a:solidFill>
                <a:schemeClr val="accent5"/>
              </a:solidFill>
            </a:endParaRPr>
          </a:p>
        </p:txBody>
      </p:sp>
    </p:spTree>
    <p:extLst>
      <p:ext uri="{BB962C8B-B14F-4D97-AF65-F5344CB8AC3E}">
        <p14:creationId xmlns:p14="http://schemas.microsoft.com/office/powerpoint/2010/main" val="3807544051"/>
      </p:ext>
    </p:extLst>
  </p:cSld>
  <p:clrMapOvr>
    <a:masterClrMapping/>
  </p:clrMapOvr>
  <p:timing>
    <p:tnLst>
      <p:par>
        <p:cTn id="1" dur="indefinite" restart="never" nodeType="tmRoot"/>
      </p:par>
    </p:tn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375"/>
            <a:ext cx="6858000" cy="17907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143000" y="2701925"/>
            <a:ext cx="6858000" cy="12414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7E08946-2FE3-4CE3-8D15-2F0B265BE1F1}" type="datetimeFigureOut">
              <a:rPr lang="en-US" smtClean="0"/>
              <a:t>5/12/2025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C27086-3833-4157-9FDD-FC47B1362D03}" type="slidenum">
              <a:rPr lang="en-US" smtClean="0"/>
              <a:t>‹#›</a:t>
            </a:fld>
            <a:endParaRPr lang="en-US"/>
          </a:p>
        </p:txBody>
      </p:sp>
    </p:spTree>
    <p:extLst>
      <p:ext uri="{BB962C8B-B14F-4D97-AF65-F5344CB8AC3E}">
        <p14:creationId xmlns:p14="http://schemas.microsoft.com/office/powerpoint/2010/main" val="224922644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7E08946-2FE3-4CE3-8D15-2F0B265BE1F1}" type="datetimeFigureOut">
              <a:rPr lang="en-US" smtClean="0"/>
              <a:t>5/12/2025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C27086-3833-4157-9FDD-FC47B1362D03}" type="slidenum">
              <a:rPr lang="en-US" smtClean="0"/>
              <a:t>‹#›</a:t>
            </a:fld>
            <a:endParaRPr lang="en-US"/>
          </a:p>
        </p:txBody>
      </p:sp>
    </p:spTree>
    <p:extLst>
      <p:ext uri="{BB962C8B-B14F-4D97-AF65-F5344CB8AC3E}">
        <p14:creationId xmlns:p14="http://schemas.microsoft.com/office/powerpoint/2010/main" val="64858311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700"/>
            <a:ext cx="7886700" cy="2139950"/>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623888" y="3441700"/>
            <a:ext cx="7886700" cy="1125538"/>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7E08946-2FE3-4CE3-8D15-2F0B265BE1F1}" type="datetimeFigureOut">
              <a:rPr lang="en-US" smtClean="0"/>
              <a:t>5/12/2025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C27086-3833-4157-9FDD-FC47B1362D03}" type="slidenum">
              <a:rPr lang="en-US" smtClean="0"/>
              <a:t>‹#›</a:t>
            </a:fld>
            <a:endParaRPr lang="en-US"/>
          </a:p>
        </p:txBody>
      </p:sp>
    </p:spTree>
    <p:extLst>
      <p:ext uri="{BB962C8B-B14F-4D97-AF65-F5344CB8AC3E}">
        <p14:creationId xmlns:p14="http://schemas.microsoft.com/office/powerpoint/2010/main" val="320373873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28650" y="1370013"/>
            <a:ext cx="3867150" cy="326231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0013"/>
            <a:ext cx="3867150" cy="326231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7E08946-2FE3-4CE3-8D15-2F0B265BE1F1}" type="datetimeFigureOut">
              <a:rPr lang="en-US" smtClean="0"/>
              <a:t>5/12/2025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2C27086-3833-4157-9FDD-FC47B1362D03}" type="slidenum">
              <a:rPr lang="en-US" smtClean="0"/>
              <a:t>‹#›</a:t>
            </a:fld>
            <a:endParaRPr lang="en-US"/>
          </a:p>
        </p:txBody>
      </p:sp>
    </p:spTree>
    <p:extLst>
      <p:ext uri="{BB962C8B-B14F-4D97-AF65-F5344CB8AC3E}">
        <p14:creationId xmlns:p14="http://schemas.microsoft.com/office/powerpoint/2010/main" val="83433313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274638"/>
            <a:ext cx="7886700" cy="993775"/>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30238" y="1260475"/>
            <a:ext cx="3868737"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30238" y="1879600"/>
            <a:ext cx="3868737" cy="276225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260475"/>
            <a:ext cx="3887788"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4629150" y="1879600"/>
            <a:ext cx="3887788" cy="276225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7E08946-2FE3-4CE3-8D15-2F0B265BE1F1}" type="datetimeFigureOut">
              <a:rPr lang="en-US" smtClean="0"/>
              <a:t>5/12/2025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2C27086-3833-4157-9FDD-FC47B1362D03}" type="slidenum">
              <a:rPr lang="en-US" smtClean="0"/>
              <a:t>‹#›</a:t>
            </a:fld>
            <a:endParaRPr lang="en-US"/>
          </a:p>
        </p:txBody>
      </p:sp>
    </p:spTree>
    <p:extLst>
      <p:ext uri="{BB962C8B-B14F-4D97-AF65-F5344CB8AC3E}">
        <p14:creationId xmlns:p14="http://schemas.microsoft.com/office/powerpoint/2010/main" val="264436034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7E08946-2FE3-4CE3-8D15-2F0B265BE1F1}" type="datetimeFigureOut">
              <a:rPr lang="en-US" smtClean="0"/>
              <a:t>5/12/2025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2C27086-3833-4157-9FDD-FC47B1362D03}" type="slidenum">
              <a:rPr lang="en-US" smtClean="0"/>
              <a:t>‹#›</a:t>
            </a:fld>
            <a:endParaRPr lang="en-US"/>
          </a:p>
        </p:txBody>
      </p:sp>
    </p:spTree>
    <p:extLst>
      <p:ext uri="{BB962C8B-B14F-4D97-AF65-F5344CB8AC3E}">
        <p14:creationId xmlns:p14="http://schemas.microsoft.com/office/powerpoint/2010/main" val="242526055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7E08946-2FE3-4CE3-8D15-2F0B265BE1F1}" type="datetimeFigureOut">
              <a:rPr lang="en-US" smtClean="0"/>
              <a:t>5/12/2025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2C27086-3833-4157-9FDD-FC47B1362D03}" type="slidenum">
              <a:rPr lang="en-US" smtClean="0"/>
              <a:t>‹#›</a:t>
            </a:fld>
            <a:endParaRPr lang="en-US"/>
          </a:p>
        </p:txBody>
      </p:sp>
    </p:spTree>
    <p:extLst>
      <p:ext uri="{BB962C8B-B14F-4D97-AF65-F5344CB8AC3E}">
        <p14:creationId xmlns:p14="http://schemas.microsoft.com/office/powerpoint/2010/main" val="409481427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342900"/>
            <a:ext cx="2949575" cy="120015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3887788" y="741363"/>
            <a:ext cx="4629150" cy="36544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7E08946-2FE3-4CE3-8D15-2F0B265BE1F1}" type="datetimeFigureOut">
              <a:rPr lang="en-US" smtClean="0"/>
              <a:t>5/12/2025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2C27086-3833-4157-9FDD-FC47B1362D03}" type="slidenum">
              <a:rPr lang="en-US" smtClean="0"/>
              <a:t>‹#›</a:t>
            </a:fld>
            <a:endParaRPr lang="en-US"/>
          </a:p>
        </p:txBody>
      </p:sp>
    </p:spTree>
    <p:extLst>
      <p:ext uri="{BB962C8B-B14F-4D97-AF65-F5344CB8AC3E}">
        <p14:creationId xmlns:p14="http://schemas.microsoft.com/office/powerpoint/2010/main" val="109261958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342900"/>
            <a:ext cx="2949575" cy="120015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3887788" y="741363"/>
            <a:ext cx="4629150" cy="36544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7E08946-2FE3-4CE3-8D15-2F0B265BE1F1}" type="datetimeFigureOut">
              <a:rPr lang="en-US" smtClean="0"/>
              <a:t>5/12/2025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2C27086-3833-4157-9FDD-FC47B1362D03}" type="slidenum">
              <a:rPr lang="en-US" smtClean="0"/>
              <a:t>‹#›</a:t>
            </a:fld>
            <a:endParaRPr lang="en-US"/>
          </a:p>
        </p:txBody>
      </p:sp>
    </p:spTree>
    <p:extLst>
      <p:ext uri="{BB962C8B-B14F-4D97-AF65-F5344CB8AC3E}">
        <p14:creationId xmlns:p14="http://schemas.microsoft.com/office/powerpoint/2010/main" val="209026469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7E08946-2FE3-4CE3-8D15-2F0B265BE1F1}" type="datetimeFigureOut">
              <a:rPr lang="en-US" smtClean="0"/>
              <a:t>5/12/2025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C27086-3833-4157-9FDD-FC47B1362D03}" type="slidenum">
              <a:rPr lang="en-US" smtClean="0"/>
              <a:t>‹#›</a:t>
            </a:fld>
            <a:endParaRPr lang="en-US"/>
          </a:p>
        </p:txBody>
      </p:sp>
    </p:spTree>
    <p:extLst>
      <p:ext uri="{BB962C8B-B14F-4D97-AF65-F5344CB8AC3E}">
        <p14:creationId xmlns:p14="http://schemas.microsoft.com/office/powerpoint/2010/main" val="377719188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4638"/>
            <a:ext cx="1971675" cy="4357687"/>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28650" y="274638"/>
            <a:ext cx="5762625" cy="4357687"/>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7E08946-2FE3-4CE3-8D15-2F0B265BE1F1}" type="datetimeFigureOut">
              <a:rPr lang="en-US" smtClean="0"/>
              <a:t>5/12/2025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C27086-3833-4157-9FDD-FC47B1362D03}" type="slidenum">
              <a:rPr lang="en-US" smtClean="0"/>
              <a:t>‹#›</a:t>
            </a:fld>
            <a:endParaRPr lang="en-US"/>
          </a:p>
        </p:txBody>
      </p:sp>
    </p:spTree>
    <p:extLst>
      <p:ext uri="{BB962C8B-B14F-4D97-AF65-F5344CB8AC3E}">
        <p14:creationId xmlns:p14="http://schemas.microsoft.com/office/powerpoint/2010/main" val="41896777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jpe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image" Target="../media/image2.png"/><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theme" Target="../theme/theme2.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0" Type="http://schemas.openxmlformats.org/officeDocument/2006/relationships/slideLayout" Target="../slideLayouts/slideLayout29.xml"/><Relationship Id="rId4" Type="http://schemas.openxmlformats.org/officeDocument/2006/relationships/slideLayout" Target="../slideLayouts/slideLayout23.xml"/><Relationship Id="rId9" Type="http://schemas.openxmlformats.org/officeDocument/2006/relationships/slideLayout" Target="../slideLayouts/slideLayout28.xml"/><Relationship Id="rId14" Type="http://schemas.openxmlformats.org/officeDocument/2006/relationships/image" Target="../media/image8.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8.xml"/><Relationship Id="rId13" Type="http://schemas.openxmlformats.org/officeDocument/2006/relationships/theme" Target="../theme/theme3.xml"/><Relationship Id="rId3" Type="http://schemas.openxmlformats.org/officeDocument/2006/relationships/slideLayout" Target="../slideLayouts/slideLayout33.xml"/><Relationship Id="rId7" Type="http://schemas.openxmlformats.org/officeDocument/2006/relationships/slideLayout" Target="../slideLayouts/slideLayout37.xml"/><Relationship Id="rId12" Type="http://schemas.openxmlformats.org/officeDocument/2006/relationships/slideLayout" Target="../slideLayouts/slideLayout42.xml"/><Relationship Id="rId2" Type="http://schemas.openxmlformats.org/officeDocument/2006/relationships/slideLayout" Target="../slideLayouts/slideLayout32.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slideLayout" Target="../slideLayouts/slideLayout41.xml"/><Relationship Id="rId5" Type="http://schemas.openxmlformats.org/officeDocument/2006/relationships/slideLayout" Target="../slideLayouts/slideLayout35.xml"/><Relationship Id="rId10" Type="http://schemas.openxmlformats.org/officeDocument/2006/relationships/slideLayout" Target="../slideLayouts/slideLayout40.xml"/><Relationship Id="rId4" Type="http://schemas.openxmlformats.org/officeDocument/2006/relationships/slideLayout" Target="../slideLayouts/slideLayout34.xml"/><Relationship Id="rId9" Type="http://schemas.openxmlformats.org/officeDocument/2006/relationships/slideLayout" Target="../slideLayouts/slideLayout39.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0.xml"/><Relationship Id="rId3" Type="http://schemas.openxmlformats.org/officeDocument/2006/relationships/slideLayout" Target="../slideLayouts/slideLayout45.xml"/><Relationship Id="rId7" Type="http://schemas.openxmlformats.org/officeDocument/2006/relationships/slideLayout" Target="../slideLayouts/slideLayout49.xml"/><Relationship Id="rId12" Type="http://schemas.openxmlformats.org/officeDocument/2006/relationships/theme" Target="../theme/theme4.xml"/><Relationship Id="rId2" Type="http://schemas.openxmlformats.org/officeDocument/2006/relationships/slideLayout" Target="../slideLayouts/slideLayout44.xml"/><Relationship Id="rId1" Type="http://schemas.openxmlformats.org/officeDocument/2006/relationships/slideLayout" Target="../slideLayouts/slideLayout43.xml"/><Relationship Id="rId6" Type="http://schemas.openxmlformats.org/officeDocument/2006/relationships/slideLayout" Target="../slideLayouts/slideLayout48.xml"/><Relationship Id="rId11" Type="http://schemas.openxmlformats.org/officeDocument/2006/relationships/slideLayout" Target="../slideLayouts/slideLayout53.xml"/><Relationship Id="rId5" Type="http://schemas.openxmlformats.org/officeDocument/2006/relationships/slideLayout" Target="../slideLayouts/slideLayout47.xml"/><Relationship Id="rId10" Type="http://schemas.openxmlformats.org/officeDocument/2006/relationships/slideLayout" Target="../slideLayouts/slideLayout52.xml"/><Relationship Id="rId4" Type="http://schemas.openxmlformats.org/officeDocument/2006/relationships/slideLayout" Target="../slideLayouts/slideLayout46.xml"/><Relationship Id="rId9" Type="http://schemas.openxmlformats.org/officeDocument/2006/relationships/slideLayout" Target="../slideLayouts/slideLayout5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2" name="Bildobjekt 11">
            <a:extLst>
              <a:ext uri="{FF2B5EF4-FFF2-40B4-BE49-F238E27FC236}">
                <a16:creationId xmlns:a16="http://schemas.microsoft.com/office/drawing/2014/main" id="{B3AEB0FA-97E5-4773-B3BD-AA606F984D71}"/>
              </a:ext>
            </a:extLst>
          </p:cNvPr>
          <p:cNvPicPr>
            <a:picLocks noChangeAspect="1"/>
          </p:cNvPicPr>
          <p:nvPr/>
        </p:nvPicPr>
        <p:blipFill rotWithShape="1">
          <a:blip r:embed="rId21" cstate="print">
            <a:extLst>
              <a:ext uri="{28A0092B-C50C-407E-A947-70E740481C1C}">
                <a14:useLocalDpi xmlns:a14="http://schemas.microsoft.com/office/drawing/2010/main" val="0"/>
              </a:ext>
            </a:extLst>
          </a:blip>
          <a:srcRect/>
          <a:stretch/>
        </p:blipFill>
        <p:spPr>
          <a:xfrm>
            <a:off x="8409354" y="4577968"/>
            <a:ext cx="523868" cy="432816"/>
          </a:xfrm>
          <a:prstGeom prst="rect">
            <a:avLst/>
          </a:prstGeom>
        </p:spPr>
      </p:pic>
      <p:sp>
        <p:nvSpPr>
          <p:cNvPr id="2" name="Title Placeholder 1"/>
          <p:cNvSpPr>
            <a:spLocks noGrp="1"/>
          </p:cNvSpPr>
          <p:nvPr>
            <p:ph type="title"/>
          </p:nvPr>
        </p:nvSpPr>
        <p:spPr>
          <a:xfrm>
            <a:off x="553912" y="278387"/>
            <a:ext cx="8229600" cy="927563"/>
          </a:xfrm>
          <a:prstGeom prst="rect">
            <a:avLst/>
          </a:prstGeom>
        </p:spPr>
        <p:txBody>
          <a:bodyPr vert="horz" lIns="91440" tIns="45720" rIns="91440" bIns="45720" rtlCol="0" anchor="t" anchorCtr="0">
            <a:noAutofit/>
          </a:bodyPr>
          <a:lstStyle/>
          <a:p>
            <a:r>
              <a:rPr lang="sv-SE"/>
              <a:t>Klicka här för att ändra mall för rubrikformat</a:t>
            </a:r>
          </a:p>
        </p:txBody>
      </p:sp>
      <p:sp>
        <p:nvSpPr>
          <p:cNvPr id="3" name="Text Placeholder 2"/>
          <p:cNvSpPr>
            <a:spLocks noGrp="1"/>
          </p:cNvSpPr>
          <p:nvPr>
            <p:ph type="body" idx="1"/>
          </p:nvPr>
        </p:nvSpPr>
        <p:spPr>
          <a:xfrm>
            <a:off x="553912" y="1353604"/>
            <a:ext cx="8229600" cy="2875721"/>
          </a:xfrm>
          <a:prstGeom prst="rect">
            <a:avLst/>
          </a:prstGeom>
        </p:spPr>
        <p:txBody>
          <a:bodyPr vert="horz" lIns="91440" tIns="45720" rIns="91440" bIns="45720" rtlCol="0">
            <a:normAutofit/>
          </a:bodyPr>
          <a:lstStyle/>
          <a:p>
            <a:pPr lvl="0"/>
            <a:r>
              <a:rPr lang="sv-SE"/>
              <a:t>Redigera format för bakgrundstext</a:t>
            </a:r>
          </a:p>
          <a:p>
            <a:pPr lvl="1"/>
            <a:r>
              <a:rPr lang="sv-SE"/>
              <a:t>Nivå två</a:t>
            </a:r>
          </a:p>
          <a:p>
            <a:pPr lvl="2"/>
            <a:r>
              <a:rPr lang="sv-SE"/>
              <a:t>Nivå tre</a:t>
            </a:r>
          </a:p>
          <a:p>
            <a:pPr lvl="3"/>
            <a:r>
              <a:rPr lang="sv-SE"/>
              <a:t>Nivå fyra</a:t>
            </a:r>
          </a:p>
          <a:p>
            <a:pPr lvl="4"/>
            <a:r>
              <a:rPr lang="sv-SE"/>
              <a:t>Nivå fem</a:t>
            </a:r>
          </a:p>
        </p:txBody>
      </p:sp>
      <p:cxnSp>
        <p:nvCxnSpPr>
          <p:cNvPr id="11" name="Straight Connector 10"/>
          <p:cNvCxnSpPr/>
          <p:nvPr/>
        </p:nvCxnSpPr>
        <p:spPr>
          <a:xfrm>
            <a:off x="127856" y="4424116"/>
            <a:ext cx="8874000" cy="0"/>
          </a:xfrm>
          <a:prstGeom prst="line">
            <a:avLst/>
          </a:prstGeom>
          <a:ln w="12700">
            <a:solidFill>
              <a:schemeClr val="bg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9" name="Picture 9"/>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07953" y="4824397"/>
            <a:ext cx="1697402" cy="218192"/>
          </a:xfrm>
          <a:prstGeom prst="rect">
            <a:avLst/>
          </a:prstGeom>
          <a:noFill/>
          <a:ln w="12700">
            <a:noFill/>
            <a:miter lim="800000"/>
            <a:headEnd type="none" w="sm" len="sm"/>
            <a:tailEnd type="none" w="sm" len="sm"/>
          </a:ln>
        </p:spPr>
      </p:pic>
      <p:sp>
        <p:nvSpPr>
          <p:cNvPr id="4" name="文字方塊 3"/>
          <p:cNvSpPr txBox="1"/>
          <p:nvPr userDrawn="1"/>
        </p:nvSpPr>
        <p:spPr>
          <a:xfrm>
            <a:off x="6299202" y="4749174"/>
            <a:ext cx="2180492" cy="215444"/>
          </a:xfrm>
          <a:prstGeom prst="rect">
            <a:avLst/>
          </a:prstGeom>
          <a:noFill/>
        </p:spPr>
        <p:txBody>
          <a:bodyPr wrap="square" rtlCol="0">
            <a:spAutoFit/>
          </a:bodyPr>
          <a:lstStyle/>
          <a:p>
            <a:pPr algn="r"/>
            <a:r>
              <a:rPr lang="en-US" altLang="zh-TW" sz="800" b="0" kern="1200" dirty="0" smtClean="0">
                <a:solidFill>
                  <a:schemeClr val="bg1">
                    <a:lumMod val="50000"/>
                  </a:schemeClr>
                </a:solidFill>
                <a:effectLst/>
                <a:latin typeface="Calibri" panose="020F0502020204030204" pitchFamily="34" charset="0"/>
                <a:ea typeface="+mn-ea"/>
                <a:cs typeface="+mn-cs"/>
              </a:rPr>
              <a:t>Volvo Buses, Driving Quality of Life</a:t>
            </a:r>
            <a:endParaRPr lang="zh-TW" altLang="en-US" sz="800" b="0" dirty="0" smtClean="0">
              <a:solidFill>
                <a:schemeClr val="bg1">
                  <a:lumMod val="50000"/>
                </a:schemeClr>
              </a:solidFill>
              <a:latin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670147997"/>
      </p:ext>
    </p:extLst>
  </p:cSld>
  <p:clrMap bg1="lt1" tx1="dk1" bg2="lt2" tx2="dk2" accent1="accent1" accent2="accent2" accent3="accent3" accent4="accent4" accent5="accent5" accent6="accent6" hlink="hlink" folHlink="folHlink"/>
  <p:sldLayoutIdLst>
    <p:sldLayoutId id="2147483658" r:id="rId1"/>
    <p:sldLayoutId id="2147483684" r:id="rId2"/>
    <p:sldLayoutId id="2147483685" r:id="rId3"/>
    <p:sldLayoutId id="2147483689" r:id="rId4"/>
    <p:sldLayoutId id="2147483687" r:id="rId5"/>
    <p:sldLayoutId id="2147483686" r:id="rId6"/>
    <p:sldLayoutId id="2147483664" r:id="rId7"/>
    <p:sldLayoutId id="2147483688" r:id="rId8"/>
    <p:sldLayoutId id="2147483683" r:id="rId9"/>
    <p:sldLayoutId id="2147483690" r:id="rId10"/>
    <p:sldLayoutId id="2147483674" r:id="rId11"/>
    <p:sldLayoutId id="2147483665" r:id="rId12"/>
    <p:sldLayoutId id="2147483676" r:id="rId13"/>
    <p:sldLayoutId id="2147483670" r:id="rId14"/>
    <p:sldLayoutId id="2147483678" r:id="rId15"/>
    <p:sldLayoutId id="2147483649" r:id="rId16"/>
    <p:sldLayoutId id="2147483680" r:id="rId17"/>
    <p:sldLayoutId id="2147483675" r:id="rId18"/>
    <p:sldLayoutId id="2147483682" r:id="rId19"/>
  </p:sldLayoutIdLst>
  <p:timing>
    <p:tnLst>
      <p:par>
        <p:cTn id="1" dur="indefinite" restart="never" nodeType="tmRoot"/>
      </p:par>
    </p:tnLst>
  </p:timing>
  <p:hf hdr="0" ftr="0" dt="0"/>
  <p:txStyles>
    <p:titleStyle>
      <a:lvl1pPr algn="l" defTabSz="914400" rtl="0" eaLnBrk="1" latinLnBrk="0" hangingPunct="1">
        <a:lnSpc>
          <a:spcPts val="2800"/>
        </a:lnSpc>
        <a:spcBef>
          <a:spcPct val="0"/>
        </a:spcBef>
        <a:buNone/>
        <a:defRPr sz="2600" b="1" kern="1200" spc="-80" baseline="0">
          <a:solidFill>
            <a:schemeClr val="bg2"/>
          </a:solidFill>
          <a:latin typeface="Arial" panose="020B0604020202020204" pitchFamily="34" charset="0"/>
          <a:ea typeface="+mj-ea"/>
          <a:cs typeface="Arial" panose="020B0604020202020204" pitchFamily="34" charset="0"/>
        </a:defRPr>
      </a:lvl1pPr>
    </p:titleStyle>
    <p:bodyStyle>
      <a:lvl1pPr marL="184150" indent="-184150" algn="l" defTabSz="914400" rtl="0" eaLnBrk="1" latinLnBrk="0" hangingPunct="1">
        <a:spcBef>
          <a:spcPts val="1200"/>
        </a:spcBef>
        <a:buClr>
          <a:schemeClr val="bg2"/>
        </a:buClr>
        <a:buFont typeface="Arial" panose="020B0604020202020204" pitchFamily="34" charset="0"/>
        <a:buChar char="•"/>
        <a:defRPr sz="1600" kern="1200">
          <a:solidFill>
            <a:schemeClr val="bg2"/>
          </a:solidFill>
          <a:latin typeface="Arial" panose="020B0604020202020204" pitchFamily="34" charset="0"/>
          <a:ea typeface="+mn-ea"/>
          <a:cs typeface="Arial" panose="020B0604020202020204" pitchFamily="34" charset="0"/>
        </a:defRPr>
      </a:lvl1pPr>
      <a:lvl2pPr marL="457200" indent="-255588" algn="l" defTabSz="914400" rtl="0" eaLnBrk="1" latinLnBrk="0" hangingPunct="1">
        <a:spcBef>
          <a:spcPts val="300"/>
        </a:spcBef>
        <a:buFont typeface="Arial" panose="020B0604020202020204" pitchFamily="34" charset="0"/>
        <a:buChar char="–"/>
        <a:defRPr sz="1400" kern="1200">
          <a:solidFill>
            <a:schemeClr val="bg2"/>
          </a:solidFill>
          <a:latin typeface="Arial" panose="020B0604020202020204" pitchFamily="34" charset="0"/>
          <a:ea typeface="+mn-ea"/>
          <a:cs typeface="Arial" panose="020B0604020202020204" pitchFamily="34" charset="0"/>
        </a:defRPr>
      </a:lvl2pPr>
      <a:lvl3pPr marL="695325" indent="-220663" algn="l" defTabSz="914400" rtl="0" eaLnBrk="1" latinLnBrk="0" hangingPunct="1">
        <a:spcBef>
          <a:spcPts val="300"/>
        </a:spcBef>
        <a:buFont typeface="Arial" panose="020B0604020202020204" pitchFamily="34" charset="0"/>
        <a:buChar char="–"/>
        <a:defRPr sz="1200" kern="1200">
          <a:solidFill>
            <a:schemeClr val="bg2"/>
          </a:solidFill>
          <a:latin typeface="Arial" panose="020B0604020202020204" pitchFamily="34" charset="0"/>
          <a:ea typeface="+mn-ea"/>
          <a:cs typeface="Arial" panose="020B0604020202020204" pitchFamily="34" charset="0"/>
        </a:defRPr>
      </a:lvl3pPr>
      <a:lvl4pPr marL="949325" indent="-201613" algn="l" defTabSz="914400" rtl="0" eaLnBrk="1" latinLnBrk="0" hangingPunct="1">
        <a:spcBef>
          <a:spcPts val="300"/>
        </a:spcBef>
        <a:buFont typeface="Arial" panose="020B0604020202020204" pitchFamily="34" charset="0"/>
        <a:buChar char="–"/>
        <a:defRPr sz="1100" kern="1200">
          <a:solidFill>
            <a:schemeClr val="bg2"/>
          </a:solidFill>
          <a:latin typeface="Arial" panose="020B0604020202020204" pitchFamily="34" charset="0"/>
          <a:ea typeface="+mn-ea"/>
          <a:cs typeface="Arial" panose="020B0604020202020204" pitchFamily="34" charset="0"/>
        </a:defRPr>
      </a:lvl4pPr>
      <a:lvl5pPr marL="1152525" indent="-185738" algn="l" defTabSz="914400" rtl="0" eaLnBrk="1" latinLnBrk="0" hangingPunct="1">
        <a:spcBef>
          <a:spcPts val="300"/>
        </a:spcBef>
        <a:buFont typeface="Arial" panose="020B0604020202020204" pitchFamily="34" charset="0"/>
        <a:buChar char="–"/>
        <a:defRPr sz="1100" kern="1200">
          <a:solidFill>
            <a:schemeClr val="bg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411956"/>
            <a:ext cx="8229600" cy="54411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TW" altLang="en-US" smtClean="0"/>
              <a:t>按一下以編輯母片標題樣式</a:t>
            </a:r>
          </a:p>
        </p:txBody>
      </p:sp>
      <p:sp>
        <p:nvSpPr>
          <p:cNvPr id="1027" name="Rectangle 3"/>
          <p:cNvSpPr>
            <a:spLocks noGrp="1" noChangeArrowheads="1"/>
          </p:cNvSpPr>
          <p:nvPr>
            <p:ph type="body" idx="1"/>
          </p:nvPr>
        </p:nvSpPr>
        <p:spPr bwMode="auto">
          <a:xfrm>
            <a:off x="457200" y="1200151"/>
            <a:ext cx="8229600" cy="339447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TW" altLang="en-US" smtClean="0"/>
              <a:t>按一下以編輯母片</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p>
        </p:txBody>
      </p:sp>
      <p:sp>
        <p:nvSpPr>
          <p:cNvPr id="401412" name="Rectangle 4"/>
          <p:cNvSpPr>
            <a:spLocks noGrp="1" noChangeArrowheads="1"/>
          </p:cNvSpPr>
          <p:nvPr>
            <p:ph type="dt" sz="half" idx="2"/>
          </p:nvPr>
        </p:nvSpPr>
        <p:spPr bwMode="auto">
          <a:xfrm>
            <a:off x="457200" y="4683919"/>
            <a:ext cx="2133600" cy="3571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spcBef>
                <a:spcPct val="0"/>
              </a:spcBef>
              <a:defRPr sz="1400">
                <a:latin typeface="+mn-lt"/>
                <a:ea typeface="新細明體" pitchFamily="18" charset="-120"/>
              </a:defRPr>
            </a:lvl1pPr>
          </a:lstStyle>
          <a:p>
            <a:pPr fontAlgn="base">
              <a:spcAft>
                <a:spcPct val="0"/>
              </a:spcAft>
              <a:defRPr/>
            </a:pPr>
            <a:fld id="{18D825FD-F224-423C-8865-8A20657C89CB}" type="datetime1">
              <a:rPr kumimoji="1" lang="zh-TW" altLang="en-US" smtClean="0">
                <a:solidFill>
                  <a:srgbClr val="000000"/>
                </a:solidFill>
              </a:rPr>
              <a:t>2025/5/12</a:t>
            </a:fld>
            <a:endParaRPr kumimoji="1" lang="en-US" altLang="zh-TW" dirty="0">
              <a:solidFill>
                <a:srgbClr val="000000"/>
              </a:solidFill>
            </a:endParaRPr>
          </a:p>
        </p:txBody>
      </p:sp>
      <p:sp>
        <p:nvSpPr>
          <p:cNvPr id="401413" name="Rectangle 5"/>
          <p:cNvSpPr>
            <a:spLocks noGrp="1" noChangeArrowheads="1"/>
          </p:cNvSpPr>
          <p:nvPr>
            <p:ph type="ftr" sz="quarter" idx="3"/>
          </p:nvPr>
        </p:nvSpPr>
        <p:spPr bwMode="auto">
          <a:xfrm>
            <a:off x="3124200" y="4683919"/>
            <a:ext cx="2895600" cy="3571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defRPr sz="1400">
                <a:latin typeface="+mn-lt"/>
                <a:ea typeface="新細明體" pitchFamily="18" charset="-120"/>
              </a:defRPr>
            </a:lvl1pPr>
          </a:lstStyle>
          <a:p>
            <a:pPr fontAlgn="base">
              <a:spcAft>
                <a:spcPct val="0"/>
              </a:spcAft>
              <a:defRPr/>
            </a:pPr>
            <a:endParaRPr kumimoji="1" lang="en-US" altLang="zh-TW" dirty="0">
              <a:solidFill>
                <a:srgbClr val="000000"/>
              </a:solidFill>
            </a:endParaRPr>
          </a:p>
        </p:txBody>
      </p:sp>
      <p:sp>
        <p:nvSpPr>
          <p:cNvPr id="401414" name="Rectangle 6"/>
          <p:cNvSpPr>
            <a:spLocks noGrp="1" noChangeArrowheads="1"/>
          </p:cNvSpPr>
          <p:nvPr>
            <p:ph type="sldNum" sz="quarter" idx="4"/>
          </p:nvPr>
        </p:nvSpPr>
        <p:spPr bwMode="auto">
          <a:xfrm>
            <a:off x="6553200" y="4683919"/>
            <a:ext cx="2133600" cy="3571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defRPr sz="1400">
                <a:latin typeface="+mn-lt"/>
                <a:ea typeface="新細明體" pitchFamily="18" charset="-120"/>
              </a:defRPr>
            </a:lvl1pPr>
          </a:lstStyle>
          <a:p>
            <a:pPr fontAlgn="base">
              <a:spcAft>
                <a:spcPct val="0"/>
              </a:spcAft>
              <a:defRPr/>
            </a:pPr>
            <a:fld id="{E1380F0C-CC63-4FAB-9144-FCABB05FC2BB}" type="slidenum">
              <a:rPr kumimoji="1" lang="en-US" altLang="zh-TW">
                <a:solidFill>
                  <a:srgbClr val="000000"/>
                </a:solidFill>
              </a:rPr>
              <a:pPr fontAlgn="base">
                <a:spcAft>
                  <a:spcPct val="0"/>
                </a:spcAft>
                <a:defRPr/>
              </a:pPr>
              <a:t>‹#›</a:t>
            </a:fld>
            <a:endParaRPr kumimoji="1" lang="en-US" altLang="zh-TW" dirty="0">
              <a:solidFill>
                <a:srgbClr val="000000"/>
              </a:solidFill>
            </a:endParaRPr>
          </a:p>
        </p:txBody>
      </p:sp>
      <p:sp>
        <p:nvSpPr>
          <p:cNvPr id="401415" name="Rectangle 7"/>
          <p:cNvSpPr>
            <a:spLocks noChangeArrowheads="1"/>
          </p:cNvSpPr>
          <p:nvPr userDrawn="1"/>
        </p:nvSpPr>
        <p:spPr bwMode="gray">
          <a:xfrm>
            <a:off x="0" y="4891088"/>
            <a:ext cx="9144000" cy="339196"/>
          </a:xfrm>
          <a:prstGeom prst="rect">
            <a:avLst/>
          </a:prstGeom>
          <a:solidFill>
            <a:srgbClr val="000063"/>
          </a:solidFill>
          <a:ln w="9525">
            <a:noFill/>
            <a:miter lim="800000"/>
            <a:headEnd/>
            <a:tailEnd/>
          </a:ln>
          <a:effectLst/>
        </p:spPr>
        <p:txBody>
          <a:bodyPr lIns="92075" tIns="46038" rIns="92075" bIns="46038">
            <a:spAutoFit/>
          </a:bodyPr>
          <a:lstStyle/>
          <a:p>
            <a:pPr eaLnBrk="0" fontAlgn="base" hangingPunct="0">
              <a:spcBef>
                <a:spcPct val="0"/>
              </a:spcBef>
              <a:spcAft>
                <a:spcPct val="0"/>
              </a:spcAft>
              <a:defRPr/>
            </a:pPr>
            <a:r>
              <a:rPr lang="en-GB" altLang="zh-TW" sz="1600" b="1" dirty="0">
                <a:solidFill>
                  <a:srgbClr val="FFFFFF"/>
                </a:solidFill>
                <a:ea typeface="標楷體" pitchFamily="65" charset="-120"/>
                <a:cs typeface="Arial" charset="0"/>
              </a:rPr>
              <a:t>Taikoo Commercial Vehicles Limited Taiwan Branch</a:t>
            </a:r>
            <a:endParaRPr lang="zh-TW" altLang="en-GB" sz="1600" b="1">
              <a:solidFill>
                <a:srgbClr val="FFFFFF"/>
              </a:solidFill>
              <a:ea typeface="標楷體" pitchFamily="65" charset="-120"/>
              <a:cs typeface="Arial" charset="0"/>
            </a:endParaRPr>
          </a:p>
        </p:txBody>
      </p:sp>
      <p:pic>
        <p:nvPicPr>
          <p:cNvPr id="1033" name="Picture 9"/>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107961" y="114301"/>
            <a:ext cx="2519363" cy="242888"/>
          </a:xfrm>
          <a:prstGeom prst="rect">
            <a:avLst/>
          </a:prstGeom>
          <a:noFill/>
          <a:ln w="12700">
            <a:noFill/>
            <a:miter lim="800000"/>
            <a:headEnd type="none" w="sm" len="sm"/>
            <a:tailEnd type="none" w="sm" len="sm"/>
          </a:ln>
        </p:spPr>
      </p:pic>
      <p:pic>
        <p:nvPicPr>
          <p:cNvPr id="10" name="Picture 2"/>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8499952" y="5699"/>
            <a:ext cx="612000" cy="431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33815758"/>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Lst>
  <p:timing>
    <p:tnLst>
      <p:par>
        <p:cTn id="1" dur="indefinite" restart="never" nodeType="tmRoot"/>
      </p:par>
    </p:tnLst>
  </p:timing>
  <p:hf hdr="0" ftr="0" dt="0"/>
  <p:txStyles>
    <p:titleStyle>
      <a:lvl1pPr algn="l" rtl="0" eaLnBrk="0" fontAlgn="base" hangingPunct="0">
        <a:spcBef>
          <a:spcPct val="0"/>
        </a:spcBef>
        <a:spcAft>
          <a:spcPct val="0"/>
        </a:spcAft>
        <a:defRPr kumimoji="1" sz="3600">
          <a:solidFill>
            <a:srgbClr val="000099"/>
          </a:solidFill>
          <a:latin typeface="+mj-lt"/>
          <a:ea typeface="+mj-ea"/>
          <a:cs typeface="+mj-cs"/>
        </a:defRPr>
      </a:lvl1pPr>
      <a:lvl2pPr algn="l" rtl="0" eaLnBrk="0" fontAlgn="base" hangingPunct="0">
        <a:spcBef>
          <a:spcPct val="0"/>
        </a:spcBef>
        <a:spcAft>
          <a:spcPct val="0"/>
        </a:spcAft>
        <a:defRPr kumimoji="1" sz="3600">
          <a:solidFill>
            <a:srgbClr val="000099"/>
          </a:solidFill>
          <a:latin typeface="Arial" charset="0"/>
          <a:ea typeface="新細明體" pitchFamily="18" charset="-120"/>
        </a:defRPr>
      </a:lvl2pPr>
      <a:lvl3pPr algn="l" rtl="0" eaLnBrk="0" fontAlgn="base" hangingPunct="0">
        <a:spcBef>
          <a:spcPct val="0"/>
        </a:spcBef>
        <a:spcAft>
          <a:spcPct val="0"/>
        </a:spcAft>
        <a:defRPr kumimoji="1" sz="3600">
          <a:solidFill>
            <a:srgbClr val="000099"/>
          </a:solidFill>
          <a:latin typeface="Arial" charset="0"/>
          <a:ea typeface="新細明體" pitchFamily="18" charset="-120"/>
        </a:defRPr>
      </a:lvl3pPr>
      <a:lvl4pPr algn="l" rtl="0" eaLnBrk="0" fontAlgn="base" hangingPunct="0">
        <a:spcBef>
          <a:spcPct val="0"/>
        </a:spcBef>
        <a:spcAft>
          <a:spcPct val="0"/>
        </a:spcAft>
        <a:defRPr kumimoji="1" sz="3600">
          <a:solidFill>
            <a:srgbClr val="000099"/>
          </a:solidFill>
          <a:latin typeface="Arial" charset="0"/>
          <a:ea typeface="新細明體" pitchFamily="18" charset="-120"/>
        </a:defRPr>
      </a:lvl4pPr>
      <a:lvl5pPr algn="l" rtl="0" eaLnBrk="0" fontAlgn="base" hangingPunct="0">
        <a:spcBef>
          <a:spcPct val="0"/>
        </a:spcBef>
        <a:spcAft>
          <a:spcPct val="0"/>
        </a:spcAft>
        <a:defRPr kumimoji="1" sz="3600">
          <a:solidFill>
            <a:srgbClr val="000099"/>
          </a:solidFill>
          <a:latin typeface="Arial" charset="0"/>
          <a:ea typeface="新細明體" pitchFamily="18" charset="-120"/>
        </a:defRPr>
      </a:lvl5pPr>
      <a:lvl6pPr marL="457200" algn="l" rtl="0" fontAlgn="base">
        <a:spcBef>
          <a:spcPct val="0"/>
        </a:spcBef>
        <a:spcAft>
          <a:spcPct val="0"/>
        </a:spcAft>
        <a:defRPr kumimoji="1" sz="3600">
          <a:solidFill>
            <a:srgbClr val="000099"/>
          </a:solidFill>
          <a:latin typeface="Arial" charset="0"/>
          <a:ea typeface="新細明體" pitchFamily="18" charset="-120"/>
        </a:defRPr>
      </a:lvl6pPr>
      <a:lvl7pPr marL="914400" algn="l" rtl="0" fontAlgn="base">
        <a:spcBef>
          <a:spcPct val="0"/>
        </a:spcBef>
        <a:spcAft>
          <a:spcPct val="0"/>
        </a:spcAft>
        <a:defRPr kumimoji="1" sz="3600">
          <a:solidFill>
            <a:srgbClr val="000099"/>
          </a:solidFill>
          <a:latin typeface="Arial" charset="0"/>
          <a:ea typeface="新細明體" pitchFamily="18" charset="-120"/>
        </a:defRPr>
      </a:lvl7pPr>
      <a:lvl8pPr marL="1371600" algn="l" rtl="0" fontAlgn="base">
        <a:spcBef>
          <a:spcPct val="0"/>
        </a:spcBef>
        <a:spcAft>
          <a:spcPct val="0"/>
        </a:spcAft>
        <a:defRPr kumimoji="1" sz="3600">
          <a:solidFill>
            <a:srgbClr val="000099"/>
          </a:solidFill>
          <a:latin typeface="Arial" charset="0"/>
          <a:ea typeface="新細明體" pitchFamily="18" charset="-120"/>
        </a:defRPr>
      </a:lvl8pPr>
      <a:lvl9pPr marL="1828800" algn="l" rtl="0" fontAlgn="base">
        <a:spcBef>
          <a:spcPct val="0"/>
        </a:spcBef>
        <a:spcAft>
          <a:spcPct val="0"/>
        </a:spcAft>
        <a:defRPr kumimoji="1" sz="3600">
          <a:solidFill>
            <a:srgbClr val="000099"/>
          </a:solidFill>
          <a:latin typeface="Arial" charset="0"/>
          <a:ea typeface="新細明體" pitchFamily="18" charset="-120"/>
        </a:defRPr>
      </a:lvl9pPr>
    </p:titleStyle>
    <p:bodyStyle>
      <a:lvl1pPr marL="342900" indent="-342900" algn="l" rtl="0" eaLnBrk="0" fontAlgn="base" hangingPunct="0">
        <a:spcBef>
          <a:spcPct val="20000"/>
        </a:spcBef>
        <a:spcAft>
          <a:spcPct val="0"/>
        </a:spcAft>
        <a:buChar char="•"/>
        <a:defRPr kumimoji="1" sz="2800">
          <a:solidFill>
            <a:srgbClr val="000099"/>
          </a:solidFill>
          <a:latin typeface="+mn-lt"/>
          <a:ea typeface="+mn-ea"/>
          <a:cs typeface="+mn-cs"/>
        </a:defRPr>
      </a:lvl1pPr>
      <a:lvl2pPr marL="742950" indent="-285750" algn="l" rtl="0" eaLnBrk="0" fontAlgn="base" hangingPunct="0">
        <a:spcBef>
          <a:spcPct val="20000"/>
        </a:spcBef>
        <a:spcAft>
          <a:spcPct val="0"/>
        </a:spcAft>
        <a:buChar char="–"/>
        <a:defRPr kumimoji="1" sz="2400">
          <a:solidFill>
            <a:srgbClr val="000099"/>
          </a:solidFill>
          <a:latin typeface="+mn-lt"/>
          <a:ea typeface="+mn-ea"/>
        </a:defRPr>
      </a:lvl2pPr>
      <a:lvl3pPr marL="1143000" indent="-228600" algn="l" rtl="0" eaLnBrk="0" fontAlgn="base" hangingPunct="0">
        <a:spcBef>
          <a:spcPct val="20000"/>
        </a:spcBef>
        <a:spcAft>
          <a:spcPct val="0"/>
        </a:spcAft>
        <a:buChar char="•"/>
        <a:defRPr kumimoji="1" sz="2000">
          <a:solidFill>
            <a:srgbClr val="000099"/>
          </a:solidFill>
          <a:latin typeface="+mn-lt"/>
          <a:ea typeface="+mn-ea"/>
        </a:defRPr>
      </a:lvl3pPr>
      <a:lvl4pPr marL="1600200" indent="-228600" algn="l" rtl="0" eaLnBrk="0" fontAlgn="base" hangingPunct="0">
        <a:spcBef>
          <a:spcPct val="20000"/>
        </a:spcBef>
        <a:spcAft>
          <a:spcPct val="0"/>
        </a:spcAft>
        <a:buChar char="–"/>
        <a:defRPr kumimoji="1">
          <a:solidFill>
            <a:srgbClr val="000099"/>
          </a:solidFill>
          <a:latin typeface="+mn-lt"/>
          <a:ea typeface="+mn-ea"/>
        </a:defRPr>
      </a:lvl4pPr>
      <a:lvl5pPr marL="2057400" indent="-228600" algn="l" rtl="0" eaLnBrk="0" fontAlgn="base" hangingPunct="0">
        <a:spcBef>
          <a:spcPct val="20000"/>
        </a:spcBef>
        <a:spcAft>
          <a:spcPct val="0"/>
        </a:spcAft>
        <a:buChar char="»"/>
        <a:defRPr kumimoji="1">
          <a:solidFill>
            <a:srgbClr val="000099"/>
          </a:solidFill>
          <a:latin typeface="+mn-lt"/>
          <a:ea typeface="+mn-ea"/>
        </a:defRPr>
      </a:lvl5pPr>
      <a:lvl6pPr marL="2514600" indent="-228600" algn="l" rtl="0" fontAlgn="base">
        <a:spcBef>
          <a:spcPct val="20000"/>
        </a:spcBef>
        <a:spcAft>
          <a:spcPct val="0"/>
        </a:spcAft>
        <a:buChar char="»"/>
        <a:defRPr kumimoji="1">
          <a:solidFill>
            <a:srgbClr val="000099"/>
          </a:solidFill>
          <a:latin typeface="+mn-lt"/>
          <a:ea typeface="+mn-ea"/>
        </a:defRPr>
      </a:lvl6pPr>
      <a:lvl7pPr marL="2971800" indent="-228600" algn="l" rtl="0" fontAlgn="base">
        <a:spcBef>
          <a:spcPct val="20000"/>
        </a:spcBef>
        <a:spcAft>
          <a:spcPct val="0"/>
        </a:spcAft>
        <a:buChar char="»"/>
        <a:defRPr kumimoji="1">
          <a:solidFill>
            <a:srgbClr val="000099"/>
          </a:solidFill>
          <a:latin typeface="+mn-lt"/>
          <a:ea typeface="+mn-ea"/>
        </a:defRPr>
      </a:lvl7pPr>
      <a:lvl8pPr marL="3429000" indent="-228600" algn="l" rtl="0" fontAlgn="base">
        <a:spcBef>
          <a:spcPct val="20000"/>
        </a:spcBef>
        <a:spcAft>
          <a:spcPct val="0"/>
        </a:spcAft>
        <a:buChar char="»"/>
        <a:defRPr kumimoji="1">
          <a:solidFill>
            <a:srgbClr val="000099"/>
          </a:solidFill>
          <a:latin typeface="+mn-lt"/>
          <a:ea typeface="+mn-ea"/>
        </a:defRPr>
      </a:lvl8pPr>
      <a:lvl9pPr marL="3886200" indent="-228600" algn="l" rtl="0" fontAlgn="base">
        <a:spcBef>
          <a:spcPct val="20000"/>
        </a:spcBef>
        <a:spcAft>
          <a:spcPct val="0"/>
        </a:spcAft>
        <a:buChar char="»"/>
        <a:defRPr kumimoji="1">
          <a:solidFill>
            <a:srgbClr val="000099"/>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68580" tIns="34290" rIns="68580" bIns="34290" rtlCol="0" anchor="ctr">
            <a:normAutofit/>
          </a:bodyPr>
          <a:lstStyle/>
          <a:p>
            <a:r>
              <a:rPr lang="en-US" altLang="zh-HK" smtClean="0"/>
              <a:t>Click to edit Master title style</a:t>
            </a:r>
            <a:endParaRPr lang="zh-HK" altLang="en-US"/>
          </a:p>
        </p:txBody>
      </p:sp>
      <p:sp>
        <p:nvSpPr>
          <p:cNvPr id="3" name="Text Placeholder 2"/>
          <p:cNvSpPr>
            <a:spLocks noGrp="1"/>
          </p:cNvSpPr>
          <p:nvPr>
            <p:ph type="body" idx="1"/>
          </p:nvPr>
        </p:nvSpPr>
        <p:spPr>
          <a:xfrm>
            <a:off x="628650" y="1369219"/>
            <a:ext cx="7886700" cy="3263504"/>
          </a:xfrm>
          <a:prstGeom prst="rect">
            <a:avLst/>
          </a:prstGeom>
        </p:spPr>
        <p:txBody>
          <a:bodyPr vert="horz" lIns="68580" tIns="34290" rIns="68580" bIns="34290" rtlCol="0">
            <a:normAutofit/>
          </a:bodyPr>
          <a:lstStyle/>
          <a:p>
            <a:pPr lvl="0"/>
            <a:r>
              <a:rPr lang="en-US" altLang="zh-HK" smtClean="0"/>
              <a:t>Edit Master text styles</a:t>
            </a:r>
          </a:p>
          <a:p>
            <a:pPr lvl="1"/>
            <a:r>
              <a:rPr lang="en-US" altLang="zh-HK" smtClean="0"/>
              <a:t>Second level</a:t>
            </a:r>
          </a:p>
          <a:p>
            <a:pPr lvl="2"/>
            <a:r>
              <a:rPr lang="en-US" altLang="zh-HK" smtClean="0"/>
              <a:t>Third level</a:t>
            </a:r>
          </a:p>
          <a:p>
            <a:pPr lvl="3"/>
            <a:r>
              <a:rPr lang="en-US" altLang="zh-HK" smtClean="0"/>
              <a:t>Fourth level</a:t>
            </a:r>
          </a:p>
          <a:p>
            <a:pPr lvl="4"/>
            <a:r>
              <a:rPr lang="en-US" altLang="zh-HK" smtClean="0"/>
              <a:t>Fifth level</a:t>
            </a:r>
            <a:endParaRPr lang="zh-HK" altLang="en-US"/>
          </a:p>
        </p:txBody>
      </p:sp>
      <p:sp>
        <p:nvSpPr>
          <p:cNvPr id="4" name="Date Placeholder 3"/>
          <p:cNvSpPr>
            <a:spLocks noGrp="1"/>
          </p:cNvSpPr>
          <p:nvPr>
            <p:ph type="dt" sz="half" idx="2"/>
          </p:nvPr>
        </p:nvSpPr>
        <p:spPr>
          <a:xfrm>
            <a:off x="628650" y="4767264"/>
            <a:ext cx="2057400" cy="273844"/>
          </a:xfrm>
          <a:prstGeom prst="rect">
            <a:avLst/>
          </a:prstGeom>
        </p:spPr>
        <p:txBody>
          <a:bodyPr vert="horz" lIns="68580" tIns="34290" rIns="68580" bIns="34290" rtlCol="0" anchor="ctr"/>
          <a:lstStyle>
            <a:lvl1pPr algn="l">
              <a:defRPr sz="900">
                <a:solidFill>
                  <a:schemeClr val="tx1">
                    <a:tint val="75000"/>
                  </a:schemeClr>
                </a:solidFill>
              </a:defRPr>
            </a:lvl1pPr>
          </a:lstStyle>
          <a:p>
            <a:pPr defTabSz="685800"/>
            <a:fld id="{7BA8A8E6-3BCC-4F8C-8F87-F79E8D7FB1D4}" type="datetime1">
              <a:rPr lang="zh-TW" altLang="en-US" smtClean="0">
                <a:solidFill>
                  <a:prstClr val="black">
                    <a:tint val="75000"/>
                  </a:prstClr>
                </a:solidFill>
              </a:rPr>
              <a:t>2025/5/12</a:t>
            </a:fld>
            <a:endParaRPr lang="zh-HK" altLang="en-US">
              <a:solidFill>
                <a:prstClr val="black">
                  <a:tint val="75000"/>
                </a:prstClr>
              </a:solidFill>
            </a:endParaRPr>
          </a:p>
        </p:txBody>
      </p:sp>
      <p:sp>
        <p:nvSpPr>
          <p:cNvPr id="5" name="Footer Placeholder 4"/>
          <p:cNvSpPr>
            <a:spLocks noGrp="1"/>
          </p:cNvSpPr>
          <p:nvPr>
            <p:ph type="ftr" sz="quarter" idx="3"/>
          </p:nvPr>
        </p:nvSpPr>
        <p:spPr>
          <a:xfrm>
            <a:off x="3028950" y="4767264"/>
            <a:ext cx="3086100" cy="273844"/>
          </a:xfrm>
          <a:prstGeom prst="rect">
            <a:avLst/>
          </a:prstGeom>
        </p:spPr>
        <p:txBody>
          <a:bodyPr vert="horz" lIns="68580" tIns="34290" rIns="68580" bIns="34290" rtlCol="0" anchor="ctr"/>
          <a:lstStyle>
            <a:lvl1pPr algn="ctr">
              <a:defRPr sz="900">
                <a:solidFill>
                  <a:schemeClr val="tx1">
                    <a:tint val="75000"/>
                  </a:schemeClr>
                </a:solidFill>
              </a:defRPr>
            </a:lvl1pPr>
          </a:lstStyle>
          <a:p>
            <a:pPr defTabSz="685800"/>
            <a:endParaRPr lang="zh-HK" altLang="en-US">
              <a:solidFill>
                <a:prstClr val="black">
                  <a:tint val="75000"/>
                </a:prstClr>
              </a:solidFill>
            </a:endParaRPr>
          </a:p>
        </p:txBody>
      </p:sp>
      <p:sp>
        <p:nvSpPr>
          <p:cNvPr id="6" name="Slide Number Placeholder 5"/>
          <p:cNvSpPr>
            <a:spLocks noGrp="1"/>
          </p:cNvSpPr>
          <p:nvPr>
            <p:ph type="sldNum" sz="quarter" idx="4"/>
          </p:nvPr>
        </p:nvSpPr>
        <p:spPr>
          <a:xfrm>
            <a:off x="6457950" y="4767264"/>
            <a:ext cx="2057400" cy="273844"/>
          </a:xfrm>
          <a:prstGeom prst="rect">
            <a:avLst/>
          </a:prstGeom>
        </p:spPr>
        <p:txBody>
          <a:bodyPr vert="horz" lIns="68580" tIns="34290" rIns="68580" bIns="34290" rtlCol="0" anchor="ctr"/>
          <a:lstStyle>
            <a:lvl1pPr algn="r">
              <a:defRPr sz="900">
                <a:solidFill>
                  <a:schemeClr val="tx1">
                    <a:tint val="75000"/>
                  </a:schemeClr>
                </a:solidFill>
              </a:defRPr>
            </a:lvl1pPr>
          </a:lstStyle>
          <a:p>
            <a:pPr defTabSz="685800"/>
            <a:fld id="{E5EA158D-ACA1-4317-9F9C-72350079FA10}" type="slidenum">
              <a:rPr lang="zh-HK" altLang="en-US" smtClean="0">
                <a:solidFill>
                  <a:prstClr val="black">
                    <a:tint val="75000"/>
                  </a:prstClr>
                </a:solidFill>
              </a:rPr>
              <a:pPr defTabSz="685800"/>
              <a:t>‹#›</a:t>
            </a:fld>
            <a:endParaRPr lang="zh-HK" altLang="en-US">
              <a:solidFill>
                <a:prstClr val="black">
                  <a:tint val="75000"/>
                </a:prstClr>
              </a:solidFill>
            </a:endParaRPr>
          </a:p>
        </p:txBody>
      </p:sp>
    </p:spTree>
    <p:extLst>
      <p:ext uri="{BB962C8B-B14F-4D97-AF65-F5344CB8AC3E}">
        <p14:creationId xmlns:p14="http://schemas.microsoft.com/office/powerpoint/2010/main" val="1495697138"/>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717" r:id="rId12"/>
  </p:sldLayoutIdLst>
  <p:timing>
    <p:tnLst>
      <p:par>
        <p:cTn id="1" dur="indefinite" restart="never" nodeType="tmRoot"/>
      </p:par>
    </p:tnLst>
  </p:timing>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9pPr>
    </p:bodyStyle>
    <p:otherStyle>
      <a:defPPr>
        <a:defRPr lang="zh-HK"/>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28650" y="4767263"/>
            <a:ext cx="2057400" cy="274637"/>
          </a:xfrm>
          <a:prstGeom prst="rect">
            <a:avLst/>
          </a:prstGeom>
        </p:spPr>
        <p:txBody>
          <a:bodyPr vert="horz" lIns="91440" tIns="45720" rIns="91440" bIns="45720" rtlCol="0" anchor="ctr"/>
          <a:lstStyle>
            <a:lvl1pPr algn="l">
              <a:defRPr sz="1200">
                <a:solidFill>
                  <a:schemeClr val="tx1">
                    <a:tint val="75000"/>
                  </a:schemeClr>
                </a:solidFill>
              </a:defRPr>
            </a:lvl1pPr>
          </a:lstStyle>
          <a:p>
            <a:fld id="{77E08946-2FE3-4CE3-8D15-2F0B265BE1F1}" type="datetimeFigureOut">
              <a:rPr lang="en-US" smtClean="0"/>
              <a:t>5/12/2025</a:t>
            </a:fld>
            <a:endParaRPr lang="en-US"/>
          </a:p>
        </p:txBody>
      </p:sp>
      <p:sp>
        <p:nvSpPr>
          <p:cNvPr id="5" name="Footer Placeholder 4"/>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22C27086-3833-4157-9FDD-FC47B1362D03}" type="slidenum">
              <a:rPr lang="en-US" smtClean="0"/>
              <a:t>‹#›</a:t>
            </a:fld>
            <a:endParaRPr lang="en-US"/>
          </a:p>
        </p:txBody>
      </p:sp>
    </p:spTree>
    <p:extLst>
      <p:ext uri="{BB962C8B-B14F-4D97-AF65-F5344CB8AC3E}">
        <p14:creationId xmlns:p14="http://schemas.microsoft.com/office/powerpoint/2010/main" val="3234066351"/>
      </p:ext>
    </p:extLst>
  </p:cSld>
  <p:clrMap bg1="lt1" tx1="dk1" bg2="lt2" tx2="dk2" accent1="accent1" accent2="accent2" accent3="accent3" accent4="accent4" accent5="accent5" accent6="accent6" hlink="hlink" folHlink="folHlink"/>
  <p:sldLayoutIdLst>
    <p:sldLayoutId id="2147483749" r:id="rId1"/>
    <p:sldLayoutId id="2147483750" r:id="rId2"/>
    <p:sldLayoutId id="2147483751" r:id="rId3"/>
    <p:sldLayoutId id="2147483752" r:id="rId4"/>
    <p:sldLayoutId id="2147483753" r:id="rId5"/>
    <p:sldLayoutId id="2147483754" r:id="rId6"/>
    <p:sldLayoutId id="2147483755" r:id="rId7"/>
    <p:sldLayoutId id="2147483756" r:id="rId8"/>
    <p:sldLayoutId id="2147483757" r:id="rId9"/>
    <p:sldLayoutId id="2147483758" r:id="rId10"/>
    <p:sldLayoutId id="2147483759" r:id="rId1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2.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42.xml"/></Relationships>
</file>

<file path=ppt/slides/_rels/slide4.xml.rels><?xml version="1.0" encoding="UTF-8" standalone="yes"?>
<Relationships xmlns="http://schemas.openxmlformats.org/package/2006/relationships"><Relationship Id="rId8" Type="http://schemas.openxmlformats.org/officeDocument/2006/relationships/hyperlink" Target="https://www.mantruckandbus.com/" TargetMode="External"/><Relationship Id="rId3" Type="http://schemas.openxmlformats.org/officeDocument/2006/relationships/hyperlink" Target="https://www.toyota.com.hk/" TargetMode="External"/><Relationship Id="rId7" Type="http://schemas.openxmlformats.org/officeDocument/2006/relationships/hyperlink" Target="https://www.dch.com.hk/" TargetMode="External"/><Relationship Id="rId2" Type="http://schemas.openxmlformats.org/officeDocument/2006/relationships/notesSlide" Target="../notesSlides/notesSlide4.xml"/><Relationship Id="rId1" Type="http://schemas.openxmlformats.org/officeDocument/2006/relationships/slideLayout" Target="../slideLayouts/slideLayout42.xml"/><Relationship Id="rId6" Type="http://schemas.openxmlformats.org/officeDocument/2006/relationships/hyperlink" Target="https://www.vertecmotors.com/zh-Hant/" TargetMode="External"/><Relationship Id="rId5" Type="http://schemas.openxmlformats.org/officeDocument/2006/relationships/hyperlink" Target="http://www.gmi-hk.com/zh-hant/" TargetMode="External"/><Relationship Id="rId10" Type="http://schemas.openxmlformats.org/officeDocument/2006/relationships/hyperlink" Target="https://www.zungfu.com/tc/index.html" TargetMode="External"/><Relationship Id="rId4" Type="http://schemas.openxmlformats.org/officeDocument/2006/relationships/hyperlink" Target="https://www.mitsubishi-fuso.com.hk/about-us/corporate-profile/universal-cars-ltd/" TargetMode="External"/><Relationship Id="rId9" Type="http://schemas.openxmlformats.org/officeDocument/2006/relationships/hyperlink" Target="https://www.ford.com.hk/" TargetMode="External"/></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2.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7F310D1A-75CA-4C05-9BA7-854DED8C991C}"/>
              </a:ext>
            </a:extLst>
          </p:cNvPr>
          <p:cNvSpPr txBox="1">
            <a:spLocks/>
          </p:cNvSpPr>
          <p:nvPr/>
        </p:nvSpPr>
        <p:spPr>
          <a:xfrm>
            <a:off x="552799" y="1997012"/>
            <a:ext cx="7886700" cy="2676587"/>
          </a:xfrm>
          <a:prstGeom prst="rect">
            <a:avLst/>
          </a:prstGeom>
        </p:spPr>
        <p:txBody>
          <a:bodyP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endParaRPr lang="en-US" sz="2400" b="1" dirty="0" smtClean="0">
              <a:latin typeface="+mn-lt"/>
            </a:endParaRPr>
          </a:p>
          <a:p>
            <a:pPr algn="ctr"/>
            <a:r>
              <a:rPr lang="en-US" altLang="zh-TW" sz="2400" b="1" dirty="0">
                <a:latin typeface="+mn-lt"/>
              </a:rPr>
              <a:t>HK Light Bus Market Research</a:t>
            </a:r>
            <a:endParaRPr lang="en-HK" altLang="zh-TW" sz="2400" b="1" dirty="0" smtClean="0">
              <a:latin typeface="+mn-lt"/>
            </a:endParaRPr>
          </a:p>
          <a:p>
            <a:pPr algn="ctr"/>
            <a:endParaRPr lang="en-HK" altLang="zh-TW" sz="2400" b="1" dirty="0">
              <a:latin typeface="+mn-lt"/>
            </a:endParaRPr>
          </a:p>
          <a:p>
            <a:pPr algn="ctr"/>
            <a:endParaRPr lang="en-US" altLang="zh-TW" sz="2400" b="1" dirty="0" smtClean="0">
              <a:latin typeface="+mn-lt"/>
            </a:endParaRPr>
          </a:p>
          <a:p>
            <a:pPr algn="ctr"/>
            <a:r>
              <a:rPr lang="en-HK" altLang="zh-TW" sz="1800" b="1" dirty="0" smtClean="0">
                <a:latin typeface="+mn-lt"/>
              </a:rPr>
              <a:t>(</a:t>
            </a:r>
            <a:r>
              <a:rPr lang="en-US" altLang="zh-TW" sz="1800" b="1" dirty="0">
                <a:latin typeface="+mn-lt"/>
              </a:rPr>
              <a:t>9</a:t>
            </a:r>
            <a:r>
              <a:rPr lang="en-HK" altLang="zh-TW" sz="1800" b="1" smtClean="0">
                <a:latin typeface="+mn-lt"/>
              </a:rPr>
              <a:t> </a:t>
            </a:r>
            <a:r>
              <a:rPr lang="en-US" altLang="zh-TW" sz="1800" b="1" dirty="0" smtClean="0">
                <a:latin typeface="+mn-lt"/>
              </a:rPr>
              <a:t>May </a:t>
            </a:r>
            <a:r>
              <a:rPr lang="en-HK" altLang="zh-TW" sz="1800" b="1" dirty="0" smtClean="0">
                <a:latin typeface="+mn-lt"/>
              </a:rPr>
              <a:t>2025)</a:t>
            </a:r>
            <a:endParaRPr lang="en-US" altLang="zh-TW" sz="1800" b="1" dirty="0" smtClean="0">
              <a:latin typeface="+mn-lt"/>
            </a:endParaRPr>
          </a:p>
        </p:txBody>
      </p:sp>
      <p:sp>
        <p:nvSpPr>
          <p:cNvPr id="2" name="Slide Number Placeholder 1"/>
          <p:cNvSpPr>
            <a:spLocks noGrp="1"/>
          </p:cNvSpPr>
          <p:nvPr>
            <p:ph type="sldNum" sz="quarter" idx="12"/>
          </p:nvPr>
        </p:nvSpPr>
        <p:spPr/>
        <p:txBody>
          <a:bodyPr/>
          <a:lstStyle/>
          <a:p>
            <a:fld id="{2CF79176-4570-41BD-A306-9B768E284BF0}" type="slidenum">
              <a:rPr lang="zh-TW" altLang="en-US" smtClean="0"/>
              <a:t>1</a:t>
            </a:fld>
            <a:endParaRPr lang="zh-TW" altLang="en-US"/>
          </a:p>
        </p:txBody>
      </p:sp>
    </p:spTree>
    <p:extLst>
      <p:ext uri="{BB962C8B-B14F-4D97-AF65-F5344CB8AC3E}">
        <p14:creationId xmlns:p14="http://schemas.microsoft.com/office/powerpoint/2010/main" val="362995625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p:cNvSpPr>
            <a:spLocks noGrp="1"/>
          </p:cNvSpPr>
          <p:nvPr>
            <p:ph type="sldNum" sz="quarter" idx="12"/>
          </p:nvPr>
        </p:nvSpPr>
        <p:spPr>
          <a:xfrm>
            <a:off x="6704553" y="4746116"/>
            <a:ext cx="2057400" cy="273844"/>
          </a:xfrm>
        </p:spPr>
        <p:txBody>
          <a:bodyPr/>
          <a:lstStyle/>
          <a:p>
            <a:fld id="{2CF79176-4570-41BD-A306-9B768E284BF0}" type="slidenum">
              <a:rPr lang="zh-TW" altLang="en-US" smtClean="0"/>
              <a:t>2</a:t>
            </a:fld>
            <a:endParaRPr lang="zh-TW" altLang="en-US" dirty="0"/>
          </a:p>
        </p:txBody>
      </p:sp>
      <p:sp>
        <p:nvSpPr>
          <p:cNvPr id="17" name="TextBox 28">
            <a:extLst>
              <a:ext uri="{FF2B5EF4-FFF2-40B4-BE49-F238E27FC236}">
                <a16:creationId xmlns:a16="http://schemas.microsoft.com/office/drawing/2014/main" id="{D4959236-A4F8-4BC9-B3BC-28395854E219}"/>
              </a:ext>
            </a:extLst>
          </p:cNvPr>
          <p:cNvSpPr txBox="1"/>
          <p:nvPr/>
        </p:nvSpPr>
        <p:spPr>
          <a:xfrm>
            <a:off x="428238" y="795202"/>
            <a:ext cx="7932943" cy="307777"/>
          </a:xfrm>
          <a:prstGeom prst="rect">
            <a:avLst/>
          </a:prstGeom>
          <a:noFill/>
        </p:spPr>
        <p:txBody>
          <a:bodyPr wrap="square" lIns="0" r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400" b="1" i="0" u="none" strike="noStrike" kern="1200" cap="none" spc="0" normalizeH="0" baseline="0" noProof="0" dirty="0" smtClean="0">
                <a:ln>
                  <a:noFill/>
                </a:ln>
                <a:solidFill>
                  <a:prstClr val="black"/>
                </a:solidFill>
                <a:effectLst/>
                <a:uLnTx/>
                <a:uFillTx/>
                <a:latin typeface="Calibri" panose="020F0502020204030204" pitchFamily="34" charset="0"/>
                <a:ea typeface="新細明體" panose="02020500000000000000" pitchFamily="18" charset="-120"/>
                <a:cs typeface="+mn-cs"/>
              </a:rPr>
              <a:t>Outline</a:t>
            </a:r>
            <a:endParaRPr kumimoji="0" lang="en-US" sz="1400" b="1" i="0" u="none" strike="noStrike" kern="1200" cap="none" spc="0" normalizeH="0" baseline="0" noProof="1">
              <a:ln>
                <a:noFill/>
              </a:ln>
              <a:solidFill>
                <a:prstClr val="black"/>
              </a:solidFill>
              <a:effectLst/>
              <a:uLnTx/>
              <a:uFillTx/>
              <a:latin typeface="Calibri" panose="020F0502020204030204" pitchFamily="34" charset="0"/>
              <a:ea typeface="+mn-ea"/>
              <a:cs typeface="+mn-cs"/>
            </a:endParaRPr>
          </a:p>
        </p:txBody>
      </p:sp>
      <p:sp>
        <p:nvSpPr>
          <p:cNvPr id="3" name="文字方塊 2"/>
          <p:cNvSpPr txBox="1"/>
          <p:nvPr/>
        </p:nvSpPr>
        <p:spPr>
          <a:xfrm>
            <a:off x="428238" y="1734223"/>
            <a:ext cx="6777176" cy="2126864"/>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en-US" altLang="zh-TW" dirty="0" smtClean="0"/>
              <a:t>Light Bus Market Overview</a:t>
            </a:r>
          </a:p>
          <a:p>
            <a:pPr marL="285750" indent="-285750">
              <a:lnSpc>
                <a:spcPct val="150000"/>
              </a:lnSpc>
              <a:buFont typeface="Arial" panose="020B0604020202020204" pitchFamily="34" charset="0"/>
              <a:buChar char="•"/>
            </a:pPr>
            <a:r>
              <a:rPr lang="en-US" altLang="zh-TW" dirty="0" smtClean="0"/>
              <a:t>Key Dealer in HK</a:t>
            </a:r>
          </a:p>
          <a:p>
            <a:pPr marL="285750" indent="-285750">
              <a:lnSpc>
                <a:spcPct val="150000"/>
              </a:lnSpc>
              <a:buFont typeface="Arial" panose="020B0604020202020204" pitchFamily="34" charset="0"/>
              <a:buChar char="•"/>
            </a:pPr>
            <a:r>
              <a:rPr lang="en-US" altLang="zh-TW" dirty="0" smtClean="0"/>
              <a:t>Price Comparison between EV and Diesel and Government Funding</a:t>
            </a:r>
          </a:p>
          <a:p>
            <a:pPr marL="285750" indent="-285750">
              <a:lnSpc>
                <a:spcPct val="150000"/>
              </a:lnSpc>
              <a:buFont typeface="Arial" panose="020B0604020202020204" pitchFamily="34" charset="0"/>
              <a:buChar char="•"/>
            </a:pPr>
            <a:r>
              <a:rPr lang="en-US" altLang="zh-TW" dirty="0" smtClean="0"/>
              <a:t>Key Customer </a:t>
            </a:r>
          </a:p>
          <a:p>
            <a:pPr marL="285750" indent="-285750">
              <a:lnSpc>
                <a:spcPct val="150000"/>
              </a:lnSpc>
              <a:buFont typeface="Arial" panose="020B0604020202020204" pitchFamily="34" charset="0"/>
              <a:buChar char="•"/>
            </a:pPr>
            <a:r>
              <a:rPr lang="en-US" altLang="zh-TW" dirty="0" smtClean="0"/>
              <a:t>Summary</a:t>
            </a:r>
            <a:endParaRPr lang="zh-TW" altLang="en-US" dirty="0"/>
          </a:p>
        </p:txBody>
      </p:sp>
    </p:spTree>
    <p:extLst>
      <p:ext uri="{BB962C8B-B14F-4D97-AF65-F5344CB8AC3E}">
        <p14:creationId xmlns:p14="http://schemas.microsoft.com/office/powerpoint/2010/main" val="150482986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p:cNvSpPr>
            <a:spLocks noGrp="1"/>
          </p:cNvSpPr>
          <p:nvPr>
            <p:ph type="sldNum" sz="quarter" idx="12"/>
          </p:nvPr>
        </p:nvSpPr>
        <p:spPr/>
        <p:txBody>
          <a:bodyPr/>
          <a:lstStyle/>
          <a:p>
            <a:fld id="{2CF79176-4570-41BD-A306-9B768E284BF0}" type="slidenum">
              <a:rPr lang="zh-TW" altLang="en-US" smtClean="0"/>
              <a:t>3</a:t>
            </a:fld>
            <a:endParaRPr lang="zh-TW" altLang="en-US"/>
          </a:p>
        </p:txBody>
      </p:sp>
      <p:sp>
        <p:nvSpPr>
          <p:cNvPr id="3" name="TextBox 28">
            <a:extLst>
              <a:ext uri="{FF2B5EF4-FFF2-40B4-BE49-F238E27FC236}">
                <a16:creationId xmlns:a16="http://schemas.microsoft.com/office/drawing/2014/main" id="{D4959236-A4F8-4BC9-B3BC-28395854E219}"/>
              </a:ext>
            </a:extLst>
          </p:cNvPr>
          <p:cNvSpPr txBox="1"/>
          <p:nvPr/>
        </p:nvSpPr>
        <p:spPr>
          <a:xfrm>
            <a:off x="428238" y="795202"/>
            <a:ext cx="7932943" cy="307777"/>
          </a:xfrm>
          <a:prstGeom prst="rect">
            <a:avLst/>
          </a:prstGeom>
          <a:noFill/>
        </p:spPr>
        <p:txBody>
          <a:bodyPr wrap="square" lIns="0" rIns="0" rtlCol="0" anchor="b">
            <a:spAutoFit/>
          </a:bodyPr>
          <a:lstStyle/>
          <a:p>
            <a:pPr lvl="0" algn="ctr">
              <a:defRPr/>
            </a:pPr>
            <a:r>
              <a:rPr lang="en-US" altLang="zh-TW" sz="1400" b="1" dirty="0" smtClean="0">
                <a:solidFill>
                  <a:prstClr val="black"/>
                </a:solidFill>
                <a:latin typeface="Calibri" panose="020F0502020204030204" pitchFamily="34" charset="0"/>
              </a:rPr>
              <a:t>Total Market</a:t>
            </a:r>
            <a:endParaRPr lang="en-US" altLang="zh-TW" sz="1400" b="1" dirty="0">
              <a:solidFill>
                <a:prstClr val="black"/>
              </a:solidFill>
              <a:latin typeface="Calibri" panose="020F0502020204030204" pitchFamily="34" charset="0"/>
            </a:endParaRPr>
          </a:p>
        </p:txBody>
      </p:sp>
      <p:sp>
        <p:nvSpPr>
          <p:cNvPr id="7" name="文字方塊 6"/>
          <p:cNvSpPr txBox="1"/>
          <p:nvPr/>
        </p:nvSpPr>
        <p:spPr>
          <a:xfrm>
            <a:off x="5523379" y="1220352"/>
            <a:ext cx="3620621" cy="3323987"/>
          </a:xfrm>
          <a:prstGeom prst="rect">
            <a:avLst/>
          </a:prstGeom>
          <a:noFill/>
        </p:spPr>
        <p:txBody>
          <a:bodyPr wrap="square" rtlCol="0">
            <a:spAutoFit/>
          </a:bodyPr>
          <a:lstStyle/>
          <a:p>
            <a:r>
              <a:rPr lang="en-US" altLang="zh-TW" sz="1000" dirty="0" smtClean="0"/>
              <a:t>Total Market Trend</a:t>
            </a:r>
          </a:p>
          <a:p>
            <a:pPr marL="171450" indent="-171450">
              <a:buFont typeface="Arial" panose="020B0604020202020204" pitchFamily="34" charset="0"/>
              <a:buChar char="•"/>
            </a:pPr>
            <a:r>
              <a:rPr lang="en-US" altLang="zh-TW" sz="1000" dirty="0" smtClean="0"/>
              <a:t>Toyota </a:t>
            </a:r>
            <a:r>
              <a:rPr lang="en-US" altLang="zh-TW" sz="1000" dirty="0"/>
              <a:t>Coaster </a:t>
            </a:r>
            <a:r>
              <a:rPr lang="en-US" altLang="zh-TW" sz="1000" dirty="0" smtClean="0"/>
              <a:t>stopped </a:t>
            </a:r>
            <a:r>
              <a:rPr lang="en-US" altLang="zh-TW" sz="1000" dirty="0"/>
              <a:t>production of LPG </a:t>
            </a:r>
            <a:r>
              <a:rPr lang="en-US" altLang="zh-TW" sz="1000" dirty="0" smtClean="0"/>
              <a:t>by </a:t>
            </a:r>
            <a:r>
              <a:rPr lang="en-US" altLang="zh-TW" sz="1000" dirty="0"/>
              <a:t>the end of 2020. </a:t>
            </a:r>
            <a:r>
              <a:rPr lang="en-US" altLang="zh-TW" sz="1000" dirty="0" smtClean="0"/>
              <a:t>Hong </a:t>
            </a:r>
            <a:r>
              <a:rPr lang="en-US" altLang="zh-TW" sz="1000" dirty="0"/>
              <a:t>Kong will shift to supplying </a:t>
            </a:r>
            <a:r>
              <a:rPr lang="en-US" altLang="zh-TW" sz="1000" b="1" dirty="0"/>
              <a:t>Euro VI </a:t>
            </a:r>
            <a:r>
              <a:rPr lang="en-US" altLang="zh-TW" sz="1000" b="1" dirty="0" smtClean="0"/>
              <a:t>diesel </a:t>
            </a:r>
            <a:r>
              <a:rPr lang="en-US" altLang="zh-TW" sz="1000" dirty="0" smtClean="0"/>
              <a:t>light bus. </a:t>
            </a:r>
            <a:r>
              <a:rPr lang="en-US" altLang="zh-TW" sz="1000" dirty="0"/>
              <a:t>Consequently, LPG usage has been steadily declining since reaching its peak in 2019</a:t>
            </a:r>
            <a:r>
              <a:rPr lang="en-US" altLang="zh-TW" sz="1000" dirty="0" smtClean="0"/>
              <a:t>.</a:t>
            </a:r>
            <a:endParaRPr lang="en-US" altLang="zh-TW" sz="1000" dirty="0"/>
          </a:p>
          <a:p>
            <a:pPr marL="171450" indent="-171450">
              <a:buFont typeface="Arial" panose="020B0604020202020204" pitchFamily="34" charset="0"/>
              <a:buChar char="•"/>
            </a:pPr>
            <a:r>
              <a:rPr lang="en-US" altLang="zh-TW" sz="1000" dirty="0"/>
              <a:t>In 2020, registrations dropped from </a:t>
            </a:r>
            <a:r>
              <a:rPr lang="en-US" altLang="zh-TW" sz="1000" dirty="0" smtClean="0"/>
              <a:t>814 </a:t>
            </a:r>
            <a:r>
              <a:rPr lang="en-US" altLang="zh-TW" sz="1000" dirty="0"/>
              <a:t>to </a:t>
            </a:r>
            <a:r>
              <a:rPr lang="en-US" altLang="zh-TW" sz="1000" dirty="0" smtClean="0"/>
              <a:t>435 vehicles</a:t>
            </a:r>
            <a:r>
              <a:rPr lang="zh-TW" altLang="en-US" sz="1000" dirty="0" smtClean="0"/>
              <a:t> </a:t>
            </a:r>
            <a:r>
              <a:rPr lang="en-US" altLang="zh-TW" sz="1000" dirty="0" smtClean="0"/>
              <a:t>which was </a:t>
            </a:r>
            <a:r>
              <a:rPr lang="en-US" altLang="zh-TW" sz="1000" dirty="0"/>
              <a:t>primarily due to the COVID-19 </a:t>
            </a:r>
            <a:r>
              <a:rPr lang="en-US" altLang="zh-TW" sz="1000" dirty="0" smtClean="0"/>
              <a:t>pandemic.</a:t>
            </a:r>
            <a:endParaRPr lang="en-US" altLang="zh-TW" sz="1000" dirty="0"/>
          </a:p>
          <a:p>
            <a:pPr marL="171450" indent="-171450">
              <a:buFont typeface="Arial" panose="020B0604020202020204" pitchFamily="34" charset="0"/>
              <a:buChar char="•"/>
            </a:pPr>
            <a:r>
              <a:rPr lang="en-US" altLang="zh-TW" sz="1000" dirty="0"/>
              <a:t>In October 2020, a </a:t>
            </a:r>
            <a:r>
              <a:rPr lang="en-US" altLang="zh-TW" sz="1000" dirty="0" smtClean="0"/>
              <a:t>scraping program was </a:t>
            </a:r>
            <a:r>
              <a:rPr lang="en-US" altLang="zh-TW" sz="1000" dirty="0"/>
              <a:t>launched to phase out </a:t>
            </a:r>
            <a:r>
              <a:rPr lang="en-US" altLang="zh-TW" sz="1000" dirty="0" smtClean="0"/>
              <a:t>Euro 4 </a:t>
            </a:r>
            <a:r>
              <a:rPr lang="en-US" altLang="zh-TW" sz="1000" dirty="0"/>
              <a:t>diesel </a:t>
            </a:r>
            <a:r>
              <a:rPr lang="en-US" altLang="zh-TW" sz="1000" dirty="0" smtClean="0"/>
              <a:t>CV </a:t>
            </a:r>
            <a:r>
              <a:rPr lang="en-US" altLang="zh-TW" sz="1000" dirty="0"/>
              <a:t>by the end of </a:t>
            </a:r>
            <a:r>
              <a:rPr lang="en-US" altLang="zh-TW" sz="1000" dirty="0" smtClean="0"/>
              <a:t>2027. </a:t>
            </a:r>
            <a:r>
              <a:rPr lang="en-US" altLang="zh-TW" sz="1000" dirty="0"/>
              <a:t>(Subsidy amount: HK$210K-250K</a:t>
            </a:r>
            <a:r>
              <a:rPr lang="en-US" altLang="zh-TW" sz="1000" dirty="0" smtClean="0"/>
              <a:t>)</a:t>
            </a:r>
          </a:p>
          <a:p>
            <a:pPr marL="171450" indent="-171450">
              <a:buFont typeface="Arial" panose="020B0604020202020204" pitchFamily="34" charset="0"/>
              <a:buChar char="•"/>
            </a:pPr>
            <a:endParaRPr lang="en-US" altLang="zh-TW" sz="1000" dirty="0"/>
          </a:p>
          <a:p>
            <a:r>
              <a:rPr lang="en-US" altLang="zh-TW" sz="1000" dirty="0" smtClean="0"/>
              <a:t>Market Size and share Trend</a:t>
            </a:r>
          </a:p>
          <a:p>
            <a:pPr marL="171450" indent="-171450">
              <a:buFont typeface="Arial" panose="020B0604020202020204" pitchFamily="34" charset="0"/>
              <a:buChar char="•"/>
            </a:pPr>
            <a:r>
              <a:rPr lang="en-US" altLang="zh-TW" sz="1000" dirty="0" smtClean="0"/>
              <a:t>By </a:t>
            </a:r>
            <a:r>
              <a:rPr lang="en-US" altLang="zh-TW" sz="1000" dirty="0"/>
              <a:t>2027, the overall market is projected to have approximately </a:t>
            </a:r>
            <a:r>
              <a:rPr lang="en-US" altLang="zh-TW" sz="1000" b="1" dirty="0" smtClean="0"/>
              <a:t>450-500</a:t>
            </a:r>
            <a:r>
              <a:rPr lang="en-US" altLang="zh-TW" sz="1000" dirty="0" smtClean="0"/>
              <a:t> </a:t>
            </a:r>
            <a:r>
              <a:rPr lang="en-US" altLang="zh-TW" sz="1000" dirty="0"/>
              <a:t>vehicle registrations annually. The main buyers will be those replacing Euro IV vehicles</a:t>
            </a:r>
            <a:r>
              <a:rPr lang="en-US" altLang="zh-TW" sz="1000" dirty="0" smtClean="0"/>
              <a:t>.</a:t>
            </a:r>
            <a:endParaRPr lang="en-US" altLang="zh-TW" sz="1000" dirty="0"/>
          </a:p>
          <a:p>
            <a:pPr marL="171450" indent="-171450">
              <a:buFont typeface="Arial" panose="020B0604020202020204" pitchFamily="34" charset="0"/>
              <a:buChar char="•"/>
            </a:pPr>
            <a:r>
              <a:rPr lang="en-US" altLang="zh-TW" sz="1000" dirty="0"/>
              <a:t>Currently, the market leader is Toyota Coaster. After 2020, following Toyota's discontinuation of LPG vehicles, FUSO began capturing Toyota's market share through diesel vehicles </a:t>
            </a:r>
            <a:r>
              <a:rPr lang="en-US" altLang="zh-TW" sz="1000" b="1" dirty="0"/>
              <a:t>(increasing from </a:t>
            </a:r>
            <a:r>
              <a:rPr lang="en-US" altLang="zh-TW" sz="1000" b="1" dirty="0" smtClean="0"/>
              <a:t>11.49% </a:t>
            </a:r>
            <a:r>
              <a:rPr lang="en-US" altLang="zh-TW" sz="1000" b="1" dirty="0"/>
              <a:t>to </a:t>
            </a:r>
            <a:r>
              <a:rPr lang="en-US" altLang="zh-TW" sz="1000" b="1" dirty="0" smtClean="0"/>
              <a:t>21.56% </a:t>
            </a:r>
            <a:r>
              <a:rPr lang="en-US" altLang="zh-TW" sz="1000" b="1" dirty="0"/>
              <a:t>between 2020-2024</a:t>
            </a:r>
            <a:r>
              <a:rPr lang="en-US" altLang="zh-TW" sz="1000" dirty="0" smtClean="0"/>
              <a:t>).</a:t>
            </a:r>
            <a:endParaRPr lang="en-US" altLang="zh-TW" sz="1000" dirty="0"/>
          </a:p>
          <a:p>
            <a:pPr marL="171450" indent="-171450">
              <a:buFont typeface="Arial" panose="020B0604020202020204" pitchFamily="34" charset="0"/>
              <a:buChar char="•"/>
            </a:pPr>
            <a:r>
              <a:rPr lang="en-US" altLang="zh-TW" sz="1000" dirty="0"/>
              <a:t>FUSO offers better active safety features, with a </a:t>
            </a:r>
            <a:r>
              <a:rPr lang="en-US" altLang="zh-TW" sz="1000" b="1" dirty="0"/>
              <a:t>price difference of 13%.</a:t>
            </a:r>
            <a:endParaRPr lang="zh-TW" altLang="en-US" sz="1000" b="1" dirty="0"/>
          </a:p>
        </p:txBody>
      </p:sp>
      <p:pic>
        <p:nvPicPr>
          <p:cNvPr id="9" name="圖片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102979"/>
            <a:ext cx="5602725" cy="3757345"/>
          </a:xfrm>
          <a:prstGeom prst="rect">
            <a:avLst/>
          </a:prstGeom>
        </p:spPr>
      </p:pic>
    </p:spTree>
    <p:extLst>
      <p:ext uri="{BB962C8B-B14F-4D97-AF65-F5344CB8AC3E}">
        <p14:creationId xmlns:p14="http://schemas.microsoft.com/office/powerpoint/2010/main" val="21303325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p:cNvSpPr>
            <a:spLocks noGrp="1"/>
          </p:cNvSpPr>
          <p:nvPr>
            <p:ph type="sldNum" sz="quarter" idx="12"/>
          </p:nvPr>
        </p:nvSpPr>
        <p:spPr/>
        <p:txBody>
          <a:bodyPr/>
          <a:lstStyle/>
          <a:p>
            <a:fld id="{2CF79176-4570-41BD-A306-9B768E284BF0}" type="slidenum">
              <a:rPr lang="zh-TW" altLang="en-US" smtClean="0"/>
              <a:t>4</a:t>
            </a:fld>
            <a:endParaRPr lang="zh-TW" altLang="en-US"/>
          </a:p>
        </p:txBody>
      </p:sp>
      <p:sp>
        <p:nvSpPr>
          <p:cNvPr id="3" name="TextBox 28">
            <a:extLst>
              <a:ext uri="{FF2B5EF4-FFF2-40B4-BE49-F238E27FC236}">
                <a16:creationId xmlns:a16="http://schemas.microsoft.com/office/drawing/2014/main" id="{D4959236-A4F8-4BC9-B3BC-28395854E219}"/>
              </a:ext>
            </a:extLst>
          </p:cNvPr>
          <p:cNvSpPr txBox="1"/>
          <p:nvPr/>
        </p:nvSpPr>
        <p:spPr>
          <a:xfrm>
            <a:off x="428238" y="795202"/>
            <a:ext cx="7932943" cy="307777"/>
          </a:xfrm>
          <a:prstGeom prst="rect">
            <a:avLst/>
          </a:prstGeom>
          <a:noFill/>
        </p:spPr>
        <p:txBody>
          <a:bodyPr wrap="square" lIns="0" rIns="0" rtlCol="0" anchor="b">
            <a:spAutoFit/>
          </a:bodyPr>
          <a:lstStyle/>
          <a:p>
            <a:pPr lvl="0" algn="ctr">
              <a:defRPr/>
            </a:pPr>
            <a:r>
              <a:rPr lang="en-US" altLang="zh-TW" sz="1400" b="1" dirty="0">
                <a:solidFill>
                  <a:prstClr val="black"/>
                </a:solidFill>
                <a:latin typeface="Calibri" panose="020F0502020204030204" pitchFamily="34" charset="0"/>
              </a:rPr>
              <a:t>Key Dealer in </a:t>
            </a:r>
            <a:r>
              <a:rPr lang="en-US" altLang="zh-TW" sz="1400" b="1" dirty="0" smtClean="0">
                <a:solidFill>
                  <a:prstClr val="black"/>
                </a:solidFill>
                <a:latin typeface="Calibri" panose="020F0502020204030204" pitchFamily="34" charset="0"/>
              </a:rPr>
              <a:t>HK</a:t>
            </a:r>
            <a:endParaRPr lang="en-US" altLang="zh-TW" sz="1400" b="1" dirty="0">
              <a:solidFill>
                <a:prstClr val="black"/>
              </a:solidFill>
              <a:latin typeface="Calibri" panose="020F0502020204030204" pitchFamily="34" charset="0"/>
            </a:endParaRPr>
          </a:p>
        </p:txBody>
      </p:sp>
      <p:graphicFrame>
        <p:nvGraphicFramePr>
          <p:cNvPr id="5" name="表格 4"/>
          <p:cNvGraphicFramePr>
            <a:graphicFrameLocks noGrp="1"/>
          </p:cNvGraphicFramePr>
          <p:nvPr>
            <p:extLst>
              <p:ext uri="{D42A27DB-BD31-4B8C-83A1-F6EECF244321}">
                <p14:modId xmlns:p14="http://schemas.microsoft.com/office/powerpoint/2010/main" val="2958687966"/>
              </p:ext>
            </p:extLst>
          </p:nvPr>
        </p:nvGraphicFramePr>
        <p:xfrm>
          <a:off x="191620" y="1355266"/>
          <a:ext cx="8768356" cy="2746089"/>
        </p:xfrm>
        <a:graphic>
          <a:graphicData uri="http://schemas.openxmlformats.org/drawingml/2006/table">
            <a:tbl>
              <a:tblPr/>
              <a:tblGrid>
                <a:gridCol w="1364216">
                  <a:extLst>
                    <a:ext uri="{9D8B030D-6E8A-4147-A177-3AD203B41FA5}">
                      <a16:colId xmlns:a16="http://schemas.microsoft.com/office/drawing/2014/main" val="2287284538"/>
                    </a:ext>
                  </a:extLst>
                </a:gridCol>
                <a:gridCol w="1794037">
                  <a:extLst>
                    <a:ext uri="{9D8B030D-6E8A-4147-A177-3AD203B41FA5}">
                      <a16:colId xmlns:a16="http://schemas.microsoft.com/office/drawing/2014/main" val="817905153"/>
                    </a:ext>
                  </a:extLst>
                </a:gridCol>
                <a:gridCol w="2344956">
                  <a:extLst>
                    <a:ext uri="{9D8B030D-6E8A-4147-A177-3AD203B41FA5}">
                      <a16:colId xmlns:a16="http://schemas.microsoft.com/office/drawing/2014/main" val="1138588654"/>
                    </a:ext>
                  </a:extLst>
                </a:gridCol>
                <a:gridCol w="3265147">
                  <a:extLst>
                    <a:ext uri="{9D8B030D-6E8A-4147-A177-3AD203B41FA5}">
                      <a16:colId xmlns:a16="http://schemas.microsoft.com/office/drawing/2014/main" val="4152934757"/>
                    </a:ext>
                  </a:extLst>
                </a:gridCol>
              </a:tblGrid>
              <a:tr h="167817">
                <a:tc>
                  <a:txBody>
                    <a:bodyPr/>
                    <a:lstStyle/>
                    <a:p>
                      <a:pPr algn="ctr" fontAlgn="ctr"/>
                      <a:r>
                        <a:rPr lang="en-US" sz="900" b="1" i="0" u="none" strike="noStrike">
                          <a:solidFill>
                            <a:srgbClr val="000000"/>
                          </a:solidFill>
                          <a:effectLst/>
                          <a:latin typeface="Microsoft JhengHei" panose="020B0604030504040204" pitchFamily="34" charset="-120"/>
                          <a:ea typeface="Microsoft JhengHei" panose="020B0604030504040204" pitchFamily="34" charset="-120"/>
                        </a:rPr>
                        <a:t>Brand</a:t>
                      </a:r>
                    </a:p>
                  </a:txBody>
                  <a:tcPr marL="6936" marR="6936" marT="69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1" i="0" u="none" strike="noStrike">
                          <a:solidFill>
                            <a:srgbClr val="000000"/>
                          </a:solidFill>
                          <a:effectLst/>
                          <a:latin typeface="Microsoft JhengHei" panose="020B0604030504040204" pitchFamily="34" charset="-120"/>
                          <a:ea typeface="Microsoft JhengHei" panose="020B0604030504040204" pitchFamily="34" charset="-120"/>
                        </a:rPr>
                        <a:t>Dealer</a:t>
                      </a:r>
                    </a:p>
                  </a:txBody>
                  <a:tcPr marL="6936" marR="6936" marT="69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1" i="0" u="none" strike="noStrike" dirty="0" smtClean="0">
                          <a:solidFill>
                            <a:srgbClr val="000000"/>
                          </a:solidFill>
                          <a:effectLst/>
                          <a:latin typeface="Microsoft JhengHei" panose="020B0604030504040204" pitchFamily="34" charset="-120"/>
                          <a:ea typeface="Microsoft JhengHei" panose="020B0604030504040204" pitchFamily="34" charset="-120"/>
                        </a:rPr>
                        <a:t>201</a:t>
                      </a:r>
                      <a:r>
                        <a:rPr lang="en-US" altLang="zh-TW" sz="900" b="1" i="0" u="none" strike="noStrike" dirty="0" smtClean="0">
                          <a:solidFill>
                            <a:srgbClr val="000000"/>
                          </a:solidFill>
                          <a:effectLst/>
                          <a:latin typeface="Microsoft JhengHei" panose="020B0604030504040204" pitchFamily="34" charset="-120"/>
                          <a:ea typeface="Microsoft JhengHei" panose="020B0604030504040204" pitchFamily="34" charset="-120"/>
                        </a:rPr>
                        <a:t>807</a:t>
                      </a:r>
                      <a:r>
                        <a:rPr lang="en-US" sz="900" b="1" i="0" u="none" strike="noStrike" dirty="0" smtClean="0">
                          <a:solidFill>
                            <a:srgbClr val="000000"/>
                          </a:solidFill>
                          <a:effectLst/>
                          <a:latin typeface="Microsoft JhengHei" panose="020B0604030504040204" pitchFamily="34" charset="-120"/>
                          <a:ea typeface="Microsoft JhengHei" panose="020B0604030504040204" pitchFamily="34" charset="-120"/>
                        </a:rPr>
                        <a:t>-202</a:t>
                      </a:r>
                      <a:r>
                        <a:rPr lang="en-US" altLang="zh-TW" sz="900" b="1" i="0" u="none" strike="noStrike" dirty="0" smtClean="0">
                          <a:solidFill>
                            <a:srgbClr val="000000"/>
                          </a:solidFill>
                          <a:effectLst/>
                          <a:latin typeface="Microsoft JhengHei" panose="020B0604030504040204" pitchFamily="34" charset="-120"/>
                          <a:ea typeface="Microsoft JhengHei" panose="020B0604030504040204" pitchFamily="34" charset="-120"/>
                        </a:rPr>
                        <a:t>503</a:t>
                      </a:r>
                      <a:r>
                        <a:rPr lang="en-US" sz="900" b="1" i="0" u="none" strike="noStrike" dirty="0" smtClean="0">
                          <a:solidFill>
                            <a:srgbClr val="000000"/>
                          </a:solidFill>
                          <a:effectLst/>
                          <a:latin typeface="Microsoft JhengHei" panose="020B0604030504040204" pitchFamily="34" charset="-120"/>
                          <a:ea typeface="Microsoft JhengHei" panose="020B0604030504040204" pitchFamily="34" charset="-120"/>
                        </a:rPr>
                        <a:t> </a:t>
                      </a:r>
                      <a:r>
                        <a:rPr lang="en-US" sz="900" b="1" i="0" u="none" strike="noStrike" dirty="0">
                          <a:solidFill>
                            <a:srgbClr val="000000"/>
                          </a:solidFill>
                          <a:effectLst/>
                          <a:latin typeface="Microsoft JhengHei" panose="020B0604030504040204" pitchFamily="34" charset="-120"/>
                          <a:ea typeface="Microsoft JhengHei" panose="020B0604030504040204" pitchFamily="34" charset="-120"/>
                        </a:rPr>
                        <a:t>Registration Quantity</a:t>
                      </a:r>
                    </a:p>
                  </a:txBody>
                  <a:tcPr marL="6936" marR="6936" marT="69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1" i="0" u="none" strike="noStrike">
                          <a:solidFill>
                            <a:srgbClr val="000000"/>
                          </a:solidFill>
                          <a:effectLst/>
                          <a:latin typeface="Microsoft JhengHei" panose="020B0604030504040204" pitchFamily="34" charset="-120"/>
                          <a:ea typeface="Microsoft JhengHei" panose="020B0604030504040204" pitchFamily="34" charset="-120"/>
                        </a:rPr>
                        <a:t>Company Link</a:t>
                      </a:r>
                    </a:p>
                  </a:txBody>
                  <a:tcPr marL="6936" marR="6936" marT="69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20606503"/>
                  </a:ext>
                </a:extLst>
              </a:tr>
              <a:tr h="300544">
                <a:tc>
                  <a:txBody>
                    <a:bodyPr/>
                    <a:lstStyle/>
                    <a:p>
                      <a:pPr algn="ctr" fontAlgn="ctr"/>
                      <a:r>
                        <a:rPr lang="en-US" sz="900" b="0" i="0" u="none" strike="noStrike">
                          <a:solidFill>
                            <a:srgbClr val="000000"/>
                          </a:solidFill>
                          <a:effectLst/>
                          <a:latin typeface="Microsoft JhengHei" panose="020B0604030504040204" pitchFamily="34" charset="-120"/>
                          <a:ea typeface="Microsoft JhengHei" panose="020B0604030504040204" pitchFamily="34" charset="-120"/>
                        </a:rPr>
                        <a:t>Toyota</a:t>
                      </a:r>
                    </a:p>
                  </a:txBody>
                  <a:tcPr marL="6936" marR="6936" marT="69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Microsoft JhengHei" panose="020B0604030504040204" pitchFamily="34" charset="-120"/>
                          <a:ea typeface="Microsoft JhengHei" panose="020B0604030504040204" pitchFamily="34" charset="-120"/>
                        </a:rPr>
                        <a:t>Crown Motors</a:t>
                      </a:r>
                    </a:p>
                  </a:txBody>
                  <a:tcPr marL="6936" marR="6936" marT="69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685800" rtl="0" eaLnBrk="1" fontAlgn="ctr" latinLnBrk="0" hangingPunct="1"/>
                      <a:r>
                        <a:rPr lang="en-US" altLang="zh-TW" sz="900" b="0" i="0" u="none" strike="noStrike" kern="1200" dirty="0">
                          <a:solidFill>
                            <a:srgbClr val="000000"/>
                          </a:solidFill>
                          <a:effectLst/>
                          <a:latin typeface="Microsoft JhengHei" panose="020B0604030504040204" pitchFamily="34" charset="-120"/>
                          <a:ea typeface="Microsoft JhengHei" panose="020B0604030504040204" pitchFamily="34" charset="-120"/>
                          <a:cs typeface="+mn-cs"/>
                        </a:rPr>
                        <a:t>2145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sng" strike="noStrike" dirty="0">
                          <a:solidFill>
                            <a:srgbClr val="0563C1"/>
                          </a:solidFill>
                          <a:effectLst/>
                          <a:latin typeface="Microsoft JhengHei" panose="020B0604030504040204" pitchFamily="34" charset="-120"/>
                          <a:ea typeface="Microsoft JhengHei" panose="020B0604030504040204" pitchFamily="34" charset="-120"/>
                          <a:hlinkClick r:id="rId3"/>
                        </a:rPr>
                        <a:t>https://www.toyota.com.hk</a:t>
                      </a:r>
                      <a:endParaRPr lang="en-US" sz="900" b="0" i="0" u="sng" strike="noStrike" dirty="0">
                        <a:solidFill>
                          <a:srgbClr val="0563C1"/>
                        </a:solidFill>
                        <a:effectLst/>
                        <a:latin typeface="Microsoft JhengHei" panose="020B0604030504040204" pitchFamily="34" charset="-120"/>
                        <a:ea typeface="Microsoft JhengHei" panose="020B0604030504040204" pitchFamily="34" charset="-120"/>
                      </a:endParaRPr>
                    </a:p>
                  </a:txBody>
                  <a:tcPr marL="6936" marR="6936" marT="69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00813066"/>
                  </a:ext>
                </a:extLst>
              </a:tr>
              <a:tr h="739918">
                <a:tc>
                  <a:txBody>
                    <a:bodyPr/>
                    <a:lstStyle/>
                    <a:p>
                      <a:pPr algn="ctr" fontAlgn="ctr"/>
                      <a:r>
                        <a:rPr lang="en-US" sz="900" b="0" i="0" u="none" strike="noStrike">
                          <a:solidFill>
                            <a:srgbClr val="000000"/>
                          </a:solidFill>
                          <a:effectLst/>
                          <a:latin typeface="Microsoft JhengHei" panose="020B0604030504040204" pitchFamily="34" charset="-120"/>
                          <a:ea typeface="Microsoft JhengHei" panose="020B0604030504040204" pitchFamily="34" charset="-120"/>
                        </a:rPr>
                        <a:t>Mitsubishi Fuso</a:t>
                      </a:r>
                    </a:p>
                  </a:txBody>
                  <a:tcPr marL="6936" marR="6936" marT="69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TW" altLang="en-US" sz="900" b="0" i="0" u="none" strike="noStrike" dirty="0">
                          <a:solidFill>
                            <a:srgbClr val="000000"/>
                          </a:solidFill>
                          <a:effectLst/>
                          <a:latin typeface="Microsoft JhengHei" panose="020B0604030504040204" pitchFamily="34" charset="-120"/>
                          <a:ea typeface="Microsoft JhengHei" panose="020B0604030504040204" pitchFamily="34" charset="-120"/>
                        </a:rPr>
                        <a:t>環宇汽車有限公司</a:t>
                      </a:r>
                    </a:p>
                  </a:txBody>
                  <a:tcPr marL="6936" marR="6936" marT="69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685800" rtl="0" eaLnBrk="1" fontAlgn="ctr" latinLnBrk="0" hangingPunct="1"/>
                      <a:r>
                        <a:rPr lang="en-US" altLang="zh-TW" sz="900" b="0" i="0" u="none" strike="noStrike" kern="1200" dirty="0">
                          <a:solidFill>
                            <a:srgbClr val="000000"/>
                          </a:solidFill>
                          <a:effectLst/>
                          <a:latin typeface="Microsoft JhengHei" panose="020B0604030504040204" pitchFamily="34" charset="-120"/>
                          <a:ea typeface="Microsoft JhengHei" panose="020B0604030504040204" pitchFamily="34" charset="-120"/>
                          <a:cs typeface="+mn-cs"/>
                        </a:rPr>
                        <a:t>235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sng" strike="noStrike" dirty="0">
                          <a:solidFill>
                            <a:srgbClr val="0563C1"/>
                          </a:solidFill>
                          <a:effectLst/>
                          <a:latin typeface="Microsoft JhengHei" panose="020B0604030504040204" pitchFamily="34" charset="-120"/>
                          <a:ea typeface="Microsoft JhengHei" panose="020B0604030504040204" pitchFamily="34" charset="-120"/>
                          <a:hlinkClick r:id="rId4"/>
                        </a:rPr>
                        <a:t>https://www.mitsubishi-fuso.com.hk/about-us/corporate-profile/universal-cars-ltd/</a:t>
                      </a:r>
                      <a:endParaRPr lang="en-US" sz="900" b="0" i="0" u="sng" strike="noStrike" dirty="0">
                        <a:solidFill>
                          <a:srgbClr val="0563C1"/>
                        </a:solidFill>
                        <a:effectLst/>
                        <a:latin typeface="Microsoft JhengHei" panose="020B0604030504040204" pitchFamily="34" charset="-120"/>
                        <a:ea typeface="Microsoft JhengHei" panose="020B0604030504040204" pitchFamily="34" charset="-120"/>
                      </a:endParaRPr>
                    </a:p>
                  </a:txBody>
                  <a:tcPr marL="6936" marR="6936" marT="69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30023681"/>
                  </a:ext>
                </a:extLst>
              </a:tr>
              <a:tr h="300544">
                <a:tc>
                  <a:txBody>
                    <a:bodyPr/>
                    <a:lstStyle/>
                    <a:p>
                      <a:pPr algn="ctr" fontAlgn="ctr"/>
                      <a:r>
                        <a:rPr lang="en-US" sz="900" b="0" i="0" u="none" strike="noStrike">
                          <a:solidFill>
                            <a:srgbClr val="000000"/>
                          </a:solidFill>
                          <a:effectLst/>
                          <a:latin typeface="Microsoft JhengHei" panose="020B0604030504040204" pitchFamily="34" charset="-120"/>
                          <a:ea typeface="Microsoft JhengHei" panose="020B0604030504040204" pitchFamily="34" charset="-120"/>
                        </a:rPr>
                        <a:t>GMI</a:t>
                      </a:r>
                    </a:p>
                  </a:txBody>
                  <a:tcPr marL="6936" marR="6936" marT="69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TW" altLang="en-US" sz="900" b="0" i="0" u="none" strike="noStrike" dirty="0">
                          <a:solidFill>
                            <a:srgbClr val="000000"/>
                          </a:solidFill>
                          <a:effectLst/>
                          <a:latin typeface="Microsoft JhengHei" panose="020B0604030504040204" pitchFamily="34" charset="-120"/>
                          <a:ea typeface="Microsoft JhengHei" panose="020B0604030504040204" pitchFamily="34" charset="-120"/>
                        </a:rPr>
                        <a:t>本地品牌</a:t>
                      </a:r>
                    </a:p>
                  </a:txBody>
                  <a:tcPr marL="6936" marR="6936" marT="69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685800" rtl="0" eaLnBrk="1" fontAlgn="ctr" latinLnBrk="0" hangingPunct="1"/>
                      <a:r>
                        <a:rPr lang="en-US" altLang="zh-TW" sz="900" b="0" i="0" u="none" strike="noStrike" kern="1200" dirty="0">
                          <a:solidFill>
                            <a:srgbClr val="000000"/>
                          </a:solidFill>
                          <a:effectLst/>
                          <a:latin typeface="Microsoft JhengHei" panose="020B0604030504040204" pitchFamily="34" charset="-120"/>
                          <a:ea typeface="Microsoft JhengHei" panose="020B0604030504040204" pitchFamily="34" charset="-120"/>
                          <a:cs typeface="+mn-cs"/>
                        </a:rPr>
                        <a:t>24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sng" strike="noStrike">
                          <a:solidFill>
                            <a:srgbClr val="0563C1"/>
                          </a:solidFill>
                          <a:effectLst/>
                          <a:latin typeface="Microsoft JhengHei" panose="020B0604030504040204" pitchFamily="34" charset="-120"/>
                          <a:ea typeface="Microsoft JhengHei" panose="020B0604030504040204" pitchFamily="34" charset="-120"/>
                          <a:hlinkClick r:id="rId5"/>
                        </a:rPr>
                        <a:t>http://www.gmi-hk.com/zh-hant/</a:t>
                      </a:r>
                      <a:endParaRPr lang="en-US" sz="900" b="0" i="0" u="sng" strike="noStrike">
                        <a:solidFill>
                          <a:srgbClr val="0563C1"/>
                        </a:solidFill>
                        <a:effectLst/>
                        <a:latin typeface="Microsoft JhengHei" panose="020B0604030504040204" pitchFamily="34" charset="-120"/>
                        <a:ea typeface="Microsoft JhengHei" panose="020B0604030504040204" pitchFamily="34" charset="-120"/>
                      </a:endParaRPr>
                    </a:p>
                  </a:txBody>
                  <a:tcPr marL="6936" marR="6936" marT="69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8242712"/>
                  </a:ext>
                </a:extLst>
              </a:tr>
              <a:tr h="300544">
                <a:tc>
                  <a:txBody>
                    <a:bodyPr/>
                    <a:lstStyle/>
                    <a:p>
                      <a:pPr algn="ctr" fontAlgn="ctr"/>
                      <a:r>
                        <a:rPr lang="en-US" sz="900" b="0" i="0" u="none" strike="noStrike">
                          <a:solidFill>
                            <a:srgbClr val="000000"/>
                          </a:solidFill>
                          <a:effectLst/>
                          <a:latin typeface="Microsoft JhengHei" panose="020B0604030504040204" pitchFamily="34" charset="-120"/>
                          <a:ea typeface="Microsoft JhengHei" panose="020B0604030504040204" pitchFamily="34" charset="-120"/>
                        </a:rPr>
                        <a:t>Golden Dragon</a:t>
                      </a:r>
                    </a:p>
                  </a:txBody>
                  <a:tcPr marL="6936" marR="6936" marT="69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TW" altLang="en-US" sz="900" b="0" i="0" u="none" strike="noStrike" dirty="0">
                          <a:solidFill>
                            <a:srgbClr val="000000"/>
                          </a:solidFill>
                          <a:effectLst/>
                          <a:latin typeface="Microsoft JhengHei" panose="020B0604030504040204" pitchFamily="34" charset="-120"/>
                          <a:ea typeface="Microsoft JhengHei" panose="020B0604030504040204" pitchFamily="34" charset="-120"/>
                        </a:rPr>
                        <a:t>億達動力科技有限公司</a:t>
                      </a:r>
                    </a:p>
                  </a:txBody>
                  <a:tcPr marL="6936" marR="6936" marT="69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685800" rtl="0" eaLnBrk="1" fontAlgn="ctr" latinLnBrk="0" hangingPunct="1"/>
                      <a:r>
                        <a:rPr lang="en-US" altLang="zh-TW" sz="900" b="0" i="0" u="none" strike="noStrike" kern="1200" dirty="0">
                          <a:solidFill>
                            <a:srgbClr val="000000"/>
                          </a:solidFill>
                          <a:effectLst/>
                          <a:latin typeface="Microsoft JhengHei" panose="020B0604030504040204" pitchFamily="34" charset="-120"/>
                          <a:ea typeface="Microsoft JhengHei" panose="020B0604030504040204" pitchFamily="34" charset="-120"/>
                          <a:cs typeface="+mn-cs"/>
                        </a:rPr>
                        <a:t>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sng" strike="noStrike">
                          <a:solidFill>
                            <a:srgbClr val="0563C1"/>
                          </a:solidFill>
                          <a:effectLst/>
                          <a:latin typeface="Microsoft JhengHei" panose="020B0604030504040204" pitchFamily="34" charset="-120"/>
                          <a:ea typeface="Microsoft JhengHei" panose="020B0604030504040204" pitchFamily="34" charset="-120"/>
                          <a:hlinkClick r:id="rId6"/>
                        </a:rPr>
                        <a:t>https://www.vertecmotors.com/zh-Hant/</a:t>
                      </a:r>
                      <a:endParaRPr lang="en-US" sz="900" b="0" i="0" u="sng" strike="noStrike">
                        <a:solidFill>
                          <a:srgbClr val="0563C1"/>
                        </a:solidFill>
                        <a:effectLst/>
                        <a:latin typeface="Microsoft JhengHei" panose="020B0604030504040204" pitchFamily="34" charset="-120"/>
                        <a:ea typeface="Microsoft JhengHei" panose="020B0604030504040204" pitchFamily="34" charset="-120"/>
                      </a:endParaRPr>
                    </a:p>
                  </a:txBody>
                  <a:tcPr marL="6936" marR="6936" marT="69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72629293"/>
                  </a:ext>
                </a:extLst>
              </a:tr>
              <a:tr h="167817">
                <a:tc>
                  <a:txBody>
                    <a:bodyPr/>
                    <a:lstStyle/>
                    <a:p>
                      <a:pPr algn="ctr" fontAlgn="ctr"/>
                      <a:r>
                        <a:rPr lang="en-US" sz="900" b="0" i="0" u="none" strike="noStrike">
                          <a:solidFill>
                            <a:srgbClr val="000000"/>
                          </a:solidFill>
                          <a:effectLst/>
                          <a:latin typeface="Microsoft JhengHei" panose="020B0604030504040204" pitchFamily="34" charset="-120"/>
                          <a:ea typeface="Microsoft JhengHei" panose="020B0604030504040204" pitchFamily="34" charset="-120"/>
                        </a:rPr>
                        <a:t>Isuzu</a:t>
                      </a:r>
                    </a:p>
                  </a:txBody>
                  <a:tcPr marL="6936" marR="6936" marT="69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Microsoft JhengHei" panose="020B0604030504040204" pitchFamily="34" charset="-120"/>
                          <a:ea typeface="Microsoft JhengHei" panose="020B0604030504040204" pitchFamily="34" charset="-120"/>
                        </a:rPr>
                        <a:t>Dah Chong Hong</a:t>
                      </a:r>
                    </a:p>
                  </a:txBody>
                  <a:tcPr marL="6936" marR="6936" marT="69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685800" rtl="0" eaLnBrk="1" fontAlgn="ctr" latinLnBrk="0" hangingPunct="1"/>
                      <a:r>
                        <a:rPr lang="en-US" altLang="zh-TW" sz="900" b="0" i="0" u="none" strike="noStrike" kern="1200" dirty="0">
                          <a:solidFill>
                            <a:srgbClr val="000000"/>
                          </a:solidFill>
                          <a:effectLst/>
                          <a:latin typeface="Microsoft JhengHei" panose="020B0604030504040204" pitchFamily="34" charset="-120"/>
                          <a:ea typeface="Microsoft JhengHei" panose="020B0604030504040204" pitchFamily="34" charset="-120"/>
                          <a:cs typeface="+mn-cs"/>
                        </a:rPr>
                        <a:t>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sng" strike="noStrike">
                          <a:solidFill>
                            <a:srgbClr val="0563C1"/>
                          </a:solidFill>
                          <a:effectLst/>
                          <a:latin typeface="Microsoft JhengHei" panose="020B0604030504040204" pitchFamily="34" charset="-120"/>
                          <a:ea typeface="Microsoft JhengHei" panose="020B0604030504040204" pitchFamily="34" charset="-120"/>
                          <a:hlinkClick r:id="rId7"/>
                        </a:rPr>
                        <a:t>https://www.dch.com.hk</a:t>
                      </a:r>
                      <a:endParaRPr lang="en-US" sz="900" b="0" i="0" u="sng" strike="noStrike">
                        <a:solidFill>
                          <a:srgbClr val="0563C1"/>
                        </a:solidFill>
                        <a:effectLst/>
                        <a:latin typeface="Microsoft JhengHei" panose="020B0604030504040204" pitchFamily="34" charset="-120"/>
                        <a:ea typeface="Microsoft JhengHei" panose="020B0604030504040204" pitchFamily="34" charset="-120"/>
                      </a:endParaRPr>
                    </a:p>
                  </a:txBody>
                  <a:tcPr marL="6936" marR="6936" marT="69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91727533"/>
                  </a:ext>
                </a:extLst>
              </a:tr>
              <a:tr h="300544">
                <a:tc>
                  <a:txBody>
                    <a:bodyPr/>
                    <a:lstStyle/>
                    <a:p>
                      <a:pPr algn="ctr" fontAlgn="ctr"/>
                      <a:r>
                        <a:rPr lang="en-US" sz="900" b="0" i="0" u="none" strike="noStrike">
                          <a:solidFill>
                            <a:srgbClr val="000000"/>
                          </a:solidFill>
                          <a:effectLst/>
                          <a:latin typeface="Microsoft JhengHei" panose="020B0604030504040204" pitchFamily="34" charset="-120"/>
                          <a:ea typeface="Microsoft JhengHei" panose="020B0604030504040204" pitchFamily="34" charset="-120"/>
                        </a:rPr>
                        <a:t>MAN</a:t>
                      </a:r>
                    </a:p>
                  </a:txBody>
                  <a:tcPr marL="6936" marR="6936" marT="69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Microsoft JhengHei" panose="020B0604030504040204" pitchFamily="34" charset="-120"/>
                          <a:ea typeface="Microsoft JhengHei" panose="020B0604030504040204" pitchFamily="34" charset="-120"/>
                        </a:rPr>
                        <a:t>MAN Truck &amp; Bus</a:t>
                      </a:r>
                    </a:p>
                  </a:txBody>
                  <a:tcPr marL="6936" marR="6936" marT="69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685800" rtl="0" eaLnBrk="1" fontAlgn="ctr" latinLnBrk="0" hangingPunct="1"/>
                      <a:r>
                        <a:rPr lang="en-US" altLang="zh-TW" sz="900" b="0" i="0" u="none" strike="noStrike" kern="1200" dirty="0">
                          <a:solidFill>
                            <a:srgbClr val="000000"/>
                          </a:solidFill>
                          <a:effectLst/>
                          <a:latin typeface="Microsoft JhengHei" panose="020B0604030504040204" pitchFamily="34" charset="-120"/>
                          <a:ea typeface="Microsoft JhengHei" panose="020B0604030504040204" pitchFamily="34" charset="-120"/>
                          <a:cs typeface="+mn-cs"/>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sng" strike="noStrike">
                          <a:solidFill>
                            <a:srgbClr val="0563C1"/>
                          </a:solidFill>
                          <a:effectLst/>
                          <a:latin typeface="Microsoft JhengHei" panose="020B0604030504040204" pitchFamily="34" charset="-120"/>
                          <a:ea typeface="Microsoft JhengHei" panose="020B0604030504040204" pitchFamily="34" charset="-120"/>
                          <a:hlinkClick r:id="rId8"/>
                        </a:rPr>
                        <a:t>https://www.mantruckandbus.com</a:t>
                      </a:r>
                      <a:endParaRPr lang="en-US" sz="900" b="0" i="0" u="sng" strike="noStrike">
                        <a:solidFill>
                          <a:srgbClr val="0563C1"/>
                        </a:solidFill>
                        <a:effectLst/>
                        <a:latin typeface="Microsoft JhengHei" panose="020B0604030504040204" pitchFamily="34" charset="-120"/>
                        <a:ea typeface="Microsoft JhengHei" panose="020B0604030504040204" pitchFamily="34" charset="-120"/>
                      </a:endParaRPr>
                    </a:p>
                  </a:txBody>
                  <a:tcPr marL="6936" marR="6936" marT="69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26685178"/>
                  </a:ext>
                </a:extLst>
              </a:tr>
              <a:tr h="167817">
                <a:tc>
                  <a:txBody>
                    <a:bodyPr/>
                    <a:lstStyle/>
                    <a:p>
                      <a:pPr algn="ctr" fontAlgn="ctr"/>
                      <a:r>
                        <a:rPr lang="en-US" sz="900" b="0" i="0" u="none" strike="noStrike">
                          <a:solidFill>
                            <a:srgbClr val="000000"/>
                          </a:solidFill>
                          <a:effectLst/>
                          <a:latin typeface="Microsoft JhengHei" panose="020B0604030504040204" pitchFamily="34" charset="-120"/>
                          <a:ea typeface="Microsoft JhengHei" panose="020B0604030504040204" pitchFamily="34" charset="-120"/>
                        </a:rPr>
                        <a:t>Ford</a:t>
                      </a:r>
                    </a:p>
                  </a:txBody>
                  <a:tcPr marL="6936" marR="6936" marT="69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none" strike="noStrike" dirty="0">
                          <a:solidFill>
                            <a:srgbClr val="000000"/>
                          </a:solidFill>
                          <a:effectLst/>
                          <a:latin typeface="Microsoft JhengHei" panose="020B0604030504040204" pitchFamily="34" charset="-120"/>
                          <a:ea typeface="Microsoft JhengHei" panose="020B0604030504040204" pitchFamily="34" charset="-120"/>
                        </a:rPr>
                        <a:t>Ford Hong Kong</a:t>
                      </a:r>
                    </a:p>
                  </a:txBody>
                  <a:tcPr marL="6936" marR="6936" marT="69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685800" rtl="0" eaLnBrk="1" fontAlgn="ctr" latinLnBrk="0" hangingPunct="1"/>
                      <a:r>
                        <a:rPr lang="en-US" altLang="zh-TW" sz="900" b="0" i="0" u="none" strike="noStrike" kern="1200" dirty="0">
                          <a:solidFill>
                            <a:srgbClr val="000000"/>
                          </a:solidFill>
                          <a:effectLst/>
                          <a:latin typeface="Microsoft JhengHei" panose="020B0604030504040204" pitchFamily="34" charset="-120"/>
                          <a:ea typeface="Microsoft JhengHei" panose="020B0604030504040204" pitchFamily="34" charset="-120"/>
                          <a:cs typeface="+mn-cs"/>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sng" strike="noStrike">
                          <a:solidFill>
                            <a:srgbClr val="0563C1"/>
                          </a:solidFill>
                          <a:effectLst/>
                          <a:latin typeface="Microsoft JhengHei" panose="020B0604030504040204" pitchFamily="34" charset="-120"/>
                          <a:ea typeface="Microsoft JhengHei" panose="020B0604030504040204" pitchFamily="34" charset="-120"/>
                          <a:hlinkClick r:id="rId9"/>
                        </a:rPr>
                        <a:t>https://www.ford.com.hk</a:t>
                      </a:r>
                      <a:endParaRPr lang="en-US" sz="900" b="0" i="0" u="sng" strike="noStrike">
                        <a:solidFill>
                          <a:srgbClr val="0563C1"/>
                        </a:solidFill>
                        <a:effectLst/>
                        <a:latin typeface="Microsoft JhengHei" panose="020B0604030504040204" pitchFamily="34" charset="-120"/>
                        <a:ea typeface="Microsoft JhengHei" panose="020B0604030504040204" pitchFamily="34" charset="-120"/>
                      </a:endParaRPr>
                    </a:p>
                  </a:txBody>
                  <a:tcPr marL="6936" marR="6936" marT="69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63748186"/>
                  </a:ext>
                </a:extLst>
              </a:tr>
              <a:tr h="300544">
                <a:tc>
                  <a:txBody>
                    <a:bodyPr/>
                    <a:lstStyle/>
                    <a:p>
                      <a:pPr algn="ctr" fontAlgn="ctr"/>
                      <a:r>
                        <a:rPr lang="en-US" sz="900" b="0" i="0" u="none" strike="noStrike">
                          <a:solidFill>
                            <a:srgbClr val="000000"/>
                          </a:solidFill>
                          <a:effectLst/>
                          <a:latin typeface="Microsoft JhengHei" panose="020B0604030504040204" pitchFamily="34" charset="-120"/>
                          <a:ea typeface="Microsoft JhengHei" panose="020B0604030504040204" pitchFamily="34" charset="-120"/>
                        </a:rPr>
                        <a:t>Mercedes-Benz</a:t>
                      </a:r>
                    </a:p>
                  </a:txBody>
                  <a:tcPr marL="6936" marR="6936" marT="69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TW" altLang="en-US" sz="900" b="0" i="0" u="none" strike="noStrike" dirty="0">
                          <a:solidFill>
                            <a:srgbClr val="000000"/>
                          </a:solidFill>
                          <a:effectLst/>
                          <a:latin typeface="Microsoft JhengHei" panose="020B0604030504040204" pitchFamily="34" charset="-120"/>
                          <a:ea typeface="Microsoft JhengHei" panose="020B0604030504040204" pitchFamily="34" charset="-120"/>
                        </a:rPr>
                        <a:t>仁孚行有限公司</a:t>
                      </a:r>
                    </a:p>
                  </a:txBody>
                  <a:tcPr marL="6936" marR="6936" marT="69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algn="ctr" defTabSz="685800" rtl="0" eaLnBrk="1" fontAlgn="ctr" latinLnBrk="0" hangingPunct="1"/>
                      <a:r>
                        <a:rPr lang="en-US" altLang="zh-TW" sz="900" b="0" i="0" u="none" strike="noStrike" kern="1200" dirty="0">
                          <a:solidFill>
                            <a:srgbClr val="000000"/>
                          </a:solidFill>
                          <a:effectLst/>
                          <a:latin typeface="Microsoft JhengHei" panose="020B0604030504040204" pitchFamily="34" charset="-120"/>
                          <a:ea typeface="Microsoft JhengHei" panose="020B0604030504040204" pitchFamily="34" charset="-120"/>
                          <a:cs typeface="+mn-cs"/>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900" b="0" i="0" u="sng" strike="noStrike" dirty="0">
                          <a:solidFill>
                            <a:srgbClr val="0563C1"/>
                          </a:solidFill>
                          <a:effectLst/>
                          <a:latin typeface="Microsoft JhengHei" panose="020B0604030504040204" pitchFamily="34" charset="-120"/>
                          <a:ea typeface="Microsoft JhengHei" panose="020B0604030504040204" pitchFamily="34" charset="-120"/>
                          <a:hlinkClick r:id="rId10"/>
                        </a:rPr>
                        <a:t>Mercedes-Benz Hong Kong</a:t>
                      </a:r>
                      <a:endParaRPr lang="en-US" sz="900" b="0" i="0" u="sng" strike="noStrike" dirty="0">
                        <a:solidFill>
                          <a:srgbClr val="0563C1"/>
                        </a:solidFill>
                        <a:effectLst/>
                        <a:latin typeface="Microsoft JhengHei" panose="020B0604030504040204" pitchFamily="34" charset="-120"/>
                        <a:ea typeface="Microsoft JhengHei" panose="020B0604030504040204" pitchFamily="34" charset="-120"/>
                      </a:endParaRPr>
                    </a:p>
                  </a:txBody>
                  <a:tcPr marL="6936" marR="6936" marT="69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146179"/>
                  </a:ext>
                </a:extLst>
              </a:tr>
            </a:tbl>
          </a:graphicData>
        </a:graphic>
      </p:graphicFrame>
    </p:spTree>
    <p:extLst>
      <p:ext uri="{BB962C8B-B14F-4D97-AF65-F5344CB8AC3E}">
        <p14:creationId xmlns:p14="http://schemas.microsoft.com/office/powerpoint/2010/main" val="20112721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p:cNvSpPr>
            <a:spLocks noGrp="1"/>
          </p:cNvSpPr>
          <p:nvPr>
            <p:ph type="sldNum" sz="quarter" idx="12"/>
          </p:nvPr>
        </p:nvSpPr>
        <p:spPr/>
        <p:txBody>
          <a:bodyPr/>
          <a:lstStyle/>
          <a:p>
            <a:fld id="{2CF79176-4570-41BD-A306-9B768E284BF0}" type="slidenum">
              <a:rPr lang="zh-TW" altLang="en-US" smtClean="0"/>
              <a:t>5</a:t>
            </a:fld>
            <a:endParaRPr lang="zh-TW" altLang="en-US"/>
          </a:p>
        </p:txBody>
      </p:sp>
      <p:sp>
        <p:nvSpPr>
          <p:cNvPr id="6" name="文字方塊 5"/>
          <p:cNvSpPr txBox="1"/>
          <p:nvPr/>
        </p:nvSpPr>
        <p:spPr>
          <a:xfrm>
            <a:off x="5316905" y="1379760"/>
            <a:ext cx="3827095" cy="2862322"/>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TW" sz="1200" dirty="0"/>
              <a:t>The light </a:t>
            </a:r>
            <a:r>
              <a:rPr lang="en-US" altLang="zh-TW" sz="1200" dirty="0" smtClean="0"/>
              <a:t>bus </a:t>
            </a:r>
            <a:r>
              <a:rPr lang="en-US" altLang="zh-TW" sz="1200" dirty="0"/>
              <a:t>segment is </a:t>
            </a:r>
            <a:r>
              <a:rPr lang="en-US" altLang="zh-TW" sz="1200" dirty="0" smtClean="0"/>
              <a:t>dominated </a:t>
            </a:r>
            <a:r>
              <a:rPr lang="en-US" altLang="zh-TW" sz="1200" dirty="0"/>
              <a:t>by Toyota, which commands premium pricing in the market.</a:t>
            </a:r>
          </a:p>
          <a:p>
            <a:pPr marL="285750" indent="-285750">
              <a:lnSpc>
                <a:spcPct val="150000"/>
              </a:lnSpc>
              <a:buFont typeface="Arial" panose="020B0604020202020204" pitchFamily="34" charset="0"/>
              <a:buChar char="•"/>
            </a:pPr>
            <a:r>
              <a:rPr lang="en-US" altLang="zh-TW" sz="1200" dirty="0"/>
              <a:t>FUSO presents a more cost-effective alternative with competitive pricing structures. </a:t>
            </a:r>
            <a:r>
              <a:rPr lang="en-US" altLang="zh-TW" sz="1200" dirty="0" smtClean="0"/>
              <a:t>Data indicates </a:t>
            </a:r>
            <a:r>
              <a:rPr lang="en-US" altLang="zh-TW" sz="1200" dirty="0"/>
              <a:t>that the acceptable price threshold for Japanese brands in this segment is approximately HKD 680,000.</a:t>
            </a:r>
          </a:p>
          <a:p>
            <a:pPr marL="285750" indent="-285750">
              <a:lnSpc>
                <a:spcPct val="150000"/>
              </a:lnSpc>
              <a:buFont typeface="Arial" panose="020B0604020202020204" pitchFamily="34" charset="0"/>
              <a:buChar char="•"/>
            </a:pPr>
            <a:r>
              <a:rPr lang="en-US" altLang="zh-TW" sz="1200" dirty="0"/>
              <a:t>Despite Golden Dragon's position as the leading Chinese manufacturer in this segment and its highly competitive pricing strategy, this has not translated into proportional market </a:t>
            </a:r>
            <a:r>
              <a:rPr lang="en-US" altLang="zh-TW" sz="1200" dirty="0" smtClean="0"/>
              <a:t>share.</a:t>
            </a:r>
            <a:endParaRPr lang="zh-TW" altLang="en-US" sz="1200" dirty="0"/>
          </a:p>
        </p:txBody>
      </p:sp>
      <p:sp>
        <p:nvSpPr>
          <p:cNvPr id="7" name="AutoShape 2" descr="data:image/png;base64,iVBORw0KGgoAAAANSUhEUgAABKAAAAMWCAYAAADGbf5aAAAAOnRFWHRTb2Z0d2FyZQBNYXRwbG90bGliIHZlcnNpb24zLjEwLjAsIGh0dHBzOi8vbWF0cGxvdGxpYi5vcmcvlHJYcgAAAAlwSFlzAAAPYQAAD2EBqD+naQABAABJREFUeJzs3Xl4DefbwPHvyR5ZEUmsSQhC7aHWihASO1VKLQlqqzVpFS211b4rP0Ej9lK0liCELKW01rT2JbYWsQuxZJ33j7wZjpMTCYmg9+e6znWZmXtm7plzZpxz53me0SiKoiCEEEIIIYQQQgghRC4xyOsEhBBCCCGEEEIIIcT7TQpQQgghhBBCCCGEECJXSQFKCCGEEEIIIYQQQuQqKUAJIYQQQgghhBBCiFwlBSghhBBCCCGEEEIIkaukACWEEEIIIYQQQgghcpUUoIQQQgghhBBCCCFErpIClBBCCCGEEEIIIYTIVVKAEkIIIYQQQgghhBC5SgpQQgghxHtqzJgxaDSavE4DPz8/nJ2dc2Rbr3NM6evevn07R3J5n70tn53/ImdnZ/z8/PI6DSGEECLHSQFKCCGEeAcsXboUjUajvszMzChSpAje3t7MnTuXhw8f5nWKr61BgwZUqFAhr9MAYOLEiWzcuDFLsZcuXdJ6bzQaDdbW1lSpUoV58+aRkpKSu8m+IDIyUisXY2NjSpYsSbdu3bhw4cIbzeVV3Lhxg6+++go3Nzfy5cuHhYUF7u7ufP/999y/fz+v0xNCCCHEKzLK6wSEEEIIkXXjxo3DxcWFpKQkYmNjiYyMZMiQIcycOZPNmzdTqVIlNXbkyJEMHz48D7PNeW/qmCZOnMgnn3xCmzZtsrxOp06daNasGQBxcXFs27aNgQMHcvnyZaZNm5ZLmeo3aNAgatSoQVJSEkeOHGHRokVs3bqVY8eOUaRIkUzXzavPzsGDB2nWrBnx8fF06dIFd3d3AA4dOsTkyZP57bff2Llz5xvP6006c+YMBgbyN2IhhBDvHylACSGEEO+Qpk2bUr16dXV6xIgRhIeH06JFC1q1asWpU6cwNzcHwMjICCOj9+u/+rf5mKpVq0aXLl3U6S+++IKaNWuyevXqPClAffTRR3zyyScAdO/enTJlyjBo0CCWLVvGiBEjMlzn0aNHWFhY5Ml5vn//Pm3btsXQ0JCjR4/i5uamtXzChAksXrz4jeb0piiKwtOnTzE3N8fU1DSv0xFCCCFyhfx5RQghhHjHNWzYkFGjRnH58mVWrlypztc3js/KlStxd3fH3NycAgUK0LFjR/755x+tmHPnztGuXTscHR0xMzOjWLFidOzYkbi4uGxvKydldExPnjxh0KBB2NnZYWVlRatWrbh69SoajYYxY8bobOP+/fv4+flha2uLjY0N3bt35/Hjx+pyjUbDo0ePWLZsmdqN7VXG5NFoNDg4OOgUcvTl9eLYP0lJSYwdO5bSpUtjZmZGwYIFqVevHmFhYdnOBdI+JwAXL14Enp3LkydP8tlnn5E/f37q1auntexFK1eu5MMPPyRfvnzkz5+f+vXr67RI2r59Ox999BEWFhZYWVnRvHlzTpw48dL8Fi5cyNWrV5k5c6ZO8QnAwcGBkSNHas373//+xwcffICpqSlFihShf//+Ot300rt2/v3333h4eJAvXz5cXV1Zv349AFFRUdSsWRNzc3PKli3Lrl27tNZPPxenT5+mQ4cOWFtbU7BgQQYPHszTp0+1YoODg2nYsCH29vaYmppSvnx5FixYoHMszs7OtGjRgh07dlC9enXMzc1ZuHChuuxVPgfh4eHqebe1taV169acOnUqw2M5f/58pteAEEIIkRukACWEEEK8B7p27Qrw0u5JEyZMoFu3bpQuXZqZM2cyZMgQdu/eTf369dUf7omJiXh7e/PHH38wcOBA5s+fT+/evblw4YLWj/usbOtN8PPz44cffqBZs2ZMmTIFc3Nzmjdvrje+Q4cOPHz4kEmTJtGhQweWLl3K2LFj1eUrVqzA1NSUjz76iBUrVrBixQr69Onz0jweP37M7du3uX37NhcuXGD+/PmEhobi6+v7Ssc1ZswYxo4di6enJ/PmzePbb7+lRIkSHDly5JW2FxMTA0DBggW15rdv357Hjx8zceJEevXqpXf9sWPH0rVrV4yNjRk3bhxjx46lePHihIeHqzErVqygefPmWFpaMmXKFEaNGsXJkyepV68ely5dyjS/zZs3Y25urrbaepkxY8bQv39/ihQpwowZM2jXrh0LFy6kSZMmJCUlacXeu3ePFi1aULNmTaZOnYqpqSkdO3Zk7dq1dOzYkWbNmjF58mQePXrEJ598kuGYah06dODp06dMmjSJZs2aMXfuXHr37q0Vs2DBApycnPjmm2+YMWMGxYsX54svvmD+/Pk62ztz5gydOnWicePGzJkzhypVqug9zpd9Dnbt2oW3tzc3b95kzJgxBAQEsG/fPurWrZvheX/ZNSCEEELkCkUIIYQQb73g4GAFUA4ePKg3xsbGRqlatao6PXr0aOX5/+ovXbqkGBoaKhMmTNBa79ixY4qRkZE6/+jRowqgrFu3Tu++srotRVEUX19fxcnJ6aXH6OHhoXzwwQeZxrx4TIcPH1YAZciQIVpxfn5+CqCMHj1aZ90ePXpoxbZt21YpWLCg1jwLCwvF19f3pTkriqJcvHhRATJ89evXT0lNTdWKfzGvdE5OTlr7rFy5stK8efMs5fC8iIgIBVCWLFmi3Lp1S7l27ZqydetWxdnZWdFoNOpnKP18dOrUSWcbL57nc+fOKQYGBkrbtm2VlJQUrdj043v48KFia2ur9OrVS2t5bGysYmNjozP/Rfnz51cqV66cpWO8efOmYmJiojRp0kQrn3nz5qnHns7Dw0MBlNWrV6vzTp8+rQCKgYGB8scff6jzd+zYoQBKcHCwOi/9XLRq1Uorhy+++EIBlL/++kud9/jxY51cvb29lZIlS2rNc3JyUgAlNDRUJ/5VPgdVqlRR7O3tlTt37qjz/vrrL8XAwEDp1q2bzrFk5RoQQgghcpq0gBJCCCHeE5aWlpk+De+XX34hNTWVDh06qC11bt++jaOjI6VLlyYiIgIAGxsbAHbs2KG3W05Wt5XbQkNDgbTxlp43cOBAvev07dtXa/qjjz7izp07PHjw4LVy6d27N2FhYYSFhbFhwwb69+/PwoULCQgIeKXt2dracuLECc6dO/dK6/fo0YNChQpRpEgRmjdvrnYrfH4MMdA9HxnZuHEjqampfPfddzoDZKd31QsLC+P+/ft06tRJ6zNhaGhIzZo1X/qZePDgAVZWVlk6tl27dpGYmMiQIUO08unVqxfW1tZs3bpVK97S0pKOHTuq02XLlsXW1pZy5cpRs2ZNdX76vzN6WmD//v21ptM/Y9u2bVPnpY+/BmkD0d++fRsPDw8uXLig033VxcUFb2/vlx7ryz4H169fJzo6Gj8/PwoUKKDOr1SpEo0bN9bKL11uXQNCCCFEZt7OUTyFEEIIkW3x8fHY29vrXX7u3DkURaF06dIZLjc2NgbSfhgHBAQwc+ZMVq1axUcffUSrVq3o0qWLWpzK6rZy2+XLlzEwMMDFxUVrvqurq951SpQooTWdP39+IK2blrW19SvnUrp0aby8vNTpjz/+GI1Gw+zZs+nRowcVK1bM1vbGjRtH69atKVOmDBUqVMDHx4euXbtqPekwM9999x0fffQRhoaG2NnZUa5cuQwHFn/x3GUkJiYGAwMDypcvrzcmvUCSPtbUi152bq2trTMtoD7v8uXLQFoh6XkmJiaULFlSXZ6uWLFiOmNa2djYULx4cZ15kPZZeNGLn/VSpUphYGCg1cXt999/Z/To0ezfv1+neBsXF6duH7J23uHlnwN95wKgXLly7NixQx1cPl1uXQNCCCFEZqQAJYQQQrwH/v33X+Li4jItvKSmpqLRaNi+fTuGhoY6yy0tLdV/z5gxAz8/PzZt2sTOnTsZNGgQkyZN4o8//qBYsWLZ2tbbJqN8Ie1JZDmtUaNGzJs3j99+++2lBaiUlBSt6fr16xMTE6O+Bz/++COzZs0iMDCQzz///KX7rlixolZBTJ/nW+28jtTUVCBtHChHR0ed5S97qp6bmxvR0dEkJiZiYmKSIzml0/eev85n4cWCVkxMDI0aNcLNzY2ZM2dSvHhxTExM2LZtG7NmzVLPT7qsnvfX/Rxk5E1eA0IIIUQ6KUAJIYQQ74EVK1YAZNqlp1SpUiiKgouLC2XKlHnpNitWrEjFihUZOXKkOqBxYGAg33//fba3lVucnJxITU3l4sWLWi1Uzp8//1rbzegJcK8iOTkZSGudli5//vw6g7QnJiZy/fp1nfULFChA9+7d6d69O/Hx8dSvX58xY8a8cuHhVZUqVYrU1FROnjypd7DsUqVKAWBvb5+lwteLWrZsyf79+9mwYQOdOnXKNNbJyQlIG8i7ZMmS6vzExEQuXrz4Svt/mXPnzmm1Wjp//jypqak4OzsDsGXLFhISEti8ebNWC6Oc6I6a2efg+XPxotOnT2NnZ6fV+kkIIYTIKzIGlBBCCPGOCw8PZ/z48bi4uNC5c2e9cR9//DGGhoaMHTtWp6WDoijcuXMHSBuLJ71wkq5ixYoYGBiQkJCQrW3ltvSC2//+9z+t+T/88MNrbdfCwiJHnuS3ZcsWACpXrqzOK1WqFL/99ptW3KJFi3RaQL14Di0tLXF1dVXfgzepTZs2GBgYMG7cOJ2WPOnvv7e3N9bW1kycOFHnKXQAt27dynQfffv2pXDhwnz55ZecPXtWZ/nNmzf5/vvvAfDy8sLExIS5c+dqff6CgoKIi4vL9CmIr+rFJ9mlf8aaNm0KPGtV9Hw+cXFxBAcHv9Z+X/Y5KFy4MFWqVGHZsmVan9njx4+zc+dOmjVr9lr7F0IIIXKKtIASQggh3iHbt2/n9OnTJCcnc+PGDcLDwwkLC8PJyYnNmzdjZmamd91SpUrx/fffM2LECC5dukSbNm2wsrLi4sWL/Prrr/Tu3ZuvvvqK8PBwBgwYQPv27SlTpgzJycmsWLECQ0ND2rVrl61tZdetW7fUIsPz9BXX3N3dadeuHbNnz+bOnTvUqlWLqKgotYDxqi2Z3N3d2bVrFzNnzqRIkSK4uLhoDVadkSNHjrBy5UoAHj58yO7du9mwYQN16tShSZMmatznn39O3759adeuHY0bN+avv/5ix44d2NnZaW2vfPnyNGjQAHd3dwoUKMChQ4dYv349AwYMeKVjeh2urq58++23jB8/no8++oiPP/4YU1NTDh48SJEiRZg0aRLW1tYsWLCArl27Uq1aNTp27EihQoW4cuUKW7dupW7dusybN0/vPvLnz8+vv/5Ks2bNqFKlCl26dMHd3R1IO7c//fQTtWvXBqBQoUKMGDGCsWPH4uPjQ6tWrThz5gz/+9//qFGjBl26dMnxc3Dx4kVatWqFj48P+/fvZ+XKlXz22WdqcbFJkyaYmJjQsmVL+vTpQ3x8PIsXL8be3j7D1m1ZlZXPwbRp02jatCm1a9emZ8+ePHnyhB9++AEbGxvGjBnzuocuhBBC5Iy8ePSeEEIIIbInODhYAdSXiYmJ4ujoqDRu3FiZM2eO8uDBA5110h+5/qINGzYo9erVUywsLBQLCwvFzc1N6d+/v3LmzBlFURTlwoULSo8ePZRSpUopZmZmSoECBRRPT09l165d2d6WoiiKr6+v4uTk9NJj9PDw0DrG51+NGjXSe0yPHj1S+vfvrxQoUECxtLRU2rRpo5w5c0YBlMmTJ+ucj1u3bmV4bi9evKjOO336tFK/fn3F3NxcARRfX1+9eV+8eFEnXyMjI6VkyZLK0KFDlYcPH2rFp6SkKMOGDVPs7OyUfPnyKd7e3sr58+cVJycnrf18//33yocffqjY2toq5ubmipubmzJhwgQlMTEx0/MYERGhAMq6desyjdN3Pp5f9qIlS5YoVatWVUxNTZX8+fMrHh4eSlhYmM7+vb29FRsbG8XMzEwpVaqU4ufnpxw6dCjTfNJdu3ZN8ff3V8qUKaOYmZkp+fLlU9zd3ZUJEyYocXFxWrHz5s1T3NzcFGNjY8XBwUHp16+fcu/ePa0YDw8P5YMPPtDZj5OTk9K8eXOd+YDSv39/nXNx8uRJ5ZNPPlGsrKyU/PnzKwMGDFCePHmite7mzZuVSpUqKWZmZoqzs7MyZcoUZcmSJTqfL337Tl/2Kp+DXbt2KXXr1lXMzc0Va2trpWXLlsrJkye1YrJzDQghhBA5TaMoMtqgEEIIId4v0dHRVK1alZUrV2baLVGIlxkzZgxjx47l1q1bOq3UhBBCCJF1MgaUEEIIId5pT5480Zk3e/ZsDAwMqF+/fh5kJIQQQgghXiRjQAkhhBDinTZ16lQOHz6Mp6cnRkZGbN++ne3bt9O7d2+KFy+e1+kJIYQQQgikACWEEEKId1ydOnUICwtj/PjxxMfHU6JECcaMGcO3336b16kJIYQQQoj/J2NACSGEEEIIIYQQQohcJWNACSGEEEIIIYQQQohcJQUoIYQQQgghhBBCCJGrZAyoNyg1NZVr165hZWWFRqPJ63SEEEIIIYQQQgghXouiKDx8+JAiRYpgYKC/nZMUoN6ga9euydN4hBBCCCGEEEII8d75559/KFasmN7lUoB6g6ysrIC0N8Xa2jqPsxFCCCGEEEIIIYR4PQ8ePKB48eJqzUMfKUC9Qend7qytraUAJYQQQgghhBBCiPfGy4YakkHIhRBCCCGEEEIIIUSukgKUEEIIIYQQQgghhMhVUoASQgghhBBCCCGEELlKxoASQgghhBD/KX5+fixdujSv0xBCS0pKCklJSXmdhhBC6DA2NsbQ0PC1tyMFKCGEEEIIIdA/eOrUqVMZOnSo1ryEhARq1qzJX3/9xdGjR6lSpYq67Oeff2bixImcPXuWQoUKMWDAAJ31nxcZGYmnp2eGyw4cOECNGjW4dOkSLi4uOsv3799PrVq1ADhx4gTfffcdhw8f5vLly8yaNYshQ4Zkeszp+7537x62trZay5ydnRkyZIi6jRenFUVh6NChLFq0iM2bN9OgQQOcnZ25fPkyAGZmZjg4OPDhhx/St29fGjZsmGku/1WKohAbG8v9+/fzOhUhhNDL1tYWR0fHlw40nhkpQAkhhBBCiPfe7du3+fLLL4mIiODGjRvs3buXqlWrsmrVKkxMTAC4fv261jrbt2+nZ8+etGvXTmd7X3/9NUWKFOGvv/7SWadz58788MMPNGnShFOnTtGrVy/Mzc0ZMGBAhrnVqVNHZ9+jRo1i9+7dVK9eXWv+rl27+OCDD9TpggULqv9+/PgxJUuWpH379vj7+2fhrLy6lJQUevXqRUhICBEREbi7u6vLxo0bR69evUhMTOTSpUusXLkSLy8vxo8fz7fffpureb2L0otP9vb25MuX77V+3AkhRE5TFIXHjx9z8+ZNAAoXLvzK25IClBBCCCGEeO/5+/tz4MABVqxYwezZsxk0aBChoaGkpqaqMY6OjlrrbNq0CU9PT0qWLKk1f/v27ezcuZMNGzawfft2rWUrVqygTZs29O3bF4CSJUsyYsQIpkyZQv/+/TMsLpiYmGjtOykpiU2bNjFw4ECd+IIFC+rkma5GjRrUqFEDgOHDh7/slLyyhIQEOnXqxKFDh9izZw9ly5bVWm5lZaXmWKJECerXr0/hwoX57rvv+OSTT3Ti/8tSUlLU4tPzxUQhhHibmJubA3Dz5k3s7e1fuTueDEIuhBBCCCHee0ePHqVbt254eHhgY2ODp6cnU6ZMwczMLMP4GzdusHXrVnr27Kkzv1evXqxYsYJ8+fLprJeQkKCzTXNzc/7991+1a9rLbN68mTt37tC9e3edZa1atcLe3p569eqxefPmLG0vJ8XHx9O8eXNOnjzJ77//nuVi0uDBg1EUhU2bNuVyhu+W9DGfMvosCSHE2yT9PvU6Y9VJAUoIIYQQQrz36tatS3BwMCEhIVmKX7ZsGVZWVnz88cfqPEVR8PPzo2/fvjpd49J5e3vzyy+/sHv3blJTUzl79iwzZswAdLv46RMUFIS3tzfFihVT51laWjJjxgzWrVvH1q1bqVevHm3atMmxIlSxYsWwtLTUel25ckUnbvz48URHR7Nnzx6KFy+e5e0XKFAAe3t7Ll26lCP5vm+k250Q4m2XE/cp6YInhBBCCCHeezNnzmTixIn4+/sTExNDdHQ0ffv2VbvKvWjJkiV07txZqzXTDz/8wMOHDxkxYoTe/fTq1YuYmBhatGhBUlIS1tbWDB48mDFjxmBg8PK//f7777/s2LGDn3/+WWu+nZ0dAQEB6nSNGjW4du0a06ZNo1WrVi/d7svs2bMHKysrrXkNGjTQiWvSpAm7du1i4sSJzJo1K1v7UBRFCi1CCPEfJi2ghBBCCCHEe8/CwoIJEyZw7tw5WrVqRb9+/QgICGDRokU6sXv27OHMmTN8/vnnWvPDw8PZv38/pqamGBkZ4erqCkD16tXx9fUF0v5CPGXKFOLj47l8+TKxsbF8+OGHADpjSWUkODiYggULZqmoVLNmTc6fP//SuKxwcXHB1dVV62VkpPu36kaNGrFp0yYCAwMZPHhwlrd/584dbt26leGT/IR41wQFBdGkSZNsrXPp0iU0Gg3R0dFA2hMoNRqN+vTD0NBQqlSpojUuXXZFRkaydOnSV15fiNwmBSghhBBCCPGfYmtrS58+fWjatCl79uzRWR4UFIS7uzuVK1fWmj937lz++usvoqOjiY6OZtu2bQCsXbuWCRMmaMUaGhpStGhRTExM+Omnn6hduzaFChXKNC9FUQgODqZbt24YGxu/9Diio6Nf62lEr6pJkyZs2bKFxYsXM2jQoCytM2fOHAwMDGjTpk3uJifeuP3792NoaEjz5s3zOpU34unTp4waNYrRo0frLPv3338xMTGhQoUK2d6uj48PxsbGrFq1KifSzNDWrVupWbMm5ubm5M+fX+t6vHPnDj4+PhQpUgRTU1OKFy/OgAEDePDggRrzyy+/0LhxYwoVKoS1tTW1a9dmx44dWd7/+fPnsbKywtbWVmv+0qVL0Wg0Wq8Xx9IbM2YMbm5uWFhYkD9/fry8vPjzzz8z3Z+fn1+G95wXi38vTgNcu3aNihUrUr9+feLi4tQYjUaDgYEBNjY2VK1ala+//jrL3auFFKCEEEIIIcR/gL+/P1FRUcTFxZGSkkJERARRUVG4u7trxT148IB169bptH6CtCe6VahQQX2VKVMGgFKlSqnjNd2+fZvAwEBOnz5NdHQ0gwcPZt26dcyePfulOYaHh3Px4sUM971s2TJ++uknTp8+zenTp5k4cSJLlixh4MCBakxiYqJaHEtMTOTq1atER0fnWCup53l5eRESEkJQUBADBgzQWvbw4UNiY2P5559/+O233+jduzfff/89EyZMUFuNifdHUFAQAwcO5LfffuPatWu5ui9FUUhOTs7VfbzM+vXrsba2pm7dujrLli5dSocOHXjw4MFLiyMZ8fPzY+7cudleLzo6msaNG9OuXTsGDhxIxYoVGTNmjFbMhg0b6Nq1K927d+evv/7i999/57PPPlOXGxgY0Lp1azZv3szZs2dZunQpu3bt0uqm/Ntvv9G4cWO2bdvG4cOH8fT0pGXLlhw9evSlOSYlJdGpUyc++uijDJdbW1tz/fp19fXiQxvKlCnDvHnzOHbsGHv37sXZ2ZkmTZpw69atbJyprImJiaFevXo4OTmxY8cObGxs1GVnzpzh2rVrHDx4kGHDhrFr1y4qVKjAsWPHcjyP95Ii3pi4uDgFUOLi4vI6FSGEEEKI/5SZM2cq1apVU6ysrBQDAwOlWLFiytChQ5Xk5GStuIULFyrm5ubK/fv3X7rNixcvKoBy9OhRdd6tW7eUWrVqKRYWFkq+fPmURo0aKX/88UeG60VERGjN79Spk1KnTp0M97V06VKlXLlySr58+RRra2vlww8/VNatW5fhdl98eXh46D2GiIgIBVDu3buns8zJyUmZNWuW3un09S0sLJQvvvhCSU1NVZycnNT9mpiYKCVKlFA6dOighIeH683hv+zJkyfKyZMnlSdPnuR1Kq/k4cOHiqWlpXL69Gnl008/VSZMmKAu69Spk9KhQwet+MTERKVgwYLKsmXLFEVRlJSUFGXixImKs7OzYmZmplSqVEnrc53++dy2bZtSrVo1xdjYWImIiFDOnz+vtGrVSrG3t1csLCyU6tWrK2FhYVr7unbtmtKsWTPFzMxMcXZ2VlatWqXzGb53757Ss2dPxc7OTrGyslI8PT2V6OjoTI+5efPmyldffaUzPzU1VSlZsqQSGhqqDBs2TOnVq5fW8hfvFxlde5cvX1YA5fz585nm8OJ+S5QoobRs2VJZuHChMm7cOGXz5s3K5MmT1ZikpCSlaNGiyo8//pjl7SqKosyZM0cpVqxYpjHly5dXxo4d+9Jtff3110qXLl2U4OBgxcbGRmtZRvNeJv239a5du/TG+Pr6Kq1bt9aZ/+K5f376r7/+UhwdHZXPPvtMSUpK0rtOusePHytly5ZV6tatm63830WZ3a+yWuuQAtQbJAUoIYQQQoi85+vrm6f7Dw8PV2xtbZW7d+/maR4i72VagIqP1/96MT6z2MePsxb7CoKCgpTq1asriqIoW7ZsUUqVKqWkpqYqiqIoISEhirm5ufLw4UM1fsuWLYq5ubny4MEDRVEU5fvvv1fc3NyU0NBQJSYmRgkODlZMTU2VyMhIRVGe/eivVKmSsnPnTuX8+fPKnTt3lOjoaCUwMFA5duyYcvbsWWXkyJGKmZmZcvnyZXVfXl5eSpUqVZQ//vhDOXz4sOLh4aGYm5trFaC8vLyUli1bKgcPHlTOnj2rfPnll0rBggWVO3fu6D1mGxsbZc2aNTrzd+/erTg6OirJycnKsWPHFCsrKyX+ufOalQKUoiiKg4ODEhwcrE77+vpmWkS+deuWAih79+5VIiIitNZN9+effyqAsmTJEqVKlSqKo6Oj4uPjoxw7dkzvdq9evap4eHgonTt31huTkpKiFC9eXPnhhx/0xihK2rlxcXFR4uLi9BagDA0NlRIlSijFihVTWrVqpRw/flzv9hISEpRp06YpNjY2yq1bt/TGZbcAtXXrVsXW1lbp37+/+jnWt87zZs2apQDKjRs39ObyPsiJApR0wRNCCCGEEOIN2rZtG9988w358+fP61TE28zSUv+rXTvtWHt7/bFNm2rHOjtnHPcKgoKC6NKlC5A2hlFcXBxRUVEAeHt7Y2Fhwa+//qrGr169mlatWmFlZUVCQoLaldTb25uSJUvi5+dHly5dWLhwodZ+xo0bR+PGjSlVqhQFChSgcuXK9OnThwoVKlC6dGnGjx9PqVKl2Lx5MwCnT59m165dLF68mJo1a1KtWjV+/PFHnjx5om5z7969HDhwgHXr1lG9enVKly7N9OnTsbW1Zf369Rke7/3794mLi6NIkSIZnouOHTtiaGhIhQoVKFmyJOvWrcv2OS1SpIhW97PChQtTokQJvfF2dnaULVuW8ePHqwOcv+jChQtA2jhKI0eOJCQkhPz589OgQQPu3r2rFdupUyfy5ctH0aJFsba25scff9S77+nTpxMfH0+HDh30xty5cwc/Pz+WLl2KtbV1hjFly5ZlyZIlbNq0iZUrV5KamkqdOnX4999/teJCQkKwtLTEzMyMWbNmERYWhp2dnd59P7/O86+mL14T/69t27a0bNmSefPmZeuJnW5ubkDaQPMic1KAEkIIIYQQ/yl5/ZSoadOmMXTo0DzNQYjXdebMGQ4cOECnTp0AMDIy4tNPPyUoKEid7tChgzqo9qNHj9i0aROdO3cG0gakfvz4MY0bN9YqDixfvpyYmBitfVWvXl1rOj4+nq+++opy5cpha2uLpaUlp06d4sqVK2puRkZGVKtWTV3H1dVVq+j7119/ER8fT8GCBbX2f/HiRZ39p0svYL04QPb9+/f55Zdf1GIcQJcuXdRzkR3m5uY8fvxYnZ40aRLLly/PdJ0dO3bg4ODAxIkT6du3L40aNSI8PFxdnv5kvW+//ZZ27drh7u5OcHAwGo1Gp0g2a9Ysjhw5wqZNm4iJiSEgICDDfa5evZqxY8fy888/Y29vrze3Xr168dlnn1G/fn29MbVr16Zbt25UqVIFDw8PfvnlFwoVKqRTiPT09CQ6Opp9+/bh4+NDhw4duHnzZqbnJn2d51/6imqtW7fm119/zfDhFJlRFAUgW0Wr/yrdZ6sKIYQQQgghhMhb8fH6lxkaak9n9iPc4IU2BznUSiMoKIjk5GSt1kCKomBqasq8efOwsbGhc+fOeHh4cPPmTcLCwjA3N8fHxwdIKyJB2pPZihYtqrVtU1NTrWkLCwut6a+++oqwsDCmT5+Oq6sr5ubmfPLJJyQmJmY5//j4eAoXLkxkZKTOshef0pauYMGCaDQa7t27pzV/9erVPH36lJo1a6rzFEUhNTWVs2fPqg8syIq7d+++9ImZL3JycmLZsmVERkYSERFBfHw8Pj4+HD16lA8++EB9Wmb58uXVdUxNTSlZsqRatEvn6OiIo6Mjbm5uFChQgI8++ohRo0ZpPXFzzZo1fP7556xbtw4vL69McwsPD2fz5s1Mnz4deHZejIyMWLRoET169NBZx9jYmKpVq+o8QMHCwgJXV1dcXV2pVasWpUuXJigoiBEjRujdf/o6z3uxZVW6hQsX8vXXX9O0aVO2bduWadHseadOnQLA2dk5S/H/ZVKAEkIIIYQQQoi3zQtFlzyJ1SM5OZnly5czY8YMmjRporWsTZs2/PTTT/Tt25c6depQvHhx1q5dy/bt22nfvj3GxsZAWjHE1NSUK1eu4OHhka39//777/j5+dG2bVsgrZj0fPensmXLkpyczNGjR9UnXZ4/f16rcFStWjViY2MxMjLKcuHAxMSE8uXLc/LkSa3jDgoK4ssvv8TPz08r/osvvmDJkiVMnjw5S9t/+vQpMTExVK1aNUvxGXFxcVG7vP3xxx988MEHuLu7Y2pqypkzZ6hXrx6Q9lS6S5cu4eTkpHdb6S2nEhIS1Hk//fQTPXr0YM2aNTRv3vyl+ezfv5+UlBR1etOmTUyZMoV9+/bpFB7TpaSkcOzYMZo1a5bptlNTU7Vye10ajYZFixZhYGBAs2bN2Lp160s/m0+ePGHRokXUr18/24XD/yIpQAkhhBBCCCGEyLKQkBDu3btHz549tR5RD9CuXTuCgoLo27cvAJ999hmBgYGcPXuWiIgINc7KyoqvvvoKf39/UlNTqVevHnFxcfz+++9YW1vj6+urd/+lS5fml19+oWXLlmg0GkaNGqUWSyBtTB4vLy969+7NggULMDY25ssvv8Tc3FztJuXl5UXt2rVp06YNU6dOpUyZMly7do2tW7fStm1bnW5/6by9vdm7dy9DhgwBIDo6miNHjrBq1Sp1LKB0nTp1Yty4cXz//fdZOq9//PEHpqam1K5dW503YsQIrl69qrcb3rVr15g+fTp+fn4kJCTw+PFjFi5cyP3799VClrW1NX379mX06NEUL14cJycnpk2bBkD79u2BtLHpbty4QY0aNbC0tOTEiRMMHTqUunXrqgW61atX4+vry5w5c6hZsyaxsbFAWrfBFz8H6cqVK6c1fejQIQwMDKhQoYI6b9y4cdSqVQtXV1fu37/PtGnTuHz5Mp9//jmQ1n1zwoQJtGrVisKFC3P79m3mz5/P1atX1fxzikajITAwEENDQ7UI1aBBA3X5zZs3efr0KQ8fPuTw4cNMnTqV27dv88svv+RoHu8rKUAJIYQQQgghhMiyoKAgvLy8Miw6tGvXjqlTp/L3339TqVIlOnfuzIQJE3BycqJu3bpasePHj6dQoUJMmjSJCxcuYGtrS7Vq1fjmm28y3f/MmTPp0aMHderUwc7OjmHDhvHgwQOtmOXLl9OzZ0/q16+Po6MjkyZN4sSJE+r4TRqNhm3btvHtt9/SvXt3bt26haOjI/Xr18fBwUHvvnv27En16tWJi4vDxsaGoKAgypcvr1N8grRBrQcMGMC2bduoVKlSpscEaa2LOnfuTL58+dR5169f1+km9zxra2uSk5P55JNPuHLlCoqiULJkSYKDg7XGwJo2bRpGRkZ07dqVJ0+eULNmTcLDw9VxsczNzVm8eDH+/v4kJCRQvHhxPv74Y4YPH65uY9GiRSQnJ9O/f3/69++vzvf19VXH1lu6dCndu3dXx0XKinv37tGrVy9iY2PJnz8/7u7u7Nu3T+0yaGhoyOnTp1m2bBm3b9+mYMGC1KhRgz179vDBBx9keT9ZpdFomD9/PgYGBjRv3pyQkBC1cFm2bFk0Gg2WlpaULFmSJk2aEBAQgKOjY47n8T7SKNn5ZIjX8uDBA2xsbIiLi9P7BAAhhBBCCCHEf8PTp0+5ePEiLi4uOgNbi5z177//Urx4cXbt2kWjRo1ea1vt27enWrVqmY49lF23b9+mbNmyHDp0CBcXl1faRmRkJJcuXdLpCvgmjR49mqioqAzH1hLvtszuV1mtdUgLKCGEEEIIIYQQ75Xw8HDi4+OpWLEi169f5+uvv8bZ2TnLA0tnZtq0aWzZsiUHsnzm0qVL/O9//3vl4tPbYvv27cybNy+v0xBvKSlACSGEEEIIIYR4ryQlJfHNN99w4cIFrKysqFOnDqtWrVIHQX8dzs7ODBw4MAeyfKZ69ep6x53KqufHKsorBw4cyOsUxFtMClBCCCGEEELkkMlHb+d1Cq9seFW7vE5BiBzj7e2Nt7d3XqchhHiOQV4nIIQQQgjxNsvLsTSEEEIIId4XUoASQgghhHgFGo0mw1f6o60BJkyYQJ06dciXLx+2trYZbufgwYM0atQIW1tb8ufPj7e3N3/99ddL979//34aNmyIhYUF1tbW1K9fnydPnujEJSQkUKVKFTQaDdHR0er8p0+f4ufnR8WKFTEyMqJNmzZZPu6NGzfqzPfz89PaxovTAOvXr8fMzIwZM2aoMennzdjYGAcHBxo3bsySJUu0HqkuhBBCiHefFKCEEEIIIV5w+/ZtfH19KVGiBD/99BOurq60b9+exMRENeb69etaryVLlqDRaGjXrp0ak5iYSPv27enXr1+G+4mPj8fHx4cSJUrw559/snfvXqysrPD29iYpKUlvfvv378fHx4cmTZpw4MABDh48yIABAzAw0P1q9/XXX1OkSBGd+SkpKZibmzNo0CC8vLyyc3peyY8//kjnzp1ZsGABX375pTrfx8eH69evc+nSJbZv346npyeDBw+mRYsWJCcn53peQgghhHgzZAwoIYQQQogX+Pv7c+DAAVasWMHs2bMZNGgQoaGhWq1yHB0dtdbZtGkTnp6elCxZUp03duxYAJYuXZrhfk6fPs3du3cZN24cxYsXB9IeYV2pUiUuX76Mq6ur3vwGDRrE8OHD1Xlly5bVidu+fTs7d+5kw4YNbN++XWuZhYUFCxYsAOD333/n/v37es7G65s6dSqjR49mzZo1tG3bVmuZqampei6LFi1KtWrVqFWrFo0aNWLp0qV8/vnnuZaXEEIIId4caQElhBBCCPGCo0eP0q1bNzw8PLCxscHT05MpU6ZgZmaWYfyNGzfYunUrPXv2zNZ+ypYtS8GCBQkKCiIxMZEnT54QFBREuXLlcHZ2znCdmzdv8ueff2Jvb0+dOnVwcHDAw8ODvXv36uTUq1cvVqxYQb58+bKVV04aNmwY48ePJyQkRKf4pE/Dhg2pXLkyv/zySy5nJ4QQQog3RQpQQgghRA6SAavfD3Xr1iU4OJiQkJAsxS9btgwrKys+/vjjbO3HysqKyMhIVq5cibm5OZaWloSGhrJ9+3aMjDJuqH7hwgUAxowZQ69evQgNDaVatWo0atSIc+fOAaAoCn5+fvTt2/e1H+udkU6dOmFpaan1WrVqlU7c9u3bmTp1Kps2baJRo0bZ2oebmxuXLl3KoYyFEEIIkdekACWEEEK8ATk1YPWgQYNwd3fH1NSUKlWqZGnfffr0oVSpUpibm1OoUCFat27N6dOntWJeNhB2ZGQkrVu3pnDhwlhYWFClSpUMCw7Pu3Tpks7A1+kaNGjAkCFD9E4DzJkzB1NTU9asWaPGpJ83U1NTihYtSsuWLXOllczMmTP59NNP8ff3Z/ny5VSpUoXAwEC98UuWLKFz5856W0jp8+TJE3r27EndunX5448/+P3336lQoQLNmzfPcEBxQO0G2KdPH7p3707VqlWZNWsWZcuWZcmSJQD88MMPPHz4kBEjRmQrn6yaNWsW0dHRWq9WrVrpxFWqVAlnZ2dGjx5NfHx8tvahKAoajSanUhZCCCFEHpMClBBCCPGa3tSA1el69OjBp59+muX83N3dCQ4O5tSpU+zYsQNFUWjSpAkpKSlA1gbC3rdvH5UqVWLDhg38/fffdO/enW7dumW5hVB2jR49mm+++YZNmzbRsWNHdX6vXr24fv06MTExbNiwgfLly9OxY0d69+6do/u3sLBgwoQJnDt3jlatWtGvXz8CAgJYtGiRTuyePXs4c+bMK41VtHr1ai5dukRwcDA1atSgVq1arF69mosXL7Jp06YM1ylcuDAA5cuX15pfrlw5rly5AkB4eDj79+/H1NQUIyMjdSyp6tWr4+vrm+08X+To6Iirq6vWy8rKSieuaNGiREZGcvXqVXx8fHj48GGW93Hq1ClcXFxeO1chhBBCvB1kEHIhhBDiNb2pAasB5s6dC8CtW7f4+++/s5Tf88UZZ2dnvv/+eypXrsylS5coVapUlgbC/uabb7S2OXjwYHbu3Mkvv/xCixYtspRHViiKwqBBg1i5ciVhYWHUqVNHa3m+fPnUc1msWDFq1aqFm5sbPXr0oEOHDrnyNDdbW1v69OnDzp072bNnj06xKygoCHd3dypXrpztbT9+/BgDAwOtlj7p089/fp7n7OxMkSJFOHPmjNb8s2fP0rRpUyDtc/L999+ry65du4a3tzdr166lZs2a2c7zdTg5OREVFYWnpyc+Pj6EhoZmWKx6Xnh4OMeOHcPf3/8NZSmEENlz584dypUrx4EDB/SO2ZfTGjRoQJUqVZg9e/Yb2V9O69ixIzVq1NB6Eqr4b5EWUEIIIcRrelMDVueER48eERwcjIuLi1psepWBsAHi4uIoUKBAjuWWnJxMly5dWL9+PVFRUTrFJ318fX3Jnz9/jnbF8/f3Jyoqiri4OFJSUoiIiCAqKgp3d3etuAcPHrBu3Tq9rZ+uXLlCdHQ0V65cISUlRe2ult4drXHjxty7d4/+/ftz6tQpTpw4Qffu3TEyMsLT0zPDbWo0GoYOHcrcuXNZv34958+fZ9SoUZw+fVr9TJUoUYIKFSqorzJlygBQqlQpihUrpm7r5MmTREdHc/fuXeLi4tT8clrx4sWJjIzk5s2beHt78+DBA3VZQkICsbGxXL16lSNHjjBx4kRat25NixYt6NatW47nIoTIefv378fQ0JDmzZvndSpvzIQJE2jdurX6/6Sfn1+GXe19fHzyLMcFCxZQqVIlrK2tsba2pnbt2jpPRAWYP38+zs7OmJmZUbNmTQ4cOPBKMR4eHvTo0UNr3uzZs9Wnro4cOZIJEyYQFxf3Ssdz9epVunTpQsGCBTE3N6dixYocOnRIXe7s7Jzhe9C/f/8Mtzd58mQ0Go3OEAAZyYlz9PDhQ4YMGYKTkxPm5ubUqVOHgwcPZrpfPz8/2rRpozM/MjISjUaj9QTbjGLXr1+PmZkZM2bMUGPSz4uxsTEODg40btyYJUuW6P3DV06SFlBCCCHEa0ofsDqrLWBedcDq1/G///2Pr7/+mkePHlG2bFnCwsIwMTEBng2E3aZNG8aPHw9A6dKl2bFjh96BsH/++WcOHjzIwoULX7rvOnXqYGCg/TevJ0+e6IxhtXjxYgD++usv3NzcsnxsBgYGlClTJkcHrC5RogQBAQGcO3eOR48eERkZSY8ePRg4cKBW3Jo1a1AUhU6dOmW4ne+++45ly5ap01WrVgUgIiKCBg0a4ObmxpYtWxg7diy1a9fGwMCAqlWrEhoaqna1g7SiU3BwsDrI/ZAhQ3j69Cn+/v7cvXuXypUrExYWRqlSpbJ1nM2aNePy5cs6+SmKkq3tZEWxYsWIjIzE09MTb29vduzYAaAeq5GREfnz56dy5crMnTsXX19fnc+NEOLtFBQUxMCBAwkKCuLatWsUKVIkV/eXmJio/h+WFx4/fkxQUJB6H0vn4+NDcHCw1jxTU9M3mZqWYsWKMXnyZEqXLo2iKCxbtozWrVtz9OhRPvjgAwDWrl1LQEAAgYGB1KxZk9mzZ+Pt7c2ZM2ewt7fPcoyiKBw9epT27dsDaeeoV69eREREaLVoLlWqFCtXrtRbFNLn3r171K1bF09PT7Zv306hQoU4d+4c+fPnV2MOHjyoDi8AcPz4cRo3bqzm9Lz07zCVKlV66b5z6hx9/vnnHD9+nBUrVlCkSBFWrlyJl5cXJ0+epGjRotk6H1nx448/0r9/fwIDA+nevbs6P/1zmpKSwo0bNwgNDWXw4MGsX7+ezZs36/3ulxPkf3UhhBDiNb2pAatfR+fOnTl69ChRUVGUKVOGDh068PTpUyD7A2FHRETQvXt3Fi9erH6BzczatWt1BqzO6Mls9erVw9LSklGjRpGcnJyt48vpAav9/f05fPgwDx48oGvXrvzzzz9MnToVQ0NDrbjevXvz+PFjbGxsMtzO0qVLURRF59WgQQM1pnHjxuzdu5f79+9z9+5ddu/eTa1atdTlFy9exMjIiLp162pte/jw4fzzzz88evSIffv2Ua9ePb3H4+zsjKIoOkW/S5cuZZhfZhRFyfCvsUuXLmXjxo16pyFtTKizZ8+yf/9+rK2ttc5PUlISN2/eJCwsjO7du0vxSYh3RHx8PGvXrqVfv340b95cqxv5okWLKFKkiE7LitatW6stZVJTU5k0aRIuLi6Ym5tTuXJl1q9frxXfoEEDBgwYwJAhQ7Czs8Pb25vQ0FDq1auHra0tBQsWpEWLFsTExGit9/DhQzp37oyFhQWFCxdm1qxZOg+9yMr+X7Rt2zZMTU217tWQVmxydHTUeqUXSG7duoWjoyMTJ05U4/ft24eJiQm7d+9Wc5k6dSqurq6YmppSokQJJkyYkGkumWnZsiXNmjWjdOnSlClThgkTJmBpackff/yhxsycOZNevXrRvXt3ypcvT2BgIPny5VMfapHVmHPnzvHw4UOqVavGxYsXqVOnDhcvXuTw4cNaLZpbtmypPlwkO6ZMmULx4sUJDg7mww8/xMXFhSZNmmj94aVQoUJa5z4kJIRSpUrh4eGhta34+Hg6d+7M4sWLtQpY+uTEOXry5AkbNmxg6tSp1K9fH1dXV8aMGYOrqysLFizI9vl4malTpzJw4EDWrFmjVXyCZ5/TokWLUq1aNXXMze3bt2c6DEROkP/ZhRBCiNf0pgasfh02NjaULl2a+vXrs379ek6fPs2vv/4KZG8g7KioKFq2bMmsWbOy3D2qePHiOgNWm5ub68RVrFiR3bt3ExERwaeffprlIlRKSgrnzp17bwes3rZtG71796Z06dJ5nYoQ4g16lPhI7+tp8tMsxz5JepKl2Ff1888/4+bmRtmyZenSpQtLlixRC9nt27fnzp07REREqPF3794lNDSUzp07AzBp0iSWL19OYGAgJ06cwN/fny5duhAVFaW1n2XLlmFiYsLvv/9OYGAgjx49IiAggEOHDrF7924MDAxo27atVrErICCA33//nc2bNxMWFsaePXs4cuSI1nazuv/n7dmzR6dL9ssUKlSIJUuWMGbMGA4dOsTDhw/p2rUrAwYMoFGjRgCMGDGCyZMnM2rUKE6ePMnq1atxcHDI1n70SUlJYc2aNTx69IjatWsDaS3JDh8+rDV+ooGBAV5eXuzfvz/LMQCHDx/G0NCQGzduUL16dWrWrElkZKRWa16ADz/8kAMHDpCQkKCT49KlS/X+MWnz5s1Ur16d9u3bY29vT9WqVdWW0xlJTExk5cqV9OjRQ2eb/fv3p3nz5lkaNzKnzlFycjIpKSk6f3w0Nzdn7969L80jO4YNG8b48eMJCQmhbdu2WVqnYcOGVK5cOVeeLPw86YInhBBC5KDcHLA6p6S3OEn/8pfVgbAjIyNp0aIFU6ZMyfGnzqWrUqUKu3fvxsvLiw4dOrB27VqMjY0zXWfZsmXcu3dP64mCOSm3/xr4MtntpiCEeD9YTrLUu6xZ6WZs/WyrOm0/3Z7HSY8zjPVw8iDSL1Kddp7jzO3Ht3XilNGv1vU2KCiILl26AGlde+Li4oiKiqJBgwbkz5+fpk2bsnr1arXIsn79euzs7PD09CQhIYGJEyeya9cutShSsmRJ9u7dy8KFC7VarpQuXZqpU6eq02XLltXKY8mSJRQqVIiTJ09SoUIFHj58yLJly7T2HRwcrNU9MDv7f97ly5cz7GYYEhKCpaX2+/bNN9+oD/Jo1qwZvXr1onPnzlSvXh0LCwsmTZoEpLXWmjNnDvPmzVOfVlqqVKlMW7dmxbFjx6hduzZPnz7F0tKSX3/9VX2K6u3bt0lJSdEpcjk4OHD69OksxwBqYe+TTz7hhx9+4IsvvsgwnyJFipCYmEhsbCxOTk5ay2xsbHTe13QXLlxgwYIFBAQE8M0333Dw4EEGDRqEiYlJhk933bhxI/fv31e7rqdbs2YNR44ceenYS+ly6hxZWVlRu3Ztxo8fT7ly5XBwcOCnn35i//796pNq9cnoc/V8V8Pnbd++nU2bNrF7924aNmyYpWNM5+bmluUH3LwqaQElhBBCvKY3NWA1wPnz54mOjiY2NpYnT56oMYmJiRlu88KFC0yaNInDhw9z5coV9u3bR/v27TE3N6dZs2ZA1gbCjoiIoHnz5gwaNIh27doRGxtLbGwsd+/ezYlTqKVy5cqEh4ezd+9eOnToQFJSkrrs8ePHxMbG8u+///LHH38wbNgw+vbtS79+/fQO2i2EECJ3nDlzhgMHDqjj4BkZGfHpp58SFBSkxnTu3JkNGzaof/RYtWoVHTt2xMDAgPPnz/P48WMaN26MpaWl+lq+fLlOd7oX/089d+4cnTp1omTJklhbW6uDgV+5cgVI+/8vKSmJDz/8UF3nxQJHdvb/vCdPnmTYjd7T01Ony3nfvn21YqZPn05ycjLr1q1j1apV6hhRp06dIiEhQS2W5ZSyZcsSHR3Nn3/+Sb9+/fD19eXkyZM5ug9IK0B5eXlRuHBhDh8+rDcuvQX048e6BdO2bdtqFbWel5qaSrVq1Zg4cSJVq1ald+/e9OrVS++QB0FBQTRt2lSrUPjPP/8wePBgVq1a9UaHQUi3YsUKFEWhaNGimJqaMnfuXDp16vTSLucZfa5+/PHHDGMrVaqEs7Mzo0eP1vr+mBU5PZxBRqQFlBBCCPGa3tSA1ZA2gOXz3QLSYy5evKh++X5+wGozMzP27NnD7NmzuXfvHg4ODtSvX599+/apg2JmZSDsZcuW8fjxYyZNmqT+tRbSnngTGRn56idPj4oVKxIeHk6jRo1o3749P//8M5A2UPnixYsxMTGhYMGCuLu7s3bt2iw3MRdCiHdF/Aj9Px4NDbTHo7v51U29sQYa7R+3lwZfeq28nhcUFERycrLWj3xFUTA1NWXevHnY2NjQsmVLFEVh69at1KhRgz179jBr1iwA9Qfy1q1bdQZhfnHwbgsLC63pli1b4uTkxOLFi9VxpipUqKD3DzIZyc7+n2dnZ8e9e/d05ltYWLy0NUtMTAzXrl0jNTWVS5cuUbFiRYAMu6bnBBMTEzUnd3d3Dh48yJw5c1i4cCF2dnZqt7nn3bhxA0dHR4AsxUBaAWrMmDFMmDCBjz76CDc3N4YOHaqTT/ofrgoVKpSt4yhcuLDacitduXLl2LBhg07s5cuX2bVrl053ssOHD3Pz5k2qVaumzktJSeG3335j3rx5JCQk6Iz1mJPnqFSpUkRFRfHo0SMePHhA4cKF+fTTTylZsmSmx57R5+rff//NMLZo0aKsX78eT09PfHx82L59O1ZWVpluP92pU6dyfTgDKUAJIYQQr8nf3x9/f38g7fG2+rps9e7dO9Oua0uXLn1pd6+XFXteHLC6SJEibNu2LdN1IK0VVOPGjV8rtxelD3ydkRePI6PjqlChgtaXudwodAkhxNvKwsTi5UG5HJuZ5ORkli9fzowZM2jSpInWsjZt2vDTTz/Rt29fzMzM+Pjjj1m1ahXnz5+nbNmyagGgfPnymJqacuXKFb3d3TJy584dzpw5w+LFi/noo48AdMbRKVmyJMbGxhw8eJASJUoAEBcXx9mzZ6lfv/5r7b9q1aqsXLkyy/HpEhMT6dKlC59++illy5bl888/59ixY9jb21O6dGnMzc3ZvXt3ro4TmZqaqrZGMzExwd3dnd27d6sPl0hNTWX37t0MGDAgyzEXLlzg/v37VKtWDXd3d4KDg+ncuTNlypShdevWWvs/fvw4xYoVw87OLlt5161blzNnzmjNO3v2rE43Pkjramlvb0/z5s215jdq1Ihjx45pzevevTtubm4MGzZMp/iU1ePPSszzLCwssLCw4N69e+zYsUOra2lOcHJyIioqSi1ChYaGvrQIFR4ezrFjx9Tvs7lFClBCCCHEe0QGrBZCCPEmhISEcO/ePXr27KnzJNB27doRFBSkdj/r3LkzLVq04MSJE+p4UZA2Ls5XX32Fv78/qamp1KtXj7i4OH7//Xesra0zHNsHIH/+/BQsWJBFixZRuHBhrly5wvDhw7VirKys8PX1ZejQoRQoUAB7e3tGjx6tNebhq+7f29ubESNGcO/ePa2nqCUkJBAbG6sVa2RkpBZbvv32W+Li4pg7dy6WlpZs27aNHj16EBISgpmZGcOGDePrr7/GxMSEunXrcuvWLU6cOEHPnj0zzGPevHn8+uuv6lP0XjRixAiaNm1KiRIlePjwIatXryYyMpIdO3aoMQEBAfj6+lK9enU+/PBDZs+ezaNHj7SenPaymMOHD6PRaNQnrX766aecOHGCzp07s3fvXq0nsO7Zs0enYJnu119/ZcSIERl2w/P396dOnTpMnDiRDh06cODAARYtWqTzwJfU1FSCg4Px9fXFyEi73GFlZUWFChW05llYWFCwYEGd+c/LiXMEsGPHDhRFoWzZspw/f56hQ4fi5uam85S6nFC8eHEiIyPx9PRUnxppbW0NPPucpqSkcOPGDUJDQ5k0aRItWrTI8gNmXpUUoIQQQogcJANWCyGE+C8ICgrCy8tLp/gEaQWoqVOn8vfff1OpUiUaNmxIgQIFOHPmDJ999plW7Pjx4ylUqBCTJk3iwoUL2Nraqo+G18fAwIA1a9YwaNAgKlSoQNmyZZk7d67aXT3dzJkz6du3Ly1atMDa2pqvv/6af/75R2v8n1fZf8WKFalWrRo///wzffr0Uec/33U9XdmyZTl9+jSRkZHMnj2biIgItRCwYsUKKleuzIIFC+jXrx+jRo3CyMiI7777jmvXrlG4cGGdMaSed/v27UzHqrp58ybdunXj+vXr2NjYUKlSJXbs2KHV4vnTTz/l1q1bfPfdd8TGxlKlShVCQ0O1BtR+WcyRI0coXbq0ViubsWPHcvLkSVq1asWBAwdwdHTk6dOnbNy4kdDQ0AzzjYuL02nllK5GjRpqgWrcuHG4uLgwe/Zs9WmK6Xbt2sWVK1fo0aOH3vPyMkuXLqV79+5qK+6cOEfpxzdixAj+/fdfChQoQLt27ZgwYcJLH7byqooVK6ZVhEovPKZ/To2MjMifPz+VK1dm7ty5+Pr6vnQ8qtelUfS1jRc57sGDB9jY2BAXF6fedIQQQgghxPtj8lHdp4u9K4ZXzV6XGPH6nj59ysWLF3FxccmTQZH/ax49ekTRokWZMWOG3lZFWbV161aGDh3K8ePHc/1H+/tiwYIF/Prrr+zcuTOvU8nU6NGjiYqKkq7/L8jsfpXVWoe0gBJCCCGEEEII8d45evQop0+f5sMPPyQuLo5x48YB6IxL9CqaN2/OuXPnuHr1KsWLF3/t7f0XGBsb88MPP+R1Gi+1fft25s2bl9dpvJekACWEEEIIkUektYwQQuSu6dOnc+bMGXWg6D179mR7AGx9hgwZkiPb+a/IzcHVc9KBAwfyOoX3lhSghBBCCCGEEEK8d6pWrcrhw4fzOg0hxP+TzqpCCJGH/Pz88joFIYQQQgghhMh1UoASQoi31KlTp2jVqhU2NjZYWFhQo0YNrly5oi6PjY2la9euODo6YmFhQbVq1diwYYPWNpydndFoNFqvyZMnZ2n/iqLQtGlTNBoNGzdu1Fr24jY1Gg1r1qxRl/v5+WUY88EHH+jdX2RkJBqNhvv37+ssc3Z2Zvbs2XqnFUXhq6++wtraWh0w8vljNzc3x9nZmQ4dOhAeHp6l4xdCCCGEEELkHClACSHEG3b79m18fX0pUaIEP/30E66urrRv357ExEQ1JiYmhnr16uHm5kZkZCR///03o0aN0nriRLdu3Thz5gybN2/m2LFjfPzxx3To0IGjR49q7W/cuHFcv35dfQ0cODBLec6ePRuNRqN3eXBwsNZ227Rpoy6bM2eO1rJ//vmHAgUK0L59+yyepaxLSUmhZ8+eLF++nIiICK1HMKcf+5kzZ1i+fDm2trZ4eXkxYcKEHM9DCCGEEEIIoZ+MASWEEG+Yv78/Bw4cYMWKFcyePZtBgwYRGhpKamqqGvPtt9/SrFkzpk6dqs4rVaqU1nb27dvHggUL+PDDDwEYOXIks2bN4vDhw1StWlWNs7KywtHRMVs5RkdHM2PGDA4dOkThwoUzjLG1tdW7XRsbG2xsbNTpjRs3cu/ePbp3756tPF4mISGBTp06cejQIfbs2UPZsmW1lj9/7CVKlKB+/foULlyY7777jk8++UQn/m0nA1YLIYQQQoh3lbSAEkKIN+zo0aN069YNDw8PbGxs8PT0ZMqUKWrrptTUVLZu3UqZMmXw9vbG3t6emjVr6nSDq1OnDmvXruXu3bukpqayZs0anj59qtUCCGDy5MkULFiQqlWrMm3aNJKTkzPN7/Hjx3z22WfMnz8/08JV//79sbOz48MPP2TJkiUoiqI3NigoCC8vL5ycnDI/OdkQHx9P8+bNOXnyJL///nuWi0mDBw9GURQ2bdqUY7kIIYQQr+P5P0IJIcTbKCfuU9ICSggh3rC6desSHBxM5cqVM1x+8+ZN4uPjmTx5Mt9//z1TpkwhNDSUjz/+mIiICDw8PAD4+eef+fTTTylYsCBGRkbky5ePX3/9FVdXV3VbgwYNolq1ahQoUIB9+/YxYsQIrl+/zsyZM/Xm5+/vT506dWjdurXemHHjxtGwYUPy5cvHzp07+eKLL4iPj2fQoEE6sdeuXWP79u2sXr06S+enWLFiOvMeP36sM2/8+PFYWVlx6tQpChUqlKVtAxQoUAB7e3suXbqU5XWEEEKI3GBiYoKBgQHXrl2jUKFCmJiYZNr9XQgh3jRFUUhMTOTWrVsYGBhgYmLyytvK0wKUs7Mzly9f1pn/xRdfMH/+fJ4+fcqXX37JmjVrSEhIwNvbm//97384ODiosVeuXKFfv35ERERgaWmJr68vkyZNwsjo2aFFRkYSEBDAiRMnKF68OCNHjtR58tT8+fOZNm0asbGxVK5cmR9++EHt1gJkKRchhMiKmTNnMnHiRPz9/YmJiSE6Opq+ffvSt29f4NlfF1q3bo2/vz8AVapUYd++fQQGBqoFqFGjRnH//n127dqFnZ0dGzdupEOHDuzZs4eKFSsCEBAQoO63UqVKmJiY0KdPHyZNmoSpqalObps3byY8PFxnHKkXjRo1Sv131apVefToEdOmTcuwALVs2TJsbW21xojKzJ49e7CystKa92KrLoAmTZqwa9cuJk6cyKxZs7K07XSKosgXfCGEEHnOwMAAFxcXrl+/zrVr1/I6HSGE0CtfvnyUKFECA4NX70iXpwWogwcPkpKSok4fP36cxo0bq4PU+vv7s3XrVtatW4eNjQ0DBgzg448/5vfffwfSBp5t3rw5jo6O7Nu3j+vXr9OtWzeMjY2ZOHEiABcvXqR58+b07duXVatWsXv3bj7//HMKFy6Mt7c3AGvXriUgIIDAwEBq1qzJ7Nmz8fb25syZM9jb22cpFyGEyCoLCwsmTJjAhAkTaNOmDU2bNsXf3x8DAwN69+6NnZ0dRkZGlC9fXmu9cuXKsXfvXiBtkPJ58+Zx/Phx9clylStXZs+ePcyfP5/AwMAM912zZk2Sk5O5dOlShl3WwsPDiYmJwdbWVmt+u3bt+Oijj9QnzGW03fHjx5OQkKBV2FIUhSVLltC1a9cs/7XExcVFZ//P/1EhXaNGjRg4cCCtW7cmNTWVOXPmZGn7d+7c4datW7i4uGQpXgghhMhNJiYmlChRguTkZK3fRkII8bYwNDTEyMjotf+Am6cFqBe7TEyePJlSpUrh4eFBXFwcQUFBrF69moYNGwJpT1wqV64cf/zxB7Vq1WLnzp2cPHmSXbt24eDgQJUqVRg/fjzDhg1jzJgxmJiYEBgYiIuLCzNmzACe/YCbNWuWWoCaOXMmvXr1UgfHDQwMZOvWrSxZsoThw4dnKRchhHgVtra29OnTh507d7Jnzx569+6NiYkJNWrU4MyZM1qxZ8+eVcdQSu+S9uJfIAwNDTPtnx0dHY2BgYFaXH/R8OHD+fzzz7XmVaxYkVmzZtGyZctMt5s/f36dVlVRUVGcP3+enj176l33dTRp0oQtW7bQqlUrFEVh7ty5L11nzpw5GBgYZLlFlhBCCJHbNBoNxsbGGBsb53UqQgiRa96aMaASExNZuXIlAQEBaDQaDh8+TFJSEl5eXmqMm5sbJUqUYP/+/dSqVYv9+/dTsWJFrW5w3t7e9OvXjxMnTlC1alX279+vtY30mCFDhqj7PXz4MCNGjFCXGxgY4OXlxf79+wGylIsQQmSVv78/bdq0oUqVKqSkpBAREUFUVBQjR45UY4YOHcqnn35K/fr18fT0JDQ0lC1btqgtkNzc3HB1daVPnz5Mnz6dggULsnHjRsLCwggJCQFg//79/Pnnn3h6emJlZcX+/fvx9/enS5cu5M+fP8PcHB0dMxx4vESJEmqLoS1btnDjxg1q1aqFmZkZYWFhTJw4ka+++kpnvaCgIGrWrEmFChVe97Tp5eXlRUhICC1btiQ1NZV58+apyx4+fEhsbCxJSUlcvHiRlStX8uOPPzJp0iStsbKEEEIIIYQQueutKUBt3LiR+/fvq2MzxcbGYmJiotMNw8HBgdjYWDXmxTGY0qdfFvPgwQOePHnCvXv3SElJyTDm9OnTWc4lIwkJCSQkJKjTDx48yOQMCJE5Pz8/li5dmtdpiBxQokQJAgICOHfuHI8ePSIyMpIePXowcOBANaZt27YEBgYyadIkBg0aRNmyZdmwYQP16tUDwNjYmG3btjF8+HBatmxJfHw8rq6uLFu2jGbNmgFgamrKmjVrGDNmDAkJCbi4uODv7681LhSk/dU1ODhYZ2w8fYyNjZk/fz7+/v4oioKrq6vakvR5cXFxbNiwIctd415Hw4YN2bp1Ky1atEBRFLUI9d133/Hdd99hYmKCo6MjtWrVYvfu3Xh6euZ6TkIIIYQQQohnXn30qBwWFBRE06ZNKVKkSF6nkmMmTZqEjY2N+ipevHhepyTeU6dOnaJVq1bY2NhgYWFBjRo1uHLlCgCXLl1Co9Fk+Fq3bp26jUGDBuHu7o6pqSlVqlTJ0n5jYmJo27YthQoVwtramg4dOnDjxg11eWRkpN59Hzx4UI1TFIXp06dTpkwZTE1NKVq0KBMmTMh03xqNho0bN+rM9/Pz0+pa9eI0wPr16zEzM1O75vr5+al5GRsb4+DgQOPGjVmyZEmuPBbZ39+fw4cP8+DBA7p27co///zD1KlTMTQ01Irr0aMH586d48mTJ0RHR+s8la506dJs2LCBGzdu8OjRI/766y+6du2qLq9WrRp//PEH9+/f58mTJ5w8eZIRI0ZodZO7ePEiRkZG1K1bV2++iqJonUMfHx+OHj3Kw4cPiY+PJzo6mj59+uh0B7SxseHx48c6hSl9GjRogKIoOsV+SPscp7dczWg6ff34+Hjmz5+PRqPh0qVLKIqCoigkJCRw+fJl1q5dK8UnIYQQQggh8sBbUYC6fPkyu3bt0hp3xNHRkcTERO7fv68Ve+PGDbV7iKOjo9aP3fTl6csyi7G2tsbc3Bw7OzsMDQ0zjHl+Gy/LJSMjRowgLi5Off3zzz8vORNCaLt9+za+vr6UKFGCn376CVdXV9q3b09iYqIaExMTQ7169XBzcyMyMpK///6bUaNGYWZmBkDx4sW5fv261mvs2LFYWlrStGlTrf316NGDTz/9NEu5PXr0iCZNmqDRaAgPD+f3338nMTFR7QYFUKdOHZ19f/7557i4uFC9enV1W4MHD+bHH39k+vTpnD59ms2bN2s9hTIn/fjjj3Tu3JkFCxbw5ZdfqvN9fHy4fv06ly5dYvv27Xh6ejJ48GBatGhBcnJyruTyNti2bRu9e/emdOnSeZ2KEEIIIYQQ4j32VnTBCw4Oxt7enubNm6vz3N3dMTY2Zvfu3bRr1w6AM2fOcOXKFWrXrg1A7dq1mTBhAjdv3lQH1A0LC8Pa2lp9elTt2rXZtm2b1v7CwsLUbZiYmODu7s7u3bvVv/Cnpqaye/duBgwYkOVcMmJqaprhY86FyCp/f38OHDjAihUrmD17NoMGDSI0NFSrVc63335Ls2bNmDp1qjqvVKlS6r8NDQ11CqW//vorHTp0wNLSUp2XPnjzrVu3+Pvvv1+a2++//86lS5c4evQo1tbWACxbtoz8+fMTHh6Ol5eX2u0pXVJSEps2bWLgwIHqExROnTrFggULOH78uPpUttx6OtnUqVMZPXo0a9asoW3btlrLTE1N1VyLFi1KtWrVqFWrFo0aNWLp0qU6A3PnlLzuVtm/f/883b8QQgghhBDivyHPW0ClpqYSHByMr6+v1mO2bWxs6NmzJwEBAURERHD48GG6d+9O7dq11UG/mzRpQvny5enatSt//fUXO3bsYOTIkfTv318t/PTt25cLFy7w9ddfc/r0af73v//x888/4+/vr+4rICCAxYsXs2zZMk6dOkW/fv149OiR+lS8rOQiRG44evQo3bp1w8PDAxsbGzw9PZkyZYrauik1NZWtW7dSpkwZvL29sbe3p2bNmhl2TUt3+PBhoqOjX/upZAkJCWg0Gq0iq5mZGQYGBuzduzfDdTZv3sydO3fUawvSBrQuWbIkISEhuLi44OzszOeff87du3dfK78XDRs2jPHjxxMSEqJTfNKnYcOGVK5cmV9++SVHcxFCCCGEEEKI/5o8bwG1a9curly5Qo8ePXSWzZo1CwMDA9q1a0dCQgLe3t7873//U5cbGhoSEhJCv379qF27NhYWFvj6+jJu3Dg1xsXFha1bt+Lv78+cOXMoVqwYP/74I97e3mrMp59+yq1bt/juu++IjY2lSpUqhIaGag1M/rJchMgNdevWJTg4mMqVK2e4/ObNm8THxzN58mS+//57pkyZQmhoKB9//DERERF4eHjorBMUFES5cuWoU6fOa+VWq1YtLCwsGDZsGBMnTkRRFIYPH05KSgrXr1/PcJ2goCC8vb0pVqyYOu/ChQtcvnyZdevWsXz5clJSUvD39+eTTz4hPDw80xw6deqkM25SQkKCVmtKgO3bt7Np0yZ2795Nw4YNs3Wcbm5uWWoRJoQQQgghhBBCvzwvQDVp0gRFUTJcZmZmxvz585k/f77e9Z2cnHS62L2oQYMGHD16NNOYAQMGqF3uXjUXIXLazJkzmThxIv7+/sTExBAdHU3fvn3p27cvgNoVr3Xr1mqrvipVqrBv3z4CAwN1ClBPnjxh9erVjBo16rVzK1SoEOvWraNfv37MnTsXAwMDOnXqRLVq1XQGowb4999/2bFjBz///LPW/NTUVBISEli+fDllypQB0gpV7u7unDlzRu2Wl5FZs2bh5eWlNW/YsGGkpKRozatUqRK3b99m9OjRfPjhh1pdD19GURS1u6AQQgghhBBCiFeT513whBD6WVhYMGHCBM6dO0erVq3o168fAQEBLFq0CAA7OzuMjIzUMc/SlStXTn0K3vPWr1/P48eP6datW47k16RJE2JiYrh58ya3b99mxYoVXL16lZIlS+rEBgcHU7BgQVq1aqU1v3DhwhgZGanFp/T8gQyP4XmOjo64urpqvaysrHTiihYtSmRkJFevXsXHx4eHDx9m+RhPnTqVa2NSCSGEEEIIIcR/hRSghHhH2Nra0qdPH5o2bcqePXuAtEH0a9SowZkzZ7Riz549i5OTk842goKCaNWqFYUKFcrR3Ozs7LC1tSU8PJybN2/qFJkURSE4OJhu3bphbGystaxu3bokJycTExOjlT+Q4TG8KicnJ6KiooiNjc1yESo8PJxjx46pDx8QQgghhBBCCPFqpAAlxFvM39+fqKgo4uLiSElJISIigqioKNzd3dWYoUOHsnbtWhYvXsz58+eZN28eW7Zs4YsvvtDa1vnz5/ntt9/0Ps3t/PnzREdHExsby5MnT4iOjiY6OprExES9+QUHB/PHH38QExPDypUrad++Pf7+/jrd5sLDw7l48WKG+/by8qJatWr06NGDo0ePcvjwYfr06UPjxo21WkXlhOLFixMZGcnNmzfx9vbmwYMH6rKEhARiY2O5evUqR44cYeLEibRu3ZoWLVrkWIsxIYQQQgghhPivyvMxoIQQ+pUoUYKAgADOnTvHo0ePiIyMpEePHgwcOFCNadu2LYGBgUyaNIlBgwZRtmxZNmzYQL169bS2tWTJEooVK0aTJk0y3Nfnn39OVFSUOl21alUALl68iLOzMwAajYbg4GD8/PwAOHPmDCNGjODu3bs4Ozvz7bffaj1hMl1QUBB16tTBzc1NZ5mBgQFbtmxh4MCB1K9fHwsLC5o2bcqMGTOyda6yqlixYkRGRuLp6Ym3tzc7duwAIDQ0VO0OmD9/fipXrszcuXPx9fXNcEwrIYQQQgghhBBZp1H0jQAuctyDBw+wsbEhLi4Oa2vrvE5HvGP8/PxYunRpnu3/4sWLlClThpMnT1K6dOk8y0NkzeSjt/M6hVc2vKpdXqfw1pL39f0j7+n7R95TIYQQ/zVZrXXIn/WFEFmybds2evfuLcUnIYQQQgghhBDZJl3whHhH5GXrJ4D+/fvn6f6FEEIIIYQQQry7pAWUEEIIIYQQQgghhMhVUoASQgghhBBCCCGEELlKClBCCCGEEEIIIYQQIlfJGFB54FHiIwwTDXXmGxoYYmZkphWnj4HGAHNj81eKfZz0GH0PP9RoNOQzzvdKsU+SnpCqpOrNw8LE4pVinyY/JSU1JUdi8xnnQ6PRAJCQnEByanKOxJobm2OgSavnJqYkkpSSlCOxZkZmGBoYZjs2KSWJxJREvbGmRqYYGRhlOzY5NZmE5AS9sSaGJhgbGmc7NiU1hafJT/XGGhsaY2Joku3YVCWVJ0lPciTWyMAIUyNTABRF4XHS4xyJzc51n53YpJQnGBs+u+4Tk/XHajQGL8Q+BvQ9IFWDiVG+V4pNSnmCksl1b2Ik94iXxb74PhoZmmGgSbvuk1MTSU3Vv93nY1NSk0hJ1X/dGxqYYvj/1332YpNJSc34un+UaC73CD2xSSn6YzUaQ4wNn133mV/L2Yl98brP/j3iUaJ5BrHyPSL9XBobPotNTkkgVdF/jzAyfHbdv/xazk5s9u4R6eR7xNt1j8iL7xHyW+PVYt/27xEvkt8aaeQekf3Y7NwjtHLPUpTIUUVmFAEz3fnNSjdj62db1Wn76fZ6P0weTh5E+kWq085znLn9OOPH/lYvUp2DvQ6q0+Xnl+dy3OUMY8sXKs+JL06o0zUW1+DkrZMZxjrZOHFpyCV1uv7S+hy6dijDWLt8dtwaekudbrqqKVGXozKMzWecj0ffPPsAt/u5HdvObcswFkAZ/ew/ra6/dmX9yfV6Y+NHxKv/ifQJ6cOyv5bpjb351U0KWRQCIGBHAP879D+9sRcHX8TZ1hmAb3d/y/T90/XGHu93nA/sPwBg4p6JjI0aqzf2wOcHqFG0BgBz/pjD17u+1hsb4RtBA+cGACw6vIgB2wfojQ3pFELzMs0BWHVsFd03ddcb+/MnP9P+g/YA/HrqVzqs76A3Nrh1MH5V/ADYcX4HLX5qoTd2XtN59P8wbWDzPVf24LnMU2/sVK+pDK07FIAj14/w4Y8f6o0d7TGaMQ3GAHDq1ikqLKigN/ar2l8xrck0AK7EXcFljove2C+qf8H85vMBuP34NvbT7fXG+lb2ZWmbpUDaFyvLSZZ6Yz8p/wnr2q9TpzOLzc49wqVgHXrX3aROT93lzqPEOxnGFrWtwoD6Yer0rIh63H/yT4ax9lZl8ffcq07P39OEmw/PZBhra16cYY2PqNMLf2/F1fvRGcZamBRkpM9pdVruEVm7R3zx0U6K568KwL4Li9h+Un9srzobKWlXF4ADl5ez+dhwvbG+NVfh5tAEgOh/17M+epDe2M+q/0jFIq0BOBm7ldWHPs8wbvQ2uUeke/4ekZTymNHbnPXGVijcks41ljzLP5PYsvZe+NX6SZ3+fkd5vcWtnLhHjM7gspPvEc98630KS1M7ALaeGMUfl4L1xn7tdZj8+UoAsPPURPbEzNcbO6TBHhys3QCIPDub3Wen6Y3N7j0C0q5l+R4xBng77hF59T1Cfms88z5/j5DfGmnkHpHmde4RmZ2H50kXPCGEEEIIIYQQQgiRqzSKvjaPIsc9ePAAGxsbrt26hrW1tc5yaRabcaw0i5VmsdIsNvuxM/+++852wRte1U7uEXpiZ/yl/dfnd6kL3peV7eQekUHspCO33tkueF9WtssgVr5HpF+n72IXvG+qOQDyPeJtuke8C91r5LfGM2/794gXyW+NNHKPyH7si9f99dvXKVKoCHFxcRnWOtJJAeoNSi9AvexNEeJNm3w04ybV74LhVXV/AAl5T99X8r6+f+Q9ff/IeyqEEOK/Jqu1DumC957y8/PL6xSEEEIIIYQQQgghAClA/SedOnWKVq1aYWNjg4WFBTVq1ODKlSs6cYqi0LRpUzQaDRs3btRaduXKFZo3b06+fPmwt7dn6NChJCfrbzYKcPbsWVq3bo2dnR3W1tbUq1ePiIgInbilS5dSqVIlzMzMsLe3p3///jp5TZ8+nTJlymBqakrRokWZMGFCpvvO6BggrVDXpk0bvdMA69evx8zMjBkzZqgxGo0GjUaDsbExDg4ONG7cmCVLlpCaqr+prxBCCCGEEEII8V8lT8F7j9y+fZsvv/ySiIgIbty4wd69e6latSqrVq3CxCSt72lMTAz16tWjZ8+ejB07Fmtra06cOIGZme5j+WbPnq32S35eSkoKzZs3x9HRkX379nH9+nW6deuGsbExEydO1JtfixYtKF26NOHh4ZibmzN79mxatGhBTEwMjo6OAMycOZMZM2Ywbdo0atasyaNHj7h06ZLWdgYPHszOnTuZPn06FStW5O7du9y9e/c1zpx+P/74I/379ycwMJDu3Z89vcHHx4fg4GBSUlK4ceMGoaGhDB48mPXr17N582aMjOTSEkIIIYQQQggh0smv5PeIv78/Bw4cYMWKFcyePZtBgwYRGhqq1Srn22+/pVmzZkydOlWdV6pUKZ1tRUdHM2PGDA4dOkThwoW1lu3cuZOTJ0+ya9cuHBwcqFKlCuPHj2fYsGGMGTNGLXY97/bt25w7d46goCAqVaoEwOTJk/nf//7H8ePHcXR05N69e4wcOZItW7bQqFEjdd30eEhrvbVgwQKOHz9O2bJlAXBx0f84y9cxdepURo8ezZo1a2jbtq3WMlNTU7VoVrRoUapVq0atWrVo1KgRS5cu5fPPM34MuRBCCCGEEEII8V8kXfDeI0ePHqVbt254eHhgY2ODp6cnU6ZMUVs3paamsnXrVsqUKYO3tzf29vbUrFlTp2va48eP+eyzz5g/f75aZHne/v37qVixIg4ODuo8b29vHjx4wIkTJzLMrWDBgpQtW5bly5fz6NEjkpOTWbhwIfb29ri7uwMQFhZGamoqV69epVy5chQrVowOHTrwzz//qNvZsmULJUuWJCQkBBcXF5ydnfn8889zvAXUsGHDGD9+PCEhITrFJ30aNmxI5cqV+eWXX3I0FyGEEEIIIYQQ4l0nBaj3SN26dQkODiYkJCTD5Tdv3iQ+Pp7Jkyfj4+PDzp07adu2LR9//DFRUVFqnL+/P3Xq1KF169YZbic2Nlar+ASo07GxsRmuo9Fo2LVrF0ePHsXKygozMzNmzpxJaGgo+fPnB+DChQukpqYyceJEZs+ezfr167l79y6NGzcmMTFRjbl8+TLr1q1j+fLlLF26lMOHD/PJJ5+89Px06tQJS0tLrdeqVat04rZv387UqVPZtGmTVkusrHBzc9PpMiiEEEIIIYQQQvzXSRe898jMmTOZOHEi/v7+xMTEEB0dTd++fenbty+A2hWvdevW+Pv7A1ClShX27dtHYGAgHh4ebN68mfDwcI4ePZqjuSmKQv/+/bG3t2fPnj2Ym5vz448/0rJlSw4ePEjhwoVJTU0lKSmJuXPn0qRJEwB++uknHB0diYiIwNvbm9TUVBISEli+fDllypQBICgoCHd3d86cOaN2y8vIrFmz8PLy0po3bNgwUlJStOZVqlSJ27dvM3r0aD788EMsLS2zdZwZjZslhBBCCCGEEEL8l0kLqPeIhYUFEyZM4Ny5c7Rq1Yp+/foREBDAokWLALCzs8PIyIjy5ctrrVeuXDn1KXjh4eHExMRga2uLkZGROph2u3btaNCgAQCOjo7cuHFDaxvp0xl12UvfbkhICGvWrKFu3bpUq1aN//3vf5ibm7Ns2TIAdayp5/MrVKgQdnZ2an6FCxfGyMhILT6l5w9k+CS/5zk6OuLq6qr1srKy0okrWrQokZGRXL16FR8fHx4+fJjpdp936tSpXBuTSgghhBBCCCGEeFdJAeo9ZWtrS58+fWjatCl79uwBwMTEhBo1anDmzBmt2LNnz+Lk5ATA8OHD+fvvv4mOjlZfkNZ6KDg4GIDatWtz7Ngxbt68qW4jLCwMa2trneJWusePHwNgYKD9kTMwMFBbZtWtWxdAK7+7d+9y+/ZtNb+6deuSnJxMTEyMVv6AGpMTnJyciIqKIjY2NstFqPDwcI4dO0a7du1yLA8hhBBCCCGEEOJ9IAWo94i/vz9RUVHExcWRkpJCREQEUVFR6iDfAEOHDmXt2rUsXryY8+fPM2/ePLZs2cIXX3wBpLUSqlChgtYLoESJEmrLniZNmlC+fHm6du3KX3/9xY4dOxg5ciT9+/fH1NQ0w9xq165N/vz58fX15a+//uLs2bMMHTqUixcv0rx5cwDKlClD69atGTx4MPv27eP48eP4+vri5uaGp6cnAF5eXlSrVo0ePXpw9OhRDh8+TJ8+fWjcuLFWq6icULx4cSIjI7l586Y6yHq6hIQEYmNjuXr1KkeOHGHixIm0bt2aFi1a0K1btxzNQwghhBBCCCGEeNdJAeo9UqJECQICAihevDirV6+mW7du9OjRg4EDB6oxbdu2JTAwkKlTp1KxYkV+/PFHNmzYQL169bK8H0NDQ0JCQjA0NKR27dp06dKFbt26MW7cODXm0qVLaDQaIiMjgbTuf6GhocTHx9OwYUOqV6/O3r172bRpE5UrV1bXW758OTVr1qR58+Z4eHhgbGxMaGgoxsbGQFqLqS1btmBnZ0f9+vVp3rw55cqVY82aNa959jJWrFgxIiMjuX37tlYRKjQ0lMKFC+Ps7IyPjw8RERHMnTuXTZs2YWhomCu5CCGEEEIIIYQQ7yqNoihKXifxX/HgwQNsbGyIi4vD2to6V/fl5+fH0qVLc3UfmYmIiODjjz/mwoUL6lPuxNtr8tHbeZ3CKxte1S6vU3gryXv6fpL39f0j7+n7R95TIYQQ/zVZrXVICyiRK7Zt28Y333wjxSchhBBCCCGEEEJglNcJiNyRl62fAKZNm5an+xdCCCGEEEIIIcTbQ1pACSGEEEIIIYQQQohcJQUoIYQQQgghxDvNz88vr1MQQgjxElKAEkIIIYQQQry3Tp06RatWrbCxscHCwoIaNWpw5coVdfmiRYto0KAB1tbWaDQa7t+/r7ONI0eO0LhxY2xtbSlYsCC9e/cmPj4+0/0qisJ3331H4cKFMTc3x8vLi3PnzmnF3L17l86dO2NtbY2trS09e/bU2e7ff//NRx99hJmZGcWLF2fq1KmZ7jf9adTR0dE6yxo0aMCQIUP0TgPMmTMHU1NT9SnTDRo0QKPRoNFoMDU1pWjRorRs2ZJffvkl0zyEEOJFUoASQgghhBBCvHNu376Nr68vJUqU4KeffsLV1ZX27duTmJioxsTExFCvXj3c3NyIjIzk77//ZtSoUZiZmakxjx8/xsfHh2+++SbD/Vy7dg0vLy9cXV35888/CQ0N5cSJEy9tdTV16lTmzp1LYGAgf/75JxYWFnh7e/P06VM1pnPnzpw4cYKwsDBCQkL47bff6N27t7r8wYMHNGnSBCcnJw4fPsy0adMYM2YMixYtesWzlrnRo0fzzTffsGnTJjp27KjO79WrF9evXycmJoYNGzZQvnx5OnbsqJWrEEK8jAxCLoQQQgghhHjn+Pv7c+DAAVasWMHs2bMZNGgQoaGhpKamqjHffvstzZo102o1VKpUKa3tpLcAioyMzHA/ISEhGBsbM3/+fAwM0v5+HxgYSKVKlTh//jyurq466yiKwuzZsxk5ciStW7cGYPny5Tg4OLBx40Y6duzIqVOnCA0N5eDBg1SvXh2AH374gWbNmjF9+nSKFCnCqlWrSExMZMmSJZiYmPDBBx8QHR3NzJkzc7T4oygKgwYNYuXKlYSFhVGnTh2t5fny5cPR0RGAYsWKUatWLdzc3OjRowcdOnTAy8srx3IRQry/pAWUEEIIIYQQ4p1z9OhRunXrhoeHBzY2Nnh6ejJlyhS1dVNqaipbt26lTJkyeHt7Y29vT82aNdm4cWO29pOQkICJiYlafAIwNzcHYO/evRmuc/HiRWJjY7UKMzY2NtSsWZP9+/cDsH//fmxtbdXiE4CXlxcGBgb8+eefakz9+vUxMTFRY7y9vTlz5gz37t3L1nHok5ycTJcuXVi/fj1RUVE6xSd9fH19yZ8/v3TFE0JkmRSghBBCCCGEEO+cunXrEhwcTEhISIbLb968SXx8PJMnT8bHx4edO3fStm1bPv74Y6KiorK8n4YNGxIbG8u0adNITEzk3r17DB8+HIDr169nuE5sbCwADg4OWvMdHBzUZbGxsdjb22stNzIyokCBAloxGW3j+X3oU6dOHSwtLbVee/bs0YlbvHgx69evJyIigkqVKmW6zecZGBhQpkwZLl26lOV1hBD/bdIFT2Tb5KO38zqFVza8ql1epyCEEEIIIXLAzJkzmThxIv7+/sTExBAdHU3fvn3p27cvgNoVr3Xr1vj7+wNQpUoV9u3bR2BgIB4eHlnazwcffMCyZcsICAhgxIgRGBoaMmjQIBwcHLRaRb1t1q5dS7ly5bTmde7cWSeuXr16REdHM2rUKH766SeMjLL+E1FRFDQazWvnKoT4b3h775hCCCGEEEIIoYeFhQUTJkzg3LlztGrVin79+hEQEKAO0G1nZ4eRkRHly5fXWq9cuXJaT8HLis8++4zY2FiuXr3KnTt3GDNmDLdu3aJkyZIZxqePl3Tjxg2t+Tdu3FCXOTo6cvPmTa3lycnJ3L17Vysmo208vw99ihcvjqurq9Yrvevg8ypWrMju3buJiIjg008/JTk5OdPtpktJSeHcuXO4uLhkKV4IIaQAJYQQQgghhHin2dra0qdPH5o2bap2MzMxMaFGjRqcOXNGK/bs2bM4OTm90n4cHBywtLRk7dq1mJmZ0bhx4wzjXFxccHR0ZPfu3eq8Bw8e8Oeff1K7dm0Aateuzf379zl8+LAaEx4eTmpqKjVr1lRjfvvtN5KSktSYsLAwypYtS/78+V/pGDJSpUoVdu/ezW+//UaHDh209qfPsmXLuHfvHu3atcuxPIQQ7zcpQAkhhBBCCCHeOf7+/kRFRREXF0dKSgoRERFERUXh7u6uxgwdOpS1a9eyePFizp8/z7x589iyZQtffPGFGhMbG0t0dDTnz58H4NixY0RHR3P37l01Zt68eRw5coSzZ88yf/58BgwYwKRJk7C1tc0wN41Gw5AhQ/j+++/ZvHkzx44do1u3bhQpUoQ2bdoAaS2xfHx86NWrFwcOHOD3339nwIABdOzYkSJFigBpLa9MTEzo2bMnJ06cYO3atcyZM4eAgIAcPptQuXJlwsPD2bt3r04R6vHjx8TGxvLvv//yxx9/MGzYMPr27Uu/fv3w9PTM8VyEEO8nGQMqLzx6BIaGuvMNDeH/n9qhxuljYADPN6HNTuzjx6AoGcdqNJAvX6axxk/S9qWgIdn8WazR0ydolFT0STK3eKVYw4SnGKSm5EgsSsG0YwRISIDMmhjny5f1WHPztPMMkJgImf3VKDuxZmbPPivZiU1KSovXx9QU0vv3JyWp72lGko1NUf4/VpOcjFFSgt7YFCMTUo2Nsx+bkoJR4tNMYo1JNTbJOPbRC03JjY0h/Ukxqanw5Ine7WYr1sgo7bxB2jXx+HHOxGbnus9GrNHTJySbPTs3mb3HisZAK9boyWM0ZHyP0LnusxObjeueJ0/S3hN9LJ6LffoUUjK57rMTm53rPg/uES++j8kmZij/f90bJCVimKx/u9qxSRgm679HPH/dZyc20+v+kXna9fb/1z3JyWnnTZ/nY1NS0t47fZ6/lrMT+5bcI4yf6o9NNTAkxfTZdZ/ZtZyd2Bev+1e6R7x4/4UsfY/QG5ud6/4tvkekn8sks2exhokJGKTov0ckmT677l92LWcnNrv3iGc7yd73iCzHZue6z0JsiRIlCAgI4Ny5czx69IjIiAh6dO3KwB491P8j2zZpQuC8eUyaOpVBgwZRtmxZNqxaRb2qVdWYwLlzGTtpkrrp+vXrAxAcFITfp58CcGDfPkaPHk18fDxuZcqwcO5cunbr9iyf1FScXVzw69yZMd9+C8DX/fvz6N49evfqxf24OOrVq0doaChmpqbqvlctWsSAL7+kUaNGGBgY0K51a+bOmqVu1sbamp2bNtHf3x93d3fsChbku+HD6d2587PfFC9+N0i//zx5ov1d4cXfH48epX3ek5LUuIolSxIeEkKjli1p3749P//8M5A2UPnixYsxMTGhYIECuFetytply2jbqlXafnLwt4be2PfkHvFKse/4b428ukf8V75H5MVvjWzVI56niDcmLi5OAZS4tI+J7qtZM+0V8uXLOA4UxcNDO9bOTn9s9erasU5O+mPLl9eOLV9eb+z9wsWVSUduqa9r5avojX1kW1Ar9rJ7Hb2xCWb5tGLP1fPSny9oxZ7yaplprBIf/+zYfH0zj71581nsF19kHnvx4rPYr77KPPb48Wexo0dnHnvgwLPYqVMzj42IeBY7b17msSEhz2KDgzON/WXKj+r5/WXKj5nGhoyZq8b+PGdVprE7hk1WY1ct2php7O7Bo9XY4BU7Mz+20aOfHdvx45nHfvXVs9iLFzOP/eKLZ7E3b2Ye6+v7LDY+PvPYTz7RvuYyi83GPeKyex2ta+ORbUG9sdfKV9GKvV+4uN7YmyXLasXeLFlWb+yr3iMURUm7x+k7D/nyaZ+HZs0yP2/P++STzGPfsXtE8Iqd6nnbPTjz2FWLNqqxO4ZNzjT25zmr1NiQMXMzjc3OPUIJDn52bCEhmcfOm/csNiIi89ipU5/FHjiQeexbdo+Y/vulTGNPebXUuo4yiz1Xz0srNsHszd8jsvM9QnFy0o6tXl1/rJ2dduw7cI+YvfuUes4Ote+eaez/Qg6rsX907Z9p7OJ1e9TYPb2HZhqb3XuEKge/Ryg///ws9uefM499jXuEb2axb+Ae8ejkScUMlAh9se/Y94i34bfG+36PeBu+R7wNvzXe1D0i09h3+HvE23KPiCtQQAGUuLg4JTPSBU8IIYQQQgghXkPE/v00BBrkdSJCCPEW06QVwcSb8ODBA2xsbIi7dg1ra2vdgHekC96Mv24DvJNd8L6sXUKaxYJOs9gZB6/pDX3bu+B9WdlOO1iaxQIw/e+772wXvOFV7aTpvJ7Y9PtvunepC96Xle2k6XwGsZOP3Hpnu+Dp3H9Butfw7Dp9F7vgDavu8P87ke41wFtxj8ir7xF5+VtDb+x7co94pdh3/LeG3COyEPuO3yMeXL+OTZEixMXFZVzrSE9d/xZFrrGw0L6RZRaXnW1m1fM38leITTLP+MJ5/svpy2QnNsXUjExu89mLTb/JQ9pFm37hvkx2Yk1Mnt1o8irW2PjZDTcLsVpj72RCMTIiyShrt41sxRoaZj2HF2Mz++wbGGT92shOrEaTO7GQY7HJZtrXaVbPL6BVNMrR2Gxc92TwmGi9nv+PMidj38J7hL77L0CqsYlaqH2ZVGNjtQCck7GZXvcvfl6NjJ594XwZQ8OsXxvZiX1L7hHZuT7fhlj1us/KMWbnO0d2rvu3+B6R0XWaYmJKClm7R2TvWs6d2Ox+j8hybHaue7lHZD8W3o7Y1/ytodd7co947dh38LeG3COyGfse3yOkC54QQgghhBBCCCGEyFVSgBJCCCGEEEIIIYQQuUoKUEIIIYQQQggh3jp+fn55nYIQIgdJAUoIIYQQQgghxDvDz88PjUaj9fLx8dGKOXLkCI0bN8bW1paCBQvSu3dv4uPjtWJe3IZGo2HNmjWZ7vvu3bt07twZa2trbG1t6dmzp852//77bz766CPMzMwoXrw4U6dO1dnOunXrcHNzw8zMjIoVK7Jt27ZM97t06VJsbW0zXKbRaNi4caPe6aSkJDp16kTRokU5fvy4zrFbWFhQunRp/Pz8OHz4cKZ5CPE6pAAlhBBCCCGEEOKtcPv2bXx9fSlRogQ//fQTrq6utG/fnsQXnqTm4+PD9evX1ddPP/2kLrt27RpeXl64urry559/EhoayokTJzJsURUcHKy1nTZt2mSaX+fOnTlx4gRhYWGEhITw22+/0bt3b3X5gwcPaNKkCU5OThw+fJhp06YxZswYFi1apMbs27ePTp060bNnT44ePUqbNm1o06aNWhzKSY8fP6ZVq1YcPHiQvXv3UqFCBZ1jP3HiBPPnzyc+Pp6aNWuyfPnyHM9DCJCn4AkhhBBCCCGEeEv4+/tz4MABVqxYwezZsxk0aBChoaGkpqZqxZmamuLo6JjhNkJCQjA2Nmb+/PkYGKS1uQgMDKRSpUqcP38eV1dXNdbW1lbvdl506tQpQkNDOXjwINWrVwfghx9+oFmzZkyfPp0iRYqwatUqEhMTWbJkCSYmJnzwwQdER0czc+ZMtVA1Z84cfHx8GDp0KADjx48nLCyMefPmERgYmL0Tlon79+/TvHlz4uPj2bt3r85xPn/szs7ONGnSBF9fXwYMGEDLli3Jnz9/juUiBEgBSgghhBBCCCH0mnz0dl6n8MqGV7XL6xSy7ejRo3Tr1g0PDw+Cg4Px9PTE09NTJy4yMhJ7e3vy589Pw4YN+f777ylYsCAACQkJmJiYqMUnAHNzcwD27t2rVYDq378/n3/+OSVLlqRv3750794djUaTYW779+/H1tZWLT4BeHl5YWBgwJ9//knbtm3Zv38/9evXx8TERI3x9vZmypQp3Lt3j/z587N//34CAgK0tu3t7a3Vbe51xcbG4uHhgaWlJVFRUXq7773I39+f5cuXExYWRocOHXIsHyFAuuAJIYQQQgghhHhL1K1bl+DgYEJCQvTG+Pj4sHz5cnbv3s2UKVOIioqiadOmpKSkANCwYUNiY2OZNm0aiYmJ3Lt3j+HDhwNw/fp1dTvjxo3j559/JiwsjHbt2vHFF1/www8/6N1vbGws9vb2WvOMjIwoUKAAsbGxaoyDg4NWTPr0y2LSl+sTFxeHpaWlzisjgwcPJjExkbCwsCwXnwDc3NwAuHTpUpbXESKrpAWUEEIIIYQQQoi3wsyZM5k4cSL+/v7ExMQQHR1N37596du3rxrTsWNH9d8VK1akUqVKlCpVisjISBo1asQHH3zAsmXLCAgIYMSIERgaGjJo0CAcHBy0WkWNGjVK/XfVqlV59OgR06ZNY9CgQW/mYLPJysqKI0eO6MwvXbq0zrwWLVqwceNGFi5ciL+/f5b3oSgKgN5WYEK8DmkBJYQQQgghhBDirWBhYcGECRM4d+4crVq1ol+/fgQEBGgN4v2ikiVLYmdnx/nz59V5n332GbGxsVy9epU7d+4wZswYbt26RcmSJfVup2bNmvz7778kJCRkuNzR0ZGbN29qzUtOTubu3bvqWEqOjo7cuHFDKyZ9+mUxLxuLysDAAFdXV51XRrp27cqSJUv46quvmDlzZqbbfd6pU6cAcHFxyfI6QmSVFKCEEEIIIYQQQrx1bG1t6dOnD02bNmXPnj164/7991/u3LlD4cKFdZY5ODhgaWnJ2rVrMTMzo3Hjxnq3Ex0dTf78+TE1Nc1wee3atbl//z6HDx9W54WHh5OamkrNmjXVmN9++42kpCQ1JiwsjLJly6qDeteuXZvdu3drbTssLIzatWvrze1V+Pr6snTpUr7++mumT5+epXVmz56NtbU1Xl5eOZqLECBd8IQQQgghhBBCvCX8/f1p06YNVapUISUlhYiICKKiohg5ciQA8fHxjB07lnbt2uHo6EhMTAxff/01rq6ueHt7q9uZN28ederUwdLSkrCwMIYOHcrkyZPV8ZC2bNnCjRs3qFWrFmZmZoSFhTFx4kS++uorvbmVK1cOHx8fevXqRWBgIElJSQwYMICOHTtSpEgRIK3l1dixY+nZsyfDhg3j+PHjzJkzh1mzZqnbGTx4MB4eHsyYMYPmzZuzZs0aDh06lGkrr1fVtWtXDAwM8PX1RVEU9cl7kPaUvNjYWBISEjh79iwLFy5k48aNLF++PFvjRgmRVVKAEkIIIYQQQgjxVihRogQBAQGcO3eOR48eERkZSY8ePRg4cCAAhoaG/P333yxbtoz79+9TpEgRmjRpwvjx47VaLh04cIDRo0cTHx+Pm5sbCxcupGvXrupyY2Nj5s+fj7+/P4qi4OrqysyZM+nVq5cac+nSJVxcXIiIiKBBgwYArFq1igEDBtCoUSMMDAxo164dc+fOVdexsbFh586d9O/fH3d3d+zs7Pjuu+/o3bu3GlOnTh1Wr17NyJEj+eabbyhdujQbN26kQoUKuXJOO3fujIGBAV27diU1NZVhw4YB0L17dwDMzMwoWrQo9erV48CBA1SrVi1X8hBCo6SPMiZy3YMHD7CxsSEuLg5ra+u8TueVyaNo3z/ynr5/5D19P8n7+v6R9/T9I+/p+0fe07zj5+fH0qVL82z/ERERfPzxx1y4cEHtPieE0JXVWoeMASWEEEIIIYQQQrxg27ZtfPPNN1J8EiKH5HkB6urVq3Tp0oWCBQtibm5OxYoVOXTokLpcURS+++47ChcujLm5OV5eXpw7d05rG3fv3qVz585YW1tja2tLz549iY+P14r5+++/+eijjzAzM6N48eJMnTpVJ5d169bh5uaGmZkZFStWZNu2bVrLs5KLEEIIIYQQQojXl5etnwCmTZumNWaSEOL15GkB6t69e9StWxdjY2O2b9/OyZMnmTFjhlaFeerUqcydO5fAwED+/PNPLCws8Pb25unTp2pM586dOXHiBGFhYYSEhPDbb79p9bF98OABTZo0wcnJicOHDzNt2jTGjBmjNcjbvn376NSpEz179uTo0aO0adOGNm3acPz48WzlIoQQQgghhBBCCCG05ekg5FOmTKF48eIEBwer81xcXNR/K4rC7NmzGTlyJK1btwZg+fLlODg4sHHjRjp27MipU6cIDQ3l4MGDVK9eHYAffviBZs2aMX36dIoUKcKqVatITExkyZIlmJiY8MEHHxAdHc3MmTPVQtWcOXPw8fFRK9zjx48nLCyMefPmERgYmKVchBBCCCGEEEIIIYSuPG0BtXnzZqpXr0779u2xt7enatWqLF68WF1+8eJFYmNj8fLyUufZ2NhQs2ZN9u/fD8D+/fuxtbVVi08AXl5eGBgY8Oeff6ox9evXx8TERI3x9vbmzJkz3Lt3T415fj/pMen7yUouQgghhBBCCCGEEEJXnhagLly4wIIFCyhdujQ7duygX79+DBo0iGXLlgEQGxsLgIODg9Z6Dg4O6rLY2Fjs7e21lhsZGVGgQAGtmIy28fw+9MU8v/xlubwoISGBBw8eaL2EEEIIIYQQQggh/mvytAteamoq1atXZ+LEiQBUrVqV48ePExgYiK+vb16mliMmTZrE2LFj8zoNIYQQQgghhBBCiDyVpy2gChcuTPny5bXmlStXjitXrgDg6OgIwI0bN7Ribty4oS5zdHTk5s2bWsuTk5O5e/euVkxG23h+H/pinl/+slxeNGLECOLi4tTXP//8k2GcEEIIIYQQQgghxPssTwtQdevW5cyZM1rzzp49i5OTE5A2ILmjoyO7d+9Wlz948IA///yT2rVrA1C7dm3u37/P4cOH1Zjw8HBSU1OpWbOmGvPbb7+RlJSkxoSFhVG2bFn1iXu1a9fW2k96TPp+spLLi0xNTbG2ttZ6CSGEEEIIIYQQQvzX5GkXPH9/f+rUqcPEiRPp0KEDBw4cYNGiRSxatAgAjUbDkCFD+P777yldujQuLi6MGjWKIkWK0KZNGyCtxZSPjw+9evUiMDCQpKQkBgwYQMeOHSlSpAgAn332GWPHjqVnz54MGzaM48ePM2fOHGbNmqXmMnjwYDw8PJgxYwbNmzdnzZo1HDp0KFu5CCGEEEIIIYR4u00+ejuvU3hlw6va5XUKQryyPC1A1ahRg19//ZURI0Ywbtw4XFxcmD17Np07d1Zjvv76ax49ekTv3r25f/8+9erVIzQ0FDMzMzVm1apVDBgwgEaNGmFgYEC7du2YO3euutzGxoadO3fSv39/3N3dsbOz47vvvqN3795qTJ06dVi9ejUjR47km2++oXTp0mzcuJEKFSpkKxchhBBCCCGEEEIIoS1PC1AALVq0oEWLFnqXazQaxo0bx7hx4/TGFChQgNWrV2e6n0qVKrFnz55MY9q3b0/79u1fKxchhBBCCCGEEEIIoS1Px4ASQgghhBBCCCGEEO8/KUAJIYQQQgghhBBCiFwlBSghhBBCCCGEEEIIkaukACWEEEIIIYQQQgghcpUUoIQQQgghhBBCCCFErpIClBBCCCGEEEIIIYTIVVKAEkIIIYQQQgghhBC5SgpQQgghhBBCCCGEECJXSQFKCCGEEEIIIYQQQuQqKUAJIYQQQgghhBBCiFwlBSghhBBCCCGEEEIIkaukACWEEEIIIYQQQgghcpUUoIQQQgghhBBCCCFErpIClBBCCCGEEEIIIYTIVVKAEkIIIYQQQgghhBC5SgpQQgghhBBCCCGEECJXSQFKCCGEEEIIIYQQQuQqKUAJIf6PvfsOj6Js3z5+bkIPJDRJpIMoTWoiEIrSA0aKoCii0oQfSk2kqhQLRZQqIEgHUYrtkV4FRAIoXaoUAYFAkBJAICS53j94M09WQNGHZSF8P8exh+zMPbOXuXdmds+duQcAAAAAAI8igAIAAAAAAIBHEUABAAAAAADAowigAAAAAAAA4FEEUAAAAAAAAPAoAigAAAAAAAB4FAEUAAAAAAAAPIoACgAAAAAAAB5FAAUAAAAAAACPIoACAAAAAACARxFAAQAAAAAAwKMIoAAAAAAAAOBRBFAAAAAAAADwKAIoAAAAAAAAeBQBFAAAAAAAADyKAAoAAAAAAAAeRQAFAAAAAAAAjyKAAgAAAAAAgEcRQAEAAAAAAMCjCKAAAAAAAADgUQRQAAAAAAAA8CgCKAAAAAAAAHgUARQAAAAAAAA8igAKAAAAAAAAHkUABQAAAAAAAI8igAIAAAAAAIBHEUABAAAAAADAowigAAAAAAAA4FEEUAAAAAAAAPAoAigAAAAAAAB4FAEUAAAAAAAAPIoACgAAAAAAAB5FAAUAAAAAAACPIoACAAAAAACARxFAAQAAAAAAwKMIoAAAAAAAAOBRBFAAAAAAAADwKAIoAAAAAAAAeBQBFAAAAAAAADyKAAoAAAAAAAAeRQAFAAAAAAAAjyKAAgAAAAAAgEcRQAEAAAAAAMCjvBpA9evXTy6Xy+1RpEgRZ/7ly5fVvn17ZcuWTRkzZlTjxo114sQJt3UcPnxY4eHhypAhg3LkyKFu3bopPj7erc3KlStVtmxZpU2bVoUKFdKUKVOuq2X06NHKnz+/0qVLp/Lly2vDhg1u82+lFgAAAAAAAFzP62dAFS9eXMePH3cea9asceZFRERo7ty5mjNnjlatWqVjx46pUaNGzvyEhASFh4crLi5Oa9eu1dSpUzVlyhT16dPHaXPw4EGFh4erWrVq2rJli7p06aJXXnlFixcvdtrMmjVLkZGR6tu3rzZt2qRSpUopLCxMJ0+evOVaAAAAAAAAcGNeD6BSpUqloKAg55E9e3ZJ0rlz5zRx4kQNHTpU1atXV3BwsCZPnqy1a9dq3bp1kqQlS5Zo586d+vTTT1W6dGnVrVtX7777rkaPHq24uDhJ0tixY1WgQAENGTJERYsWVYcOHfTMM89o2LBhTg1Dhw5VmzZt1LJlSxUrVkxjx45VhgwZNGnSpFuuBQAAAAAAADfm9QDql19+Uc6cOVWwYEE1a9ZMhw8fliRt3LhRV69eVc2aNZ22RYoUUd68eRUVFSVJioqKUokSJRQYGOi0CQsLU2xsrHbs2OG0Sb6OpDZJ64iLi9PGjRvd2vj4+KhmzZpOm1up5UauXLmi2NhYtwcAAAAAAMD9xqsBVPny5TVlyhQtWrRIH3/8sQ4ePKgqVaro/Pnzio6OVpo0aZQ5c2a3ZQIDAxUdHS1Jio6OdgufkuYnzfurNrGxsbp06ZJOnTqlhISEG7ZJvo6/q+VGBg4cqICAAOeRJ0+eW/vDAAAAAAAApCCpvPnidevWdf5dsmRJlS9fXvny5dPs2bOVPn16L1Z2e/Tq1UuRkZHO89jYWEIoAAAAAABw3/H6JXjJZc6cWY888oj27dunoKAgxcXF6ezZs25tTpw4oaCgIElSUFDQdXeiS3r+d238/f2VPn16Zc+eXb6+vjdsk3wdf1fLjaRNm1b+/v5uDwAAAAAAgPvNXRVAXbhwQfv379eDDz6o4OBgpU6dWsuXL3fm79mzR4cPH1ZoaKgkKTQ0VNu3b3e7W93SpUvl7++vYsWKOW2SryOpTdI60qRJo+DgYLc2iYmJWr58udPmVmoBAAAAAADAjXn1EryuXbuqXr16ypcvn44dO6a+ffvK19dXTZs2VUBAgFq3bq3IyEhlzZpV/v7+6tixo0JDQ1WhQgVJUu3atVWsWDG99NJLGjx4sKKjo/XWW2+pffv2Sps2rSSpXbt2GjVqlLp3765WrVppxYoVmj17tubPn+/UERkZqebNmyskJETlypXT8OHDdfHiRbVs2VKSbqkWAAAAAAAA3JhXA6jffvtNTZs21e+//64HHnhAlStX1rp16/TAAw9IkoYNGyYfHx81btxYV65cUVhYmMaMGeMs7+vrq3nz5unVV19VaGio/Pz81Lx5c73zzjtOmwIFCmj+/PmKiIjQiBEjlDt3bk2YMEFhYWFOm+eee04xMTHq06ePoqOjVbp0aS1atMhtYPK/qwUAAAAAAAA35tUAaubMmX85P126dBo9erRGjx590zb58uXTggUL/nI9VatW1ebNm/+yTYcOHdShQ4f/qRYAAAAAAABc764aAwoAAAAAAAApDwEUAAAAAAAAPIoACgAAAAAAAB5FAAUAAAAAAACPIoACAAAAAACARxFAAQAAAAAAwKMIoAAAAAAAAOBRBFAAAAAAAADwKAIoAAAAAAAAeBQBFAAAAAAAADyKAAoAAAAAAAAeRQAFAAAAAAAAjyKAAgAAAAAAgEcRQAEAAAAAAMCjCKAAAAAAAADgUQRQAAAAAAAA8CgCKAAAAAAAAHgUARQAAAAAAAA8igAKAAAAAAAAHkUABQAAAAAAAI8igAIAAAAAAIBHEUABAAAAAADAowigAAAAAAAA4FEEUAAAAAAAAPAoAigAAAAAAAB4FAEUAAAAAAAAPIoACgAAAAAAAB5FAAUAAAAAAACPIoACAAAAAACARxFAAQAAAAAAwKP+pwDqypUrt6sOAAAAAAAApFD/KIBauHChmjdvroIFCyp16tTKkCGD/P399cQTT6h///46duyYp+oEAAAAAADAPeqWAqivv/5ajzzyiFq1aqVUqVKpR48e+uqrr7R48WJNmDBBTzzxhJYtW6aCBQuqXbt2iomJ8XTdAAAAAAAAuEekupVGgwcP1rBhw1S3bl35+FyfWTVp0kSSdPToUX300Uf69NNPFRERcXsrBQAAAAAAwD3plgKoqKioW1pZrly5NGjQoP+pIAAAAAAAAKQs3AUPAAAAAAAAHvWPAqiLFy+qT58+evTRR5UxY0ZlypRJJUuW1DvvvKM//vjDUzUCAAAAAADgHnZLl+BJUlxcnJ544gn9/PPPqlu3rurVqycz065du9S/f38tXLhQq1evVurUqT1ZLwAAAAAAAO4xtxxAffzxx/rtt9+0detWFS5c2G3e7t27VbVqVY0dO1YdO3a87UUCAAAAAADg3nXLl+B99dVX6t2793XhkyQVKVJEb775pr744ovbWhwAAAAAAADufbccQO3cuVNVq1a96fxq1app586dt6MmAAAAAAAApCC3HECdPXtW2bJlu+n8bNmy6dy5c7elKAAAAAAAAKQctxxAJSYmytfX9+Yr8vFRQkLCbSkKAAAAAAAAKcctD0JuZqpRo4ZSpbrxIvHx8betKAAAAAAAAKQctxxA9e3b92/bNG7c+H8qBgAAAAAAACnPbQ2gjh8//j8VAwAAAAAAgJTnlseAioyM/Mv5x48f/8u75AEAAAAAAOD+dMsB1OTJk9W/f/8bzksKnx544IHbVhgAAAAAAABShlu+BO/bb79VnTp1lDVrVr366qvO9OjoaFWrVk1Zs2bVokWLPFIkAAAAAAAA7l23HEBVqVJFs2fPVuPGjZUlSxY9//zzTvgUEBCgJUuWKGPGjJ6sFQAAAAAAAPegWw6gJCk8PFyTJk1Sy5YtdfnyZQ0ePFgZM2bUkiVLlClTJk/VCAAAAAAAgHvYPwqgJOmFF17Q2bNn1bp1a5UtW1bLli1TQECAJ2oDAAAAAABACnDLAVSZMmXkcrmc56lTp9bZs2dVrVo1t3abNm26fdUBAAAAAADgnnfLAVTDhg3dnjdo0OB21wIAAAAAAIAU6JYDqL59+3qyDgAAAAAAAKRQPt4uAAAAAAAAACnbvx4D6mYYAwoAAAAAAADJ/asxoMxMAwcOVLt27ZQ1a1ZP1AUAAAAAAIAU4l+PATVkyBB17txZBQsWvO1FAQAAAAAAIOVgDCgAAAAAAAB41F0TQA0aNEgul0tdunRxpl2+fFnt27dXtmzZlDFjRjVu3FgnTpxwW+7w4cMKDw9XhgwZlCNHDnXr1k3x8fFubVauXKmyZcsqbdq0KlSokKZMmXLd648ePVr58+dXunTpVL58eW3YsMFt/q3UAgAAAAAAgOvdFQHUjz/+qHHjxqlkyZJu0yMiIjR37lzNmTNHq1at0rFjx9SoUSNnfkJCgsLDwxUXF6e1a9dq6tSpmjJlivr06eO0OXjwoMLDw1WtWjVt2bJFXbp00SuvvKLFixc7bWbNmqXIyEj17dtXmzZtUqlSpRQWFqaTJ0/eci0AAAAAAAC4sVseA2rkyJFuz+Pj4zVlyhRlz57dbXqnTp3+UQEXLlxQs2bNNH78eL333nvO9HPnzmnixIn67LPPVL16dUnS5MmTVbRoUa1bt04VKlTQkiVLtHPnTi1btkyBgYEqXbq03n33XfXo0UP9+vVTmjRpNHbsWBUoUEBDhgyRJBUtWlRr1qzRsGHDFBYWJkkaOnSo2rRpo5YtW0qSxo4dq/nz52vSpEnq2bPnLdUCAAAAAACAG7vlAGrYsGFuz4OCgjR9+nS3aS6X6x8HUO3bt1d4eLhq1qzpFkBt3LhRV69eVc2aNZ1pRYoUUd68eRUVFaUKFSooKipKJUqUUGBgoNMmLCxMr776qnbs2KEyZcooKirKbR1JbZIu9YuLi9PGjRvVq1cvZ76Pj49q1qypqKioW67lRq5cuaIrV644z2NjY//R3wYAAAAAACAluOUA6uDBg7f9xWfOnKlNmzbpxx9/vG5edHS00qRJo8yZM7tNDwwMVHR0tNMmefiUND9p3l+1iY2N1aVLl3TmzBklJCTcsM3u3btvuZYbGThwoN5+++2bzgcAAAAAALgfeG0MqCNHjqhz586aMWOG0qVL560yPKpXr146d+6c8zhy5Ii3SwIAAAAAALjjbimAmjlz5i2v8MiRI/rhhx/+tt3GjRt18uRJlS1bVqlSpVKqVKm0atUqjRw5UqlSpVJgYKDi4uJ09uxZt+VOnDihoKAgSdcuA/zzneiSnv9dG39/f6VPn17Zs2eXr6/vDdskX8ff1XIjadOmlb+/v9sDAAAAAADgfnNLAdTHH3+sokWLavDgwdq1a9d188+dO6cFCxbohRdeUNmyZfX777//7Tpr1Kih7du3a8uWLc4jJCREzZo1c/6dOnVqLV++3Flmz549Onz4sEJDQyVJoaGh2r59u9vd6pYuXSp/f38VK1bMaZN8HUltktaRJk0aBQcHu7VJTEzU8uXLnTbBwcF/WwsAAAAAAABu7JbGgFq1apW+/fZbffTRR+rVq5f8/PwUGBiodOnS6cyZM4qOjlb27NnVokUL/fzzz9eNp3QjmTJl0qOPPuo2zc/PT9myZXOmt27dWpGRkcqaNav8/f3VsWNHhYaGOoN+165dW8WKFdNLL72kwYMHKzo6Wm+99Zbat2+vtGnTSpLatWunUaNGqXv37mrVqpVWrFih2bNna/78+c7rRkZGqnnz5goJCVG5cuU0fPhwXbx40bkrXkBAwN/WAgAAAAAAgBu75UHI69evr/r16+vUqVNas2aNDh06pEuXLil79uwqU6aMypQpIx+f2zuk1LBhw+Tj46PGjRvrypUrCgsL05gxY5z5vr6+mjdvnl599VWFhobKz89PzZs31zvvvOO0KVCggObPn6+IiAiNGDFCuXPn1oQJExQWFua0ee655xQTE6M+ffooOjpapUuX1qJFi9yCtL+rBQAAAAAAADd2ywFUkuzZs6thw4YeKEVauXKl2/N06dJp9OjRGj169E2XyZcvnxYsWPCX661atao2b978l206dOigDh063HT+rdQCAAAAAACA63ntLngAAAAAAAC4PxBAAQAAAAAAwKMIoAAAAAAAAOBRBFAAAAAAAADwqH8dQMXFxWnPnj2Kj4+/nfUAAAAAAAAghfnHAdQff/yh1q1bK0OGDCpevLgOHz4sSerYsaMGDRp02wsEAAAAAADAve0fB1C9evXS1q1btXLlSqVLl86ZXrNmTc2aNeu2FgcAAAAAAIB7X6p/usA333yjWbNmqUKFCnK5XM704sWLa//+/be1OAAAAAAAANz7/vEZUDExMcqRI8d10y9evOgWSAEAAAAAAADSvwigQkJCNH/+fOd5Uug0YcIEhYaG3r7KAAAAAAAAkCL840vwBgwYoLp162rnzp2Kj4/XiBEjtHPnTq1du1arVq3yRI0AAAAAAAC4h/3jM6AqV66sLVu2KD4+XiVKlNCSJUuUI0cORUVFKTg42BM1AgAAAAAA4B72j8+AkqSHHnpI48ePv921AAAAAAAAIAX6x2dALViwQIsXL75u+uLFi7Vw4cLbUhQAAAAAAABSjn8cQPXs2VMJCQnXTTcz9ezZ87YUBQAAAAAAgJTjHwdQv/zyi4oVK3bd9CJFimjfvn23pSgAAAAAAACkHP84gAoICNCBAweum75v3z75+fndlqIAAAAAAACQcvzjAKpBgwbq0qWL9u/f70zbt2+fXn/9ddWvX/+2FgcAAAAAAIB73z8OoAYPHiw/Pz8VKVJEBQoUUIECBVS0aFFly5ZNH374oSdqBAAAAAAAwD0s1T9dICAgQGvXrtXSpUu1detWpU+fXiVLltTjjz/uifoAAAAAAABwj/vHAZQkuVwu1a5dW7Vr177d9QAAAAAAACCFuaUAauTIkWrbtq3SpUunkSNH/mXbTp063ZbCAAAAAAAAkDLcUgA1bNgwNWvWTOnSpdOwYcNu2s7lchFAAQAAAAAAwM0tBVAHDx684b8BAAAAAACAv/OP7oJ39epVPfTQQ9q1a5en6gEAAAAAAEAK848CqNSpU+vy5cueqgUAAAAAAAAp0D8KoCSpffv2ev/99xUfH++JegAAAAAAAJDC3NIYUMn9+OOPWr58uZYsWaISJUrIz8/Pbf5XX31124oDAAAAAADAve8fB1CZM2dW48aNPVELAAAAAAAAUqB/HEBNnjzZE3UAAAAAAAAghbrlMaASExP1/vvvq1KlSnrsscfUs2dPXbp0yZO1AQAAAAAAIAW45QCqf//+euONN5QxY0blypVLI0aMUPv27T1ZGwAAAAAAAFKAWw6gpk2bpjFjxmjx4sX65ptvNHfuXM2YMUOJiYmerA8AAAAAAAD3uFsOoA4fPqwnn3zSeV6zZk25XC4dO3bMI4UBAAAAAAAgZbjlACo+Pl7p0qVzm5Y6dWpdvXr1thcFAAAAAACAlOOW74JnZmrRooXSpk3rTLt8+bLatWsnPz8/Z9pXX311eysEAAAAAADAPe2WA6jmzZtfN+3FF1+8rcUAAAAAAAAg5bnlAGry5MmerAMAAAAAAAAp1C2PAQUAAAAAAAD8GwRQAAAAAAAA8CgCKAAAAAAAAHgUARQAAAAAAAA8igAKAAAAAAAAHkUABQAAAAAAPK5FixbeLgFeRAAFAAAAAAC8pl+/fipSpIj8/PyUJUsW1axZU+vXr3drc/r0aTVr1kz+/v7KnDmzWrdurQsXLri12bZtm6pUqaJ06dIpT548Gjx48N++9uHDhxUeHq4MGTIoR44c6tatm+Lj493arFy5UmXLllXatGlVqFAhTZky5br1jB49Wvnz51e6dOlUvnx5bdiw4W//n0uXLn3d9F9//VUul0tbtmy54XNJOn/+vKpVq6ZixYrpt99+c9okPTJlyqTixYurffv2+uWXX/72b3CnEEABAAAAAACPOHXqlJo3b668efPq888/V6FChfTss88qLi7OafPII49o1KhR2r59u9asWaP8+fOrdu3aiomJcdo0a9ZMO3bs0NKlSzVv3jytXr1abdu2debHxsaqdu3aypcvnzZu3KgPPvhA/fr10yeffHLT2hISEhQeHq64uDitXbtWU6dO1ZQpU9SnTx+nzcGDBxUeHq5q1appy5Yt6tKli1555RUtXrzYaTNr1ixFRkaqb9++2rRpk0qVKqWwsDCdPHnydv0ZHTExMapWrZouXryo77//Xrlz53bmLVu2TMePH9fWrVs1YMAA7dq1S6VKldLy5ctvex3/BgEUAAAAAADwiIiICK1bt07Tp0/Xk08+qfHjx6tgwYJKTEx02rzwwguqWbOmChYsqOLFi2vo0KGKjY3Vtm3bJEm7du3SokWLNGHCBJUvX16VK1fWRx99pJkzZ+rYsWOSpBkzZiguLk6TJk1S8eLF9fzzz6tTp04aOnToTWtbsmSJdu7cqU8//VSlS5dW3bp19e6772r06NFOQDZ27FgVKFBAQ4YMUdGiRdWhQwc988wzGjZsmLOeoUOHqk2bNmrZsqWKFSumsWPHKkOGDJo0adJt/VseOXJEVapUUUBAgFasWKFs2bK5zc+WLZuCgoJUsGBBNWjQQMuWLVP58uXVunVrJSQk3NZa/g0CKAAAAAAA4BGbN2/Wyy+/rCeeeEIBAQGqVq2a3n//faVLl+6G7ePi4vTJJ58oICBApUqVkiRFRUUpc+bMCgkJcdrVrFlTPj4+zqV6UVFRevzxx5UmTRqnTVhYmPbs2aMzZ87c8LWioqJUokQJBQYGui0TGxurHTt2OG1q1qzptlxYWJiioqKcejdu3OjWxsfHRzVr1nTa3A579uxRpUqVVKxYMS1YsEAZM2b822V8fHzUuXNnHTp0SBs3brxttfxbqbxdAAAAAAAASJkqVaqkyZMnO2HSzcybN0/PP/+8/vjjDz344INaunSpsmfPLkmKjo5Wjhw53NqnSpVKWbNmVXR0tNOmQIECbm2SgqXo6GhlyZLluteMjo52C5/+vMxftYmNjdWlS5d05swZJSQk3LDN7t27//L/efv27dcFSWZ2w7Yvv/yyKlWqpDlz5sjX1/cv15tckSJFJF0bS6pcuXK3vJwncAYUAAAAAADwiKFDh+q5555TRESEpk2bptKlS2vs2LHXtUsaY2nt2rWqU6eOmjRp4pExlO4mhQsX1pYtW9weCxYsuGHb+vXr6/vvv9dXX331j14jKdByuVz/c73/K86AAgAAAAAAHuHn56f+/furf//+atiwoerWrauIiAj5+Pi4DSLu5+enQoUKqVChQqpQoYIefvhhTZw4Ub169VJQUNB1YVR8fLxOnz6toKAgSVJQUJBOnDjh1ibpeVKbPwsKCrrubnV/XuZm6/X391f69Onl6+srX1/fG7a52esmSZMmjQoVKuQ2LVWqG8c0b775pkqWLKkXXnhBZqYmTZr85bqT7Nq1S5KuOzvMGzgDCgAAAAAAeFzmzJn1f//3f6pbt66+//77v2ybmJioK1euSJJCQ0N19uxZt3GMVqxYocTERJUvX95ps3r1al29etVps3TpUhUuXPiGl98lLbN9+3a3cGvp0qXy9/dXsWLFnDZ/vovc0qVLFRoaKulaiBQcHOzWJjExUcuXL3fa3C69e/dWv3791KxZM82aNetv2ycmJmrkyJEqUKCAypQpc1tr+TcIoAAAAAAAgEdERERo1apVOnfunBISEvTdd99p1apVCg4OliRdvHhRb7zxhtatW+cMlt2qVSsdPXpUzz77rCSpaNGiqlOnjtq0aaMNGzbohx9+UIcOHfT8888rZ86ckq7dSS9NmjRq3bq1duzYoVmzZmnEiBGKjIy8aW21a9dWsWLF9NJLL2nr1q1avHix3nrrLbVv315p06aVJLVr104HDhxQ9+7dtXv3bo0ZM0azZ89WRESEs57IyEiNHz9eU6dO1a5du/Tqq6/q4sWLatmy5W3/e7755pt699131axZM33++edu837//XdFR0frwIED+vbbb1WzZk1t2LBBEydO/EfjRnkKl+ABAAAAAACPyJs3ryIjI/XLL7/o4sWLWrlypVq1aqWOHTtKknx9fbV7925NnTpVp06dUrZs2fTYY4/p+++/V/HixZ31zJgxQx06dFCNGjXk4+Ojxo0ba+TIkc78gIAALVmyRO3bt1dwcLCyZ8+uPn36uF3mt3LlSlWrVk0HDx5U/vz55evrq3nz5unVV19VaGio/Pz81Lx5c73zzjvOMgUKFND8+fMVERGhESNGKHfu3JowYYLCwsKcNs8995xiYmLUp08fRUdHq3Tp0lq0aNF1A5PfLj179pSPj49eeuklmZkqVqwoSc6d+DJkyKB8+fKpWrVq+uSTT667zM9bXHazIdZx28XGxiogIEDnzp2Tv7+/t8v51wZtPuXtEv61nmWye7uEuxJ9mvLQpykT/Zry0KcpD32a8tCnKQ996j0tWrTQlClTvPb6kydP1oABA7Rz506lTp3aa3WkNLeadXAJHgAAAAAASPEWLFigAQMGED55CZfgAQAAAAAAj/Pm2U+SNGfOHK++/v2OM6AAAAAAAADgUQRQAAAAAAAA8CivBlAff/yxSpYsKX9/f/n7+ys0NFQLFy505l++fFnt27dXtmzZlDFjRjVu3FgnTpxwW8fhw4cVHh6uDBkyKEeOHOrWrZvi4+Pd2qxcuVJly5ZV2rRpVahQoRue9jd69Gjlz59f6dKlU/ny5bVhwwa3+bdSCwAAAAAAAK7n1QAqd+7cGjRokDZu3KiffvpJ1atXV4MGDbRjxw5JUkREhObOnas5c+Zo1apVOnbsmBo1auQsn5CQoPDwcMXFxWnt2rWaOnWqpkyZoj59+jhtDh48qPDwcFWrVk1btmxRly5d9Morr2jx4sVOm1mzZikyMlJ9+/bVpk2bVKpUKYWFhenkyZNOm7+rBQAAAAAAADfm1QCqXr16evLJJ/Xwww/rkUceUf/+/ZUxY0atW7dO586d08SJEzV06FBVr15dwcHBmjx5stauXat169ZJkpYsWaKdO3fq008/VenSpVW3bl29++67Gj16tOLi4iRJY8eOVYECBTRkyBAVLVpUHTp00DPPPKNhw4Y5dQwdOlRt2rRRy5YtVaxYMY0dO1YZMmTQpEmTJOmWagEAAAAAAMCN3TVjQCUkJGjmzJm6ePGiQkNDtXHjRl29elU1a9Z02hQpUkR58+ZVVFSUJCkqKkolSpRQYGCg0yYsLEyxsbHOWVRRUVFu60hqk7SOuLg4bdy40a2Nj4+Patas6bS5lVoAAAAAAABwY6m8XcD27dsVGhqqy5cvK2PGjPr6669VrFgxbdmyRWnSpFHmzJnd2gcGBio6OlqSFB0d7RY+Jc1PmvdXbWJjY3Xp0iWdOXNGCQkJN2yze/duZx1/V8uNXLlyRVeuXHGex8bG/s1fAwAAAAAAIOXxegBVuHBhbdmyRefOndMXX3yh5s2ba9WqVd4u67YYOHCg3n77bW+XAQAAAABAijZo8ylvl/Cv9CyT3dsl3DFevwQvTZo0KlSokIKDgzVw4ECVKlVKI0aMUFBQkOLi4nT27Fm39idOnFBQUJAkKSgo6Lo70SU9/7s2/v7+Sp8+vbJnzy5fX98btkm+jr+r5UZ69eqlc+fOOY8jR47c2h8FAAAAAAAgBfF6APVniYmJunLlioKDg5U6dWotX77cmbdnzx4dPnxYoaGhkqTQ0FBt377d7W51S5culb+/v4oVK+a0Sb6OpDZJ60iTJo2Cg4Pd2iQmJmr58uVOm1up5UbSpk0rf39/twcAAAAAAMD9xquX4PXq1Ut169ZV3rx5df78eX322WdauXKlFi9erICAALVu3VqRkZHKmjWr/P391bFjR4WGhqpChQqSpNq1a6tYsWJ66aWXNHjwYEVHR+utt95S+/btlTZtWklSu3btNGrUKHXv3l2tWrXSihUrNHv2bM2fP9+pIzIyUs2bN1dISIjKlSun4cOH6+LFi2rZsqUk3VItAAAAAAAAuDGvBlAnT57Uyy+/rOPHjysgIEAlS5bU4sWLVatWLUnSsGHD5OPjo8aNG+vKlSsKCwvTmDFjnOV9fX01b948vfrqqwoNDZWfn5+aN2+ud955x2lToEABzZ8/XxERERoxYoRy586tCRMmKCwszGnz3HPPKSYmRn369FF0dLRKly6tRYsWuQ1M/ne1AAAAAAAA4Ma8GkBNnDjxL+enS5dOo0eP1ujRo2/aJl++fFqwYMFfrqdq1aravHnzX7bp0KGDOnTo8D/VAgAAAAAAgOvddWNAAQAAAAAAIGUhgAIAAAAAAIBHEUABAAAAAADAowigAAAAAAAA4FEEUAAAAAAAAPAoAigAAAAAAAB4FAEUAAAAAAAAPIoACgAAAAAAAB5FAAUAAAAAAACPIoACAAAAAACARxFAAQAAAAAAwKMIoAAAAAAAAOBRBFAAAAAAAADwKAIoAAAAAAAAeBQBFAAAAAAAADyKAAoAAAAAAAAeRQAFAAAAAAAAjyKAAgAAAAAAgEcRQAEAAAAAAMCjCKAAAAAAAADgUQRQAAAAAAAA8CgCKAAAAAAAAHgUARQAAAAAAAA8igAKAAAAAAAAHkUABQAAAAAAAI8igAIAAAAAAIBHEUABAAAAAADAowigAAAAAAAA4FEEUAAAAAAAAPAoAigAAAAAAAB4FAEUAAAAAAAAPIoACgAAAAAAAB5FAAUAAAAAAACPIoACAAAAAACARxFAAQAAAAAAwKMIoAAAAAAAAOBRBFAAAAAAAADwKAIoAAAAAAAAeBQBFAAAAAAAADyKAAoAAAAAAAAeRQAFAAAAAAAAjyKAAgAAAAAAgEcRQAEAAAAAAMCjCKAAAAAAAADgUQRQAAAAAAAA8CgCKAAAAAAAAHgUARQAAAAAAAA8igAKAAAAAAAAHkUABQAAAAAAAI8igAIAAAAAAIBHEUABAAAAAADAowigAAAAAAAA4FEEUAAAAAAAAPAoAigAAAAAAAB4FAEUAAAAAAAAPIoACgAAAAAAAB5FAAUAAAAAAACPIoACAAAAAACARxFAAQAAAAAAwKMIoAAAAAAAAOBRXg2gBg4cqMcee0yZMmVSjhw51LBhQ+3Zs8etzeXLl9W+fXtly5ZNGTNmVOPGjXXixAm3NocPH1Z4eLgyZMigHDlyqFu3boqPj3drs3LlSpUtW1Zp06ZVoUKFNGXKlOvqGT16tPLnz6906dKpfPny2rBhwz+uBQAAAAAAAO68GkCtWrVK7du317p167R06VJdvXpVtWvX1sWLF502ERERmjt3rubMmaNVq1bp2LFjatSokTM/ISFB4eHhiouL09q1azV16lRNmTJFffr0cdocPHhQ4eHhqlatmrZs2aIuXbrolVde0eLFi502s2bNUmRkpPr27atNmzapVKlSCgsL08mTJ2+5FgAAAAAAAFwvlTdffNGiRW7Pp0yZohw5cmjjxo16/PHHde7cOU2cOFGfffaZqlevLkmaPHmyihYtqnXr1qlChQpasmSJdu7cqWXLlikwMFClS5fWu+++qx49eqhfv35KkyaNxo4dqwIFCmjIkCGSpKJFi2rNmjUaNmyYwsLCJElDhw5VmzZt1LJlS0nS2LFjNX/+fE2aNEk9e/a8pVoAAAAAAABwvbtqDKhz585JkrJmzSpJ2rhxo65evaqaNWs6bYoUKaK8efMqKipKkhQVFaUSJUooMDDQaRMWFqbY2Fjt2LHDaZN8HUltktYRFxenjRs3urXx8fFRzZo1nTa3UsufXblyRbGxsW4PAAAAAACA+81dE0AlJiaqS5cuqlSpkh599FFJUnR0tNKkSaPMmTO7tQ0MDFR0dLTTJnn4lDQ/ad5ftYmNjdWlS5d06tQpJSQk3LBN8nX8XS1/NnDgQAUEBDiPPHny3OJfAwAAAAAAIOW4awKo9u3b6+eff9bMmTO9Xcpt06tXL507d855HDlyxNslAQAAAAAA3HFeHQMqSYcOHTRv3jytXr1auXPndqYHBQUpLi5OZ8+edTvz6MSJEwoKCnLa/PludUl3pkve5s93qztx4oT8/f2VPn16+fr6ytfX94Ztkq/j72r5s7Rp0ypt2rT/4C8BAAAAAACQ8nj1DCgzU4cOHfT1119rxYoVKlCggNv84OBgpU6dWsuXL3em7dmzR4cPH1ZoaKgkKTQ0VNu3b3e7W93SpUvl7++vYsWKOW2SryOpTdI60qRJo+DgYLc2iYmJWr58udPmVmoBAAAAAADA9bx6BlT79u312Wef6T//+Y8yZcrkjKUUEBCg9OnTKyAgQK1bt1ZkZKSyZs0qf39/dezYUaGhoc5d52rXrq1ixYrppZde0uDBgxUdHa233npL7du3d84+ateunUaNGqXu3burVatWWrFihWbPnq358+c7tURGRqp58+YKCQlRuXLlNHz4cF28eNG5K96t1AIAAAAAAIDreTWA+vjjjyVJVatWdZs+efJktWjRQpI0bNgw+fj4qHHjxrpy5YrCwsI0ZswYp62vr6/mzZunV199VaGhofLz81Pz5s31zjvvOG0KFCig+fPnKyIiQiNGjFDu3Lk1YcIEhYWFOW2ee+45xcTEqE+fPoqOjlbp0qW1aNEit4HJ/64WAAAAAAAAXM+rAZSZ/W2bdOnSafTo0Ro9evRN2+TLl08LFiz4y/VUrVpVmzdv/ss2HTp0UIcOHf6nWgAAAAAAAODurrkLHgAAAAAAAFImAigAAAAAAAB4FAEUAAAAAAAAPIoACgAAAAAAAB5FAAUAAAAAAACPIoACAAAAAACARxFAAQAAAAAAwKMIoAAAAAAAAOBRBFAAAAAAAADwKAIoAAAAAAAAeBQBFAAAAAAAADyKAAoAAAAAAAAeRQAFAAAAAAAAjyKAAgAAAAAAgEcRQAEAAAAAAMCjCKAAAAAAAADgUQRQAAAAAAAA8CgCKAAAAAAAAHgUARQAAAAAAAA8igAKAAAAAAAAHkUABQAAAAAAAI8igAIAAAAAAIBHEUABAAAAAADAowigAAAAAAAA4FEEUAAAAAAAAPAoAigAAAAAAAB4FAEUAAAAAAAAPIoACgAAAAAAAB5FAAUAAAAAAACPIoACAAAAAACARxFAAQAAAAAAwKMIoAAAAAAAAOBRBFAAAAAAAADwKAIoAAAAAAAAeBQBFAAAAAAAADyKAAoAAAAAAAAeRQAFAAAAAAAAjyKAAgAAAAAAgEcRQAEAAAAAAMCjCKAAAAAAAADgUQRQAAAAAAAA8CgCKAAAAAAAAHgUARQAAAAAAAA8igAKAAAAAAAAHkUABQAAAAAAAI8igAIAAAAAAIBHEUABAAAAAADAowigAAAAAAAA4FEEUAAAAAAAAPAoAigAAAAAAAB4FAEUAAAAAAAAPIoACgAAAAAAAB5FAAUAAAAAAACPIoACAAAAAACARxFAAQAAAAAAwKMIoAAAAAAAAOBRBFAAAAAAAADwKAIoAAAAAAAAeBQBFAAAAAAAADyKAAoAAAAAAAAe5dUAavXq1apXr55y5swpl8ulb775xm2+malPnz568MEHlT59etWsWVO//PKLW5vTp0+rWbNm8vf3V+bMmdW6dWtduHDBrc22bdtUpUoVpUuXTnny5NHgwYOvq2XOnDkqUqSI0qVLpxIlSmjBggX/uBYAAAAAAABcz6sB1MWLF1WqVCmNHj36hvMHDx6skSNHauzYsVq/fr38/PwUFhamy5cvO22aNWumHTt2aOnSpZo3b55Wr16ttm3bOvNjY2NVu3Zt5cuXTxs3btQHH3ygfv366ZNPPnHarF27Vk2bNlXr1q21efNmNWzYUA0bNtTPP//8j2oBAAAAAADA9VJ588Xr1q2runXr3nCemWn48OF666231KBBA0nStGnTFBgYqG+++UbPP/+8du3apUWLFunHH39USEiIJOmjjz7Sk08+qQ8//FA5c+bUjBkzFBcXp0mTJilNmjQqXry4tmzZoqFDhzpB1YgRI1SnTh1169ZNkvTuu+9q6dKlGjVqlMaOHXtLtQAAAAAAAODG7toxoA4ePKjo6GjVrFnTmRYQEKDy5csrKipKkhQVFaXMmTM74ZMk1axZUz4+Plq/fr3T5vHHH1eaNGmcNmFhYdqzZ4/OnDnjtEn+Okltkl7nVmq5kStXrig2NtbtAQAAAAAAcL+5awOo6OhoSVJgYKDb9MDAQGdedHS0cuTI4TY/VapUypo1q1ubG60j+WvcrE3y+X9Xy40MHDhQAQEBziNPnjx/838NAAAAAACQ8ty1AVRK0KtXL507d855HDlyxNslAQAAAAAA3HF3bQAVFBQkSTpx4oTb9BMnTjjzgoKCdPLkSbf58fHxOn36tFubG60j+WvcrE3y+X9Xy42kTZtW/v7+bg8AAAAAAID7zV0bQBUoUEBBQUFavny5My02Nlbr169XaGioJCk0NFRnz57Vxo0bnTYrVqxQYmKiypcv77RZvXq1rl696rRZunSpChcurCxZsjhtkr9OUpuk17mVWgAAAAAAAHBjXg2gLly4oC1btmjLli2Srg32vWXLFh0+fFgul0tdunTRe++9p2+//Vbbt2/Xyy+/rJw5c6phw4aSpKJFi6pOnTpq06aNNmzYoB9++EEdOnTQ888/r5w5c0qSXnjhBaVJk0atW7fWjh07NGvWLI0YMUKRkZFOHZ07d9aiRYs0ZMgQ7d69W/369dNPP/2kDh06SNIt1QIAAAAAAIAbS+XNF//pp59UrVo153lSKNS8eXNNmTJF3bt318WLF9W2bVudPXtWlStX1qJFi5QuXTpnmRkzZqhDhw6qUaOGfHx81LhxY40cOdKZHxAQoCVLlqh9+/YKDg5W9uzZ1adPH7Vt29ZpU7FiRX322Wd666239MYbb+jhhx/WN998o0cffdRpcyu1AAAAAAAA4HpeDaCqVq0qM7vpfJfLpXfeeUfvvPPOTdtkzZpVn3322V++TsmSJfX999//ZZtnn31Wzz777P9UCwAAAAAAAK53144BBQAAAAAAgJSBAAoAAAAAAAAeRQAFAAAAAAAAjyKAAgAAAAAAgEcRQAEAAAAAAMCjCKAAAAAAAADgUQRQAAAAAAAA8CgCKAAAAAAAAHgUARQAAAAAAAA8igAKAAAAAAAAHkUABQAAAAAAAI8igAIAAAAAAIBHEUABAAAAAADAowigAAAAAAAA4FEEUAAAAAAAAPAoAigAAAAAAAB4FAEUAAAAAAAAPIoACgAAAAAAAB5FAAUAAAAAAACPIoACAAAAAACARxFAAQAAAAAAwKMIoAAAAAAAAOBRBFAAAAAAAADwKAIoAAAAAAAAeBQBFAAAAAAAADyKAAoAAAAAAAAeRQAFAAAAAAAAjyKAAgAAAAAAgEcRQAEAAAAAAMCjCKAAAAAAAADgUQRQAAAAAAAA8CgCKAAAAAAAAHgUARQAAAAAAAA8igAKAAAAAAAAHkUABQAAAAAAAI8igAIAAAAAAIBHEUABAAAAAADAowigAAAAAAAA4FEEUAAAAAAAAPAoAigAAAAAAAB4FAEUAAAAAAAAPIoACgAAAAAAAB5FAAUAAAAAAACPIoACAAAAAACARxFAAQAAAAAAwKMIoAAAAAAAAOBRBFAAAAAAAADwKAIoAAAAAAAAeBQBFAAAAAAAADyKAAoAAAAAAAAeRQAFAAAAAAAAjyKAAgAAAAAAgEcRQAEAAAAAAMCjCKAAAAAAAADgUQRQAAAAAAAA8CgCKAAAAAAAAHgUARQAAAAAAAA8igAKAAAAAAAAHkUABQAAAAAAAI8igPqHRo8erfz58ytdunQqX768NmzY4O2SAAAAAAAA7moEUP/ArFmzFBkZqb59+2rTpk0qVaqUwsLCdPLkSW+XBgAAAAAAcNcigPoHhg4dqjZt2qhly5YqVqyYxo4dqwwZMmjSpEneLg0AAAAAAOCuRQB1i+Li4rRx40bVrFnTmebj46OaNWsqKirKi5UBAAAAAADc3VJ5u4B7xalTp5SQkKDAwEC36YGBgdq9e/cNl7ly5YquXLniPD937pwkKTY21nOF3gGXL5z3dgn/WmxsGm+XcFeiT1Me+jRlol9THvo05aFPUx76NOWhT1Ome7VfU0KfJmUcZvaX7QigPGjgwIF6++23r5ueJ08eL1QDSbq+N3Cvo09THvo0ZaJfUx76NOWhT1Me+jTloU9TnpTUp+fPn1dAQMBN5xNA3aLs2bPL19dXJ06ccJt+4sQJBQUF3XCZXr16KTIy0nmemJio06dPK1u2bHK5XB6t914VGxurPHny6MiRI/L39/d2ObgN6NOUhz5NeejTlIc+TXno05SJfk156NOUhz79e2am8+fPK2fOnH/ZjgDqFqVJk0bBwcFavny5GjZsKOlaoLR8+XJ16NDhhsukTZtWadOmdZuWOXNmD1eaMvj7+7NxpzD0acpDn6Y89GnKQ5+mPPRpykS/pjz0acpDn/61vzrzKQkB1D8QGRmp5s2bKyQkROXKldPw4cN18eJFtWzZ0tulAQAAAAAA3LUIoP6B5557TjExMerTp4+io6NVunRpLVq06LqByQEAAAAAAPBfBFD/UIcOHW56yR3+d2nTplXfvn2vu3QR9y76NOWhT1Me+jTloU9THvo0ZaJfUx76NOWhT28fl/3dffIAAAAAAACA/4GPtwsAAAAAAABAykYABQAAAAAAAI8igAIAAAAAAIBHEUAB/9KcOXOUmJjo7TIAAMAtGjp0qPbu3evtMgAAuC8RQAH/wooVK/Tcc8+pf//+hFBACjR06FCtW7fO22UAuI2WL1+uCRMmqG/fvjpw4IC3ywFSJO5vBdybVq1apSVLlnj8dbgLHvAvTZ48WW3btlXv3r311ltvyceHPPdul5iYeMN+MjO5XC4vVIS70e7duxUcHKwGDRqoa9euKlu2rLdLAnCbTJo0SdOnT1dgYKAGDBigggULersk3IKbHb9xdzh79qz++OMP+fr6KjAwkM9V97h9+/ZpwoQJ+u2331SnTh29+OKL3i4JHmRmunz5skJCQpQ5c2a9++67ql69usdejz058C+1bNlS48aN09tvv6333nuPM6Hucsk/vC5cuFCfffaZpk+frsuXL/MhCW6KFCmiJUuW6Mcff9QHH3ygjRs3ersk3CL2w7iZpPdGq1at9OKLL+r48eN64403OBPqHpD8+P31119rxIgRmjBhgjZv3uzlyiBJO3bsUN26dRUWFqaHH35Y8+fPl8vl4kyoe9TWrVtVuXJlbdu2TadPn9bLL7+s6dOne7sseJDL5VL69Om1YMECxcfHa8CAAVq+fLnnXo8zoID/zaRJk9SmTRv17duXM6HuAV27dtXMmTPl5+enP/74Q6lSpdL06dNVsWJF+g6S/ntG3Jo1a9S8eXOVK1dOXbt2VXBwsLdLw19I/iX1008/1aFDhxQTE6OWLVuqQIEC8vf393KF8LaEhAT5+vpKkiZMmKDp06frwQcf5Eyoe0S3bt00ZcoUPfroo9q+fbsKFCigBg0a6K233vJ2afetLVu2qHLlymrXrp2qVKmipUuXasaMGTpw4ICyZMni7fLwD23btk0VKlRQRESE3nvvPcXHx6tly5bKly+f+vbtqzRp0ni7RHhIfHy8UqVKpcOHD+vpp59WlixZ1KtXL9WoUeO2vxbftoBbdLNf1lu1aqVPPvmEM6HuAdOnT9eUKVM0b948rVmzRps3b9ajjz6qJk2aaMeOHZIYuwByfrmtXLmypk6dqg0bNujDDz/kTKi7XFL41LVrV0VEROiHH37QkiVLFB4erlGjRik6OtrLFcIbkh+Tk8InSXrllVfUrFkzzoS6R3zzzTeaMWOG5s2bp++++04///yzatWqpf/85z8aOnSot8u7L+3cuVOhoaHq1auXPvzwQzVo0EAtW7ZU6dKldejQIa1bt4797j3k8OHDqlq1qp599ln1799fLpdLqVOn1h9//KHVq1frscceU7NmzfT11197u1TcJqdOnXL+nSpVKiUkJChv3rz6+uuvdebMGQ0cONAjZ0IRQAG3IPkv6998840mTpyoUaNGKSEhQZLUunVrJ4RiYPK7x5/74eDBg6pYsaJKly6tbNmyKXv27Jo7d66KFCmitm3bShKX492n/vxeSXofVK5cWZMnTyaEukcsWLBAn3/+uZYtW6b58+dr586datGihWbPnq3Zs2crISGBkPk+kvzYPXv2bPXu3VsjRozQypUrJUlt27Z1Qqg333yTEOoukrRPTtpef/nlF+XKlUshISGSpKCgIHXo0EFlypTRokWLdOXKFa/Vej86d+6c2rRp4/RDkv/85z9avXq1Xn75ZVWsWFHNmjXT2rVrvVgpbtXWrVuVO3duXblyRT///LMkadCgQVq0aJGeeOIJNWvWTCtXrtS7777LnURTgKlTp6pUqVJasWKFM83X1/fOhFAG4C8lJiY6/+7Ro4flzJnTHn/8cee/P/74o8XHx5uZ2cSJEy1NmjT2+uuvuy0H7zp16pSZmXXq1MkeeeQRZ/rly5fNzGz+/PmWP39+279/v1fqg3clJCQ4/544caL17NnTXn31VduwYYNduHDBzMxWrlxpBQoUsKZNm9rGjRu9VSr+JGnfm2TatGlWtGhRi4mJcZvXpUsXy5s3r128ePFOlwgvSX4M7tatm+XMmdOeeuopq169uj322GM2depUZ/4nn3xi1apVs9q1a9vRo0e9US6SSb5P3rVrl5mZTZgwwUqWLGlHjhwxs//275o1a8zlcrFf9oL333/fnnjiCWvZsqWZmY0YMcIyZ85sc+bMsZiYGFuyZImlT5/eXn/9dS9Xils1c+ZMq1atmj3//PPWsWNHy5Ejhy1evNiZv3HjRnO5XDZz5kwvVon/1dKlSy1XrlxWoEABCwwMtO+++85tftLnp0OHDlmZMmWsRo0atnz58tv2+pwBBfyNpDMhhg8frunTp2vu3LlatWqVRo4cqe+//16vvfaaNm7cqMTERLVq1UpDhgzR+vXrvVz1/W3ZsmUaNWqUJKl9+/Z64403JEkvv/yy4uPj1adPH0lS2rRpnf+mTZuWMaDuU0n93qNHD/Xs2VO///67Nm/erPbt22v8+PE6f/68nnjiCU2ZMkU//fSTevXqpT179ni5akj/vaQq6cy0hIQEnTlzRmnTppWvr68uXbokSXrrrbd09uxZrVmzxmu14s5KOnaPGTNGc+bM0Zdffqm5c+fqmWee0datW9WvXz+NHTtWktSmTRvVq1dPhQoVUlBQkDfLvu/NmTNH48aNkyRFRkaqTZs2unr1qsqWLat9+/bpk08+cbt5SMaMGVWiRAllyJDBm2XfV5LOTuvevbuefvpp/fLLLwoODlbv3r21YMECPfPMM8qePbtq1aqlOnXqaOPGjYqPj/dy1fgrSf3z3HPPqU2bNjp69Khzo6XatWsrPj5e8fHxypw5s4oVK6ZMmTJ5uWL8W+fPn9f333+vJ598UqtXr1aNGjXUqFEj58xgyf1MqG+++UanT5/WoEGDtHPnzttTxG2LsoAULCYmxrp06WLTpk0zM7Mvv/zSMmfObCNHjrTixYvbY489ZlFRUU5inPTLHGdB3XmxsbH28ssvW7ly5SwsLMwyZcpkP//8s5mZnT171t566y2rUKGCRURE2O+//267d++28PBwq1Wrltuvrri/jBs3zvLly+f8ir5gwQJzuVxWqlQpGzx4sJ0/f97MzJYsWWLPPPMM7xUv+89//mMvvfSSmZl17tzZatSoYZcvX7Y//vjDHn74YatTp45b+127dtnDDz9s69ev90a58JJLly7Za6+9ZoMHDzaza++bgIAA69u3rzVr1sxy5sxpU6ZMcdonHbPZvr3n3XffNZfLZWFhYebv729bt2515n366afmcrksIiLCFi5caD///LOFhYVZaGgofXaHxcXFOf9O+ixcq1YtO3PmjNv8hg0b2muvvWZXr171Rpn4C7///rtzJYCZe5/OmTPHnnjiCWvUqJHbNvjWW29ZoUKF7LfffrujteL2WrFihf3www9mdu2498ILL1jmzJltxYoVbu2S3hO//fab5cmTx9q2bXtbXp8ACriBPwdH8fHxtmjRIjt58qRt3brVChUqZCNGjDAzs1mzZpnL5bKCBQvajh07broO3DknTpywUqVKmcvlsjfffNNtXnR0tA0cONAeeughy5AhgxUuXNjKlSvn7GT5EHv/uXLlig0dOtQ+/PBDM3MPmJs2bWqBgYH24YcfOh+sk/Be8Y64uDibMmWKZcmSxcqWLWv+/v7OZTpmZsuWLbM8efJYlSpVbPny5bZ06VILDw+38uXLX3fJHlKW5MfdpH9HR0fb/v377ZdffrFChQrZsGHDzMzsm2++sXTp0pmfn5/NmjXrhuuAd5QoUcJ8fX2td+/eZua+r/3iiy/skUcescDAQCtSpIhVrlyZ4/cdsHPnTvv0009t8+bNN5w/YsQIq1SpkrVo0cKio6PNzKx3796WPXt2t/0z7g4HDx60jBkz2quvvmrdu3e3xMTE67afGTNmWLVq1axhw4a2f/9+e//99y1dunQ3fQ/g3pWQkHBdCHXq1CmbNm2asz2PGjXKypQpc91n4X/DZcZonMDNTJ8+XTlz5lSNGjWcwUzHjx+vGTNmaNasWQoMDNSsWbMUFRWlM2fOaNKkSW532cGdk3yw2bNnz6pdu3a6cuWKTp06peeff17t27d32l69elXx8fFavXq1MmfOrJCQEPn6+jq3IEXKZmZug82bmQ4cOKCMGTPqjz/+UP369dWqVStFRETol19+Ubly5ZQ1a1b17dtXL7/88nXL484zM4WHh2vRokVq2LChvvrqK2fe1atXtXXrVnXu3FmHDh1SxowZlTt3bi1cuFCpU6dWQkIC++kUbtSoUSpZsqQqV67sHBdmzJihESNGaOnSpQoICNDSpUs1btw41a1bVy1atOA94UXJj9/StcHhXS6XJkyYoNGjR6tdu3aS5Gy7x44dU2xsrC5cuKCyZcvKx8eH47cHnT9/XmXLllW6dOn00EMPKUuWLOrZs6fy5s2r9OnTO+2GDRumL774QqVKlVKaNGk0btw4/fDDDypbtqwXq8eNLFy4UOHh4RozZoz+85//6Pfff1edOnXUqFEjlS5d2mn36aefatq0adqxY4dOnTqltWvXKjg42HuF41/Ztm2bYmJi5O/vrzx58jiXmif/PJSQkKDmzZtr4cKFGj9+vN5//335+flp2bJl8vHxUcuWLXXs2DF98803btv9v/I/R1hACnXw4EGrWrWqVahQwb7//ntneo8ePeyhhx6yw4cP2+nTp+2pp56yIUOGOPP5hd27pkyZYjExMWZm9uuvv1qrVq2sQoUKNmrUKKdNYmKinT592m05+u3+079/f2cg4qRf/hYuXGhFixa1X375xczMVq9ebS+88IINGDCAX9e97M9ntwwZMsTeffddy5kzpzMIrpn7tnzw4EE7cOCA03dcBnJ/KFeunAUFBVlUVJTzvpk9e7YFBgbaN998YxcuXLCnnnrKIiIinPkcA7xv8uTJ9tNPPznP33nnHfPx8bGPP/7Yrd2fz8Bg3+x5L730klWqVMl27NhhtWrVslq1alndunXtxx9/dG70Ynbtcrx8+fKZn58fA8Pf5V566SXnLMOhQ4da+/btLVOmTNazZ0/78ssvnXZz5syxatWq2fbt271VKv4HEydOtAceeMCKFCliGTJksJo1azpDyphdv/989tlnnSEoks4uvXr1qtWvX99t//y/IIAC/r8bnXa/ePFia9SokVWuXNlWr15tZmbHjx+3oKAgCwwMtAIFCljJkiXdrpuG9xw4cMBKlChhZcqUca5P3717t7Vq1coqV65sw4YNs8TERKtZs6Z169bNy9XCm/744w9r166duVwumz17tjM96fKOTz/91A4cOGD16tWzTp06OfP5kup9Q4YMsVWrVpnZtTtZTpkyxYKCgtxCKLNrd8dK3l98SU2ZbtavderUsTx58jjjXPzyyy/WpEkTy5IlixUoUMBKlCjhHLu57M77/vjjDwsKCrJy5crZDz/84PTJu+++a6lSpbLhw4fb/v37rWHDhlavXj0zo9/uhKTta8eOHfbUU0/Zvn377PLly7Zu3Trr2rWruVwuq1+/vo0dO9ZZ5rPPPnN+xMHdJ2m7GTdunNWtW9ftOFmiRAnLmzev5c6d2+rWrWuTJ0+2uLg47iB7j/rxxx8tS5YsNnXqVDtz5owtX77cXnnlFXvwwQedy9HN/rudnzx50sqXL28VKlRwfrBLPk7Y7UIABfxJ0tkzSZYuXWoNGjSwypUrO196Tp06ZcOHD7eJEyc6Gyi/rN95N/rwuXDhQuc228lDqNdee83y589vBQoUsEcffZTQ8D6TdHBN/p6JiYmx7t27u91SODY21urWrWt58+a1nDlzWnBwMF9S7yJxcXH25JNPWoYMGWzNmjVmdq3Ppk6dag8++KA1a9bMoqOjrXbt2vbMM8/QZ/eRs2fPmpn7dlqrVi3LnTu3rV271szM9u3bZ4sWLbJp06Y5X7o4dnvHjbbNkydPWsmSJa1SpUq2Zs0ap83gwYPN5XJZ8eLF3YJD3DmnTp2yKlWqWI8ePZxp7dq1s6CgIOvUqZNlzJjRihcvbsOHD/dilfgrfw7rL1y4YHny5HHGv3z55ZctV65ctmbNGtu+fbtVrlzZypUrZ0ePHvVGubgNvvzySytTpoxbiHTw4EHr3bu3ZcuWzcaNG+dMj4uLs3fffdceeughtzOfPIEACkjm008/terVq193munixYutcuXKVrFiReeDbHKcFeFdf/4wumjRInviiSfssccecw6cR44csdWrV9vUqVP54nEfO3TokNvzmJgY51fczz77zMzMzp8/bytWrLDFixfzXvGyG53dEhsbay+++KIFBAQ4l0fHxsbarFmzLDAw0PLnz+8WHCLlmzBhguXNm9f2799vZu53s6tatao9/PDDHLvvUkmXwyf12cmTJ61YsWIWGhrqdibU+vXrbenSpeyTvWjBggVWsGBBO3jwoLVq1coefPBB27Ztm5ldC3c7dOjAmU93oaRt5vDhw9fNmzBhgjVt2tRq165tgYGBbpdNXr161e3yStx7Fi1aZJkzZ7ZNmza5Tf/tt9/s9ddft+DgYLd5O3fuvCP7WAIoIJkJEyZYlSpV7JlnnrGff/7Zbd7gwYMtderUVrhw4es2ZHjPlClTrFq1ahYbG+s2fdGiRRYcHGyVK1e2EydOXLccXzzuP3PnzjWXy2XLly93m37y5Elr27atuVwu+89//nPdcrxXvO/cuXNm9t8vqbGxsda0aVMLCAhwzoRKSEiwmJgYW758OV9S7zPHjh2z4sWLW3BwsB04cMDM/hteLliwwFwul2XOnJkxTO4yQ4YMsYoVK9revXvdpsfExFiBAgWsYsWKtnr16uuCaPbJnnP69GnbuHGjffTRRzZnzhy3uzsfPXrUnn32WcufP7899NBDtn79ejP7b39wmfPdZ//+/dajRw8rU6aMZc2a1R5//HEbMmSI01dr1661wMBACwoKcvuBjr68dyX/sWXPnj322GOPWa9eva4LEzdv3mwPPfSQzZgx47p1eLr/ff5+mHIgZUpMTLxuWuvWrdW2bVv9/vvv6t27t37++WdnXv78+RUWFqYWLVqoZMmSd7JU/In9/5t3mpmuXLmi2NhYtWjRQhcuXHDahIWFqW7duvrhhx9UqVIlnTp1ym0d3PHo/lOgQAG98MILatq0qb777jtJ195DDzzwgBo3bixJatiwoZYtW+a2HO8V75oxY4YefPBBHTp0SC6XS2amTJkyaezYsapWrZoaN26sDRs2yMfHR9mzZ1f16tXl6+urhIQE7oqVAt3o2P3ggw9qxYoVunr1qp5++mkdOHDAuatamjRp1L17d7Vq1UpFixa90+Xi/7Mb3HQ7PDxc27dvV2RkpPbt2yfpWv9mz55dQ4cO1bp16xQREeH2WUxin+wpu3btUtOmTdW6dWu9/fbbeu6559SkSRP1799fkpQzZ0499thjOnTokKZOnapy5cpJ+m9/JL+TIbxv+/btqlmzpo4fP646depoxIgRunz5sj744AO9+OKLSkxMVGhoqDp06KCsWbO63dmMvrw3ff7556pUqZIGDBggSXrkkUfUtGlTjRo1Sp999pnOnTvntC1durRy5sypjRs3XrceT/c/7y7cl8zM2bhmzZqliRMnaurUqZKkF198Ua1bt9bZs2fVq1cvff/99zpz5ow+//xzVaxYUT169HC+3ODOSgqYXC6X89+WLVuqS5cuOnr0qF566SXFxsY67QsXLqynn35aTZo0UZYsWbxSM7wj+ZfUpH8XL15c/fr1U1hYmJ555hmtWLHCeS/lyJFDbdu21aRJk1S1alVvlAy5h8tJKlSooODgYFWrVs0JoRITE+Xv76+WLVvq5MmTqlChgrZv3+62Lr6kpjzJj93Tpk1Tt27dNH36dO3bt085cuTQ0qVLZWZq0KCBFi1apJ07d+qjjz6SmWnIkCEcu73o6tWrbs/j4uJUuHBhbd68WT/88IM6deqkX375xenfxMREtWrVSkWKFFHx4sW9UfJ9ZevWrapSpYqKFCmijz76SL/++qu+//575c+fXyNHjlT37t0lSREREapSpYqWLFlyw1ARd4etW7cqNDRUTZo00ejRozVgwAC9+OKLWrJkiV588UWtXLlS7du3l5kpLCxMGTJk0OrVq71dNv4HY8eO1UsvvaQCBQpoy5Ytzj43IiJCHTt2VLdu3TRmzBgdPHhQknTu3DldunRJefLkufPFevT8KuAulHzgy27dupm/v7+VKlXK0qVLZ88995wzb9asWVavXj1zuVxWpEgRK168uHM5BwPb3nnTp0+3WrVq2ZgxY+zSpUtu8+Li4mzKlCkWGhpq4eHhduzYMTt16pQ9++yz1r9/f6cdp+3fH5Jvn2PHjrXIyEjr1auX/f7772Z2bQDGl19+2TJlymTTp0+3DRs2WP369a158+bOcly65R3R0dE3nH7w4EGrVq2a5cmTx3799Vdn+po1a6xz5842cOBA+iyFS75dv/nmm5Y5c2arWrWqZcuWzZo0aeJcWnv+/HmrUqWKZc2a1XLlysV4YHeBKVOmWNGiRe2TTz5xbuaS3C+//GJZsmSxp556yhYsWGBHjx61+vXr24gRI5w2HL89Z/v27ZY+fXrr16/fdfMOHDhgzZs3t5w5czqX6kRERFjp0qXtzJkzd7hS3Ir9+/dbhgwZ7PXXXzez/247SfvBM2fOWPPmzS1Pnjz2008/mZlZSEiIVa9enUvv7lHjxo2zVKlS2cqVK23jxo03HFKif//+9vDDD1twcLA1bNjQKlasaCVKlPDKZycCKNy3YmJirGrVqrZt2zY7efKkrVixwh544AFr0KCB0+bIkSO2YMECmz17trMD50PQnXfp0iWrV6+e1ahRwwoXLmyNGjWyiIgI+/33350d55UrV+zzzz+3cuXKmY+PjxUtWtSKFStGaHifSd7Pffv2NT8/P3v22WfNz8/PgoODnUGrf/vtN4uIiDCXy2WPPPIId7u7C0yZMsXSp09vffv2te++++66fti/f79Vq1bNcufObYsXL7bNmzfb008/bf/3f//ntCGESvk2btxoTZo0cca5WLRokVWvXt2eeuopW7p0qdNu5cqVtmbNGsYD86KkbTg8PNwyZMhg/fv3tzx58tjrr79uixcvdmu7d+9eK1GihOXKlYvg8A46efKkFS5c2MqWLetMi4+Pt8TERKf/9u7dawUKFHB+pP35558tb968zp2GcXcZNmyY5c6d23r06GEXLlwws+vH6Tp8+LBlypTJuQPe9u3brxuLDfeG6dOnm8vlsq+//trMrt3dsEGDBvbcc8/ZxYsX3fajK1assGHDhlnr1q3tnXfecY6Ld/q7rcuM8ydx/3n//fe1ePFiBQYGavz48cqYMaMkae3atWrYsKEqVaqkL7744rpLOBISErisw0v69++v3bt3a9KkSfryyy81ceJEHTt2TE899ZQaNmyo0NBQSdcu0/viiy+ULl06Pfvss84lF/Tb/eXQoUN6/fXX1b17d5UrV06XL19WpUqVJEnDhg1TlSpV5HK5tGPHDiUkJOjRRx+Vj4+P4uPjGTfIS/r06aMvvvhCBQsWVKpUqRQdHa0hQ4Yod+7cypcvnyTpxIkTeu211zRv3jzlzJlTWbJk0fr165U6dWovV487Ydq0aZo5c6YSEhL01Vdfyc/PT5K0dOlSDRo0SH5+furYsaNq1arlthzHAO9av369+vXrp/fee0+JiYnq16+fEhIS9Mcff+idd95RwYIFlTdvXsXExGjXrl06e/aswsPD5evryz7Zw2JiYtSrVy/t3btXderU0RtvvCHp2iWQyY+J77//vj7++GNt2rRJWbJk0YULF5QpUyYvV4/kkvrs8uXLGjJkiObNm6fHHntMAwcOlJ+fnzNfurZPfPjhh9WiRQv16dPHy5Xj3zAzXbp0SUOGDNFjjz2mOnXqOPNGjBihPn36aNu2bcqXL5+uXr16089JXtnH3tG4C7gLJCYm2vTp0+2BBx6wwoUL25UrV5zpZmY//PCDBQUF2RNPPMGvb3eBpH75448/rGDBgjZhwgRn3tixY83lclnatGntlVdesc8///y65Tlj7f4zbNgwK1SokD3++ON25MgRZ/r58+ctODjYQkJC7LvvvrvujAhOPfeu5cuXW8uWLW3nzp128uRJe+GFFyw8PNwqVqxon332mR09etRpu3btWlu/fj1nt9xnJkyYYIUKFbLAwEDbsGGD27wlS5ZY7dq1rWLFis5lJbg7HD582MLCwtyO37t37zaXy2Vly5a10qVL29SpU23Xrl1uy3H89pwLFy44dxeNjo62zp07W/ny5e29995z2iT/+7/22msWGhp6x+vErTl8+LDbNnTlyhV79913rUKFCtapU6frzoTasmWLlStXzlasWGFmnPl9L0rqyz/++MOZlrwfy5QpY82bN78rP9syCDlSPPvTSX4ul0uNGjXS2LFj9dtvv6lLly7OdEmqWLGiPv/8c2XMmJFfTO8CSQMOp0+fXm3btnUbJHHcuHFq2LChZs2apZiYGLVt21bt27d3W54+vP80adJE8fHxWrt2rQ4cOCDp2n4gY8aMWrVqlXx8fNS8eXNt27bNbTnu+uJd1atX1549ezRixAg98MADmjFjht566y2tX79er776qlq2bKnOnTvr4MGDKleunMqVK8fd7lKwPx+7pWt3qn3//feVI0cOjRw5Ulu2bHHm1apVSx07dlRISIjKlClzByvF38mTJ48aNGigN998U3/88Yck6bnnnlP16tXVv39/PfXUU2rRooVGjx7tthzHb8/Yu3evOnXqpNGjR+vMmTMKDAzUG2+8oQoVKmju3LnOHbSSzkA7d+6czp07pzp16siuDd/i5f8DJPfzzz+rTp06WrJkiXbs2CEzc+7++eSTT2rDhg164403dOHCBWebmj59utKmTatHH31U0n+/A+He8O2332rAgAG6dOmS290Lk/oxMTFRTz75pLZs2aLo6Ghn2l3Dm+kX4GnJU98TJ05YTEyM8/zKlSs2a9YsS58+vbVv3/6W1gHv2rBhgwUGBtqCBQusXLlyVqVKFWfQ4jNnztiGDRv4xfQ+c7Pt88SJE5YrVy6rXLmy7dy5021ebGystWrVivfKXSSpL77//nsLDQ21gwcPmplZyZIlrV69erZmzRobOnSoZcuWzRo3buzFSnEnJN+uDx8+bHv37nX7lXfatGkWHBxsLVq0sC1btvztOuA9Sb/Inz592ho3bmzjxo2z4sWLW6VKlez06dNOu61bt7JPvgO2bdtmOXPmtJYtW9rcuXPN7L99dOLECevUqZOVK1fO7UyoXr16WcGCBW3fvn1eqRk39/PPP1uWLFmsa9euznEzucuXL9vbb79t5cuXt06dOpmZ2cCBAy0gIMC2bdt2h6vF7TBhwgTLlCmTDRs2zA4fPuxMTzrmJW3Pv/32mwUEBNg777zjlTr/CgEUUqzkHz4HDBhgISEh9uijj1qlSpWc0CIhIcFmzZplGTJkcHbMuDsl7VC7du1qLpfLqlWr5hYoJseH2PtD8m187969tmXLFrt06ZLzXjl69KhzOe2fQ6gkvFfuLkeOHLHKlSvbBx98YGXKlHELmc2ufZimz1K25Nt17969LSQkxLlL7fjx4515U6dOtZCQEGvVqpX9+OOP3igV/1DHjh3N5XJZeHi4c/mXmftlI2zfnnPgwAF78MEHrWfPntfdTTjJ8ePHrXPnzlauXDkbOnSo9e3b1zJkyGCbN2++s8Xib50/f96efPJJi4iIcJseHx9vZ8+edQKppMvxqlSpYkWKFLG0adNymfI9au3atRYYGGjTp083s2t3NoyPj79ue07aj7755pv26KOPut09+G5AAIUU780337SgoCCbPHmyRUVFWaFChaxs2bK2ceNGM7v2YXf27Nnmcrls6NChXq4Wf2fhwoWWO3duW7lypZnxYfV+lfwLS+/eva1QoUL24IMPWv78+W3GjBlOaHH06FHLmTOnVa9e3bZu3eqtcvEPTJ482Vwul1WqVMnOnz/vTE8eTLDdp3x9+/a1HDly2DfffGNbt261GjVqWNGiRZ27Npldu/tP3rx5rX///l6sFH8n+VlQ5cqVo7+85P3337dGjRq57UuPHDliK1assMGDB9uaNWvM7NqZUBERERYYGGhp0qQhrLhL/f7771a8eHH79NNPnWnLly+3Hj16WM6cOS1nzpzWu3dvM7v2402vXr2sdOnSNz1rFHe/iRMnWr169czMbOfOnfbUU0/ZY489ZgUKFLCJEye6/WBnZjZ79myrVavWXXdGMANeIEVbtWqVFi5cqJkzZ6pFixY6ffq0YmJidPbsWTVs2FCbN2+Wj4+PGjVqpGXLlqljx47eLvm+davXJtepU0fFihVT//79JTFGxP0q6Tr3d955RxMmTNCwYcN07NgxPfLII3rrrbc0c+ZMnTx5Ujlz5tSPP/6o7777Tp988omXq8atqF27tmrWrKkGDRooY8aMzr4h+RhdbPcpU3x8vCQpKipKX3/9tWbPnq0GDRrozJkz+uGHH/TAAw9oypQp+uijjyRJL774osaNG6cePXp4s+z73t8dv10ul8xM6dOnV0hIiH788UddvXqVsYTusJMnT+rUqVO6fPmyJGnWrFmKiIjQM888ozFjxqhKlSqaNGmScuTIoa5du6p169batm2bgoODvVw5biQ2NlZ+fn46ePCgjh07phEjRigiIkK7d+9WmzZtFBkZqf79+2vy5MlKmzat3n77bS1btkylSpXydun4l06fPq20adPqzJkzql27tvLnz6+2bdvq6aefVrdu3TR58mQlJiYqISFBkvTss89q8eLF8vHxYQwowFPWr1/v9ktN0rghZmaLFy+27Nmz28cff2wxMTGWP39+Cw4OtnXr1rmtg7sp3XnJz2b58ssv7cyZMzdsl5TgL1y40HLkyGHLli27E+XhLrVt2zarXLmyzZs3z8zMFi1aZP7+/lalShXLnDmzDR8+3I4fP25mZjExMZw142U3+gXuZnfe6dKliz388MPcifQ+sWDBAmdbTUxMtJiYGBs5cqRdvnzZli5datmzZ7eJEyfamTNnrHDhwvbQQw9Znz593NbB9u0dybfradOm2XffffeX7Tdu3Ggul8vmz5/v4cpgZs7dz8zMPvjgAytdurS9/vrr1rp1a8uePbt16NDBFi1aZPHx8datWzfLnj272zAVuLvs3r3bxo4d6zzv2bOn5c2b13LlymV+fn42cuRI27NnjzO/UqVK1rZtW2+UCg+YPHmyZc2a1WbPnm0tWrRwO+59+OGHlj59ejtw4ICZuX++utvuckgAhRRj/vz55nK57KWXXrL169c7048ePWpXr161OnXqWI8ePczs2gG5atWqliZNGqtfv763Soa5f8D57bffzOVyWdu2bW8aQpld61MGkb7/zJs3z2bNmuU8P3z4sH366acWFxdnq1atssDAQOeDWfXq1e2hhx6y9957z06dOuUsw3vGO5J/+JkxY4Z9/fXXzrTk85L2B2fOnDF/f38ui74PLF261FwulwUFBdnRo0fN7NoPQRcuXLCEhAR79tlnrVevXs6PQ02aNLESJUpYp06d7roP1feb5H//Hj16WL58+eydd96xM2fO3LBvEhIS7OrVq/bhhx/yY98dsGPHDsuXL58zXoyZ2SuvvGK1a9e2MmXK2Ny5c92Oj5988omVKlXKbXwu3D1OnTplAQEB5nK53AaJ/+6772zJkiXO/jPJ+fPnrWbNmjZs2LA7XCk86fHHH7f06dNb+fLlnTGgzK59vs2XL5998cUXXq7w73HfYqQYmzdvliTt2LFDEydOlCSVK1dOOXPm1IkTJ3TgwAG1aNFC0rXLN3LmzKktW7aocOHC3ir5vmdmzmU1/fr105kzZ5QrVy6NHz9eFy9e1JgxY+Tv7++2TGJionLmzOn0cUJCApfj3AfWrVunevXqKW/evIqLi9OLL76oPHnyKCwsTKlTp9aECRP09NNPq3Xr1pKkXLlyaf/+/dq+fbuyZs3qrIf3yp2XmJjobOe//vqrIiMj9eijj8rPz081a9Z0Ls9xuVxOu9SpU6t///569dVXvVk67oBUqVIpf/78MjOVLl1aP/30k/LmzatUqVIpMTFRhw8fVp48eZQqVSrFx8fL19dXb775ppo0aeL23sGdl/R3f//99zVx4kQtWrRIZcuWvWl/+Pj4yMfHR6+//rqka5dcpkrFVxFPiI+P1/Dhw3X48GH16tVLly5dUps2bTR+/HhduXJFLpdLadKkcVtm586dypcvH8fJu9TFixdVvHhxpU6dWtOmTdP58+c1aNAgVa1a9br9YGJiot5//33t27dP9evX92LV+F/c6PgWERGh/v3769dff9W+fftUtGhRSVJMTIwCAgLcPvPerdjrI8V4/fXXFRUVJV9fX0VFReny5ctKlSqVypYtq8DAQGXPnl39+/fXmTNn9Pnnn+uPP/5Q4cKF5ePjQ4jhJck/vH700Uf68ssv9cwzz+jXX39Vx44dFR8fr08++cQthEo+DoxEoHC/OHv2rDJnzqwSJUrok08+UVxcnFq1aqXs2bPr6tWriomJUfbs2Z32V69e1Zw5cxQSEsKXVC9L2ma7d++umJgYBQUFaf369erWrZsGDx6sWrVqufWRmcnPz08dOnSQRMic0j300EPKnDmzwsLCdOTIEQUHB2vTpk3KkyePYmNjVaJECW3atEmvvfaa9uzZo99//12ffvqpXC6XW7gJ7zh37pzWrl2rQYMGKTg4WAcPHtTPP/+scePGqXjx4mrTpo0KFSp0w2UJnzwnVapUCgkJ0apVq/TUU09pwIAB8vHxUevWrZU2bVpdvXrVaRsTE6OhQ4dqypQpWrNmjfz8/LxYOW4mb968CgkJ0dy5c9WhQweNGTNGadKk0TvvvOP2+WbFihX66quvNHPmTC1dulQFCxb0YtX4N3777Tc98MADSps27XWfX8PDwxUXF6d+/fqpWrVqeu+995Q+fXrNmjVLfn5+evzxx71Y+a3hqI0UIS4uTj4+PipWrJhCQkI0bNgwbdiwQSNGjNCGDRskSZ9++qmyZs2qyZMnK1OmTFq7dq0zKBtfbrwnISFB69evV6tWrVS1alVVqVJFL730kr7++mvNnz9fnTt31tmzZ71dJrysTp06qlChgmJiYlSyZEl9/PHHmjZtmqRrZ8vkzp1bs2bNUtu2bVWhQgVt3brV+SU+MTGR8MnLxo0bpwkTJqhjx46aO3eutm3bpvj4ePXp00fLli1zC5/+3Ffsn1OmpAFR8+TJo/bt22vu3Llq3ry5goODFRISosOHDytz5sxq3769HnnkEf3yyy/Knj27fvzxR+fYTfh059mfBg4PCAjQqVOnNGvWLC1evFjt27fX4MGDFRAQoI8//lhDhgzxUqX3r6QBiF988UW5XC7FxsbqhRdeUN++fTV16lRJ146b0rUfAF9//XXNmTNH3333nYoXL+61unFzSX3at29fPfLII0qfPr1eeeUVTZo0Sf369XPaffHFF+rfv78OHTqk1atXq0yZMl6qGP/WmjVrVLNmTX3xxReKi4tzPhtJ1/a/qVOnVuPGjfXVV1+pTp06GjRokIYPHy6Xy6VVq1bJ19fXeb/ctbxw2R9wW2zcuNF++OEHt2kbNmwwf39/27Ztm61atcqKFStmL730km3cuNFpc/LkSWdsAsYg8L64uDgLCQmxl19+2ZmWdD3z66+/bi6Xy1q3bu3MY8yP+8+VK1fM7NqNBF588UWbO3eutWzZ0sqUKWOTJ0922r322mvWtGlTa968uTN4NWM+3R26dOliTz75pJn9d5ynEydO2EMPPWRly5a1hQsXsm3fJxYsWGCbN292G2fml19+sQYNGtiSJUvs8OHD9sQTT9gDDzxgv/76q5ldG8vEzDh230VmzZrl3ABiyZIlVrp0aQsICLA333zTVq9ebWZmgwcPtvr16zv7cHhW0naS3Pjx4+3//u//bNOmTdaxY0fLmTOnTZ061Znfu3dv6927t+3bt+9OlopbsGfPHhs2bJhduHDBLl++bGZmZ8+etRdffNF69eplCQkJ1r9/f8udO7f17dvXWW7z5s12+vRpL1WN/9XVq1etevXqFhISYjNnznT6Pun49+ebA8TExNi5c+fuqeMjARTuSV9//bW5XC4LDAy01q1bW1RUlMXExJiZWdeuXS0iIsJpV7x4cWvRooWtWbPGbR182bnzbnZHlbFjx1ru3Lnt22+/dZs+YsQIa9q0qWXKlMkZQB73h8WLF9v48ePN7L8h0t69e61w4cI2Y8YMO3nypLVs2dLKli1rEydOdJZLHjjdCwfhlC6pP9q1a2dVqlRxpl+6dMnMrt310tfX1+rUqXPdPhopz/Lly50Bx1999VUbMmSIMy8iIsIqVKhgZmb79++3GjVqWFBQkHNHnyQcu73v119/tZCQEAsLC7NVq1aZ2bVtPSkwTFKjRg1r3769N0q87+zatcvy589vb775pq1bt84J/davX2+5cuWyNWvWWGxsrHXq1Mly5sxpU6ZMcZYlILz7nDx50h544AFzuVzWtGlT69Spk/38889mZrZlyxZ74IEHbN26dXb27FkbMGCAFSxY0Pnug3vT3r17nYHk4+PjLTw83EqVKuUWQiX/HhUTE2NRUVHO56k/z7+bce4y7kmHDh1S9uzZFRwcrHXr1umjjz5SWFiY1qxZowceeEBr1qzRyZMn1bBhQw0aNEjz5s3Td99957YOLsm5s5JfLrFq1Sp9+eWXOn78uBITE1WnTh1VrlxZH3zwgb755htJ0pkzZ7Rs2TJVr15d7733nmbOnKlff/31utP/kfJ8//33qlOnjtq2bauXX35Z/fv317Fjx/Twww+rb9++zqnGr7/+usqUKaOxY8dqzJgxkv57uZaZMb6IFyRdVpUkqT9eeuklrVmzRsOHD5ckpUuXzmnz/PPP69dff9XAgQPvWJ3wjrRp06pkyZI6f/68ihYtqjFjxujJJ5/UoEGD9OqrrypDhgzOmCVjxoxRUFCQOnbs6LYOjt133p+Pu/ny5XO21/fff1+LFy+Wr6+v8uXLp/Pnz2vJkiWqW7euTp486WzzHLs958qVKxo2bJgOHTqkiRMnauLEiXr88cf1448/6rHHHlO3bt00cOBApUmTRh07dlTTpk3Vrl07ffbZZ5J03WDk8L7z58+rUaNGyp49uy5fvqysWbOqcuXKioyM1O7du9WyZUutXr1aAQEBatmypZo1a6alS5fq1KlTbGv3oM8//1yPPfaYPv/8cx07dky+vr76z3/+ozx58mjgwIH65ptvdPnyZed71MmTJ1W7dm0NHTrU7fPUPXNZulfjL+B/8MEHH1i1atUsMjLSFi5caO+9954FBwfbCy+8YC6Xy/r06eO0XbNmDZfi3CW6du1q2bNnt+zZs1uuXLls1KhRduXKFdu6dau9/PLLljFjRitatKg99NBD9uijj5qZ2eeff26PPPIIpxTfJ5YtW2b169e34sWL2zPPPGMdOnSwbNmy2QcffGAfffSRvfjii7Zy5UozM9u2bZs1atTIWrZsyZkRXpb87//555/bgAED7Ouvv3Z+0Rs4cKClTp3a+vfvb0eOHLEjR45YeHi4jRw50n766SdzuVzXXVaNlCUhIcGioqLs4Ycftvr169vvv/9uH3/8sT355JOWNWtWc7lc1rNnT6f94cOH75lfdO8H0dHRbs+XLVtmNWvWtKeeespWrFhhZmarV6+2Fi1aWL169ZxLoTkb1fOioqKsdevWljVrVps9e7b16dPHypQpY08++aQ9//zz9vjjjztnqO3Zs8d69eple/fu9XLV+Cu7d++2Tp06WebMmW316tW2adMmi4yMtIcffthcLpflz5/fLl68aGbXzpg6deqUlyvGP5X0ualhw4bmcrnskUcesWHDhtnx48fN7NqZUE899ZRzJlRcXJydPXvWqlSpYkWLFnX2sfcaAijcc5J/GO3fv7+FhIRYZGSkXblyxfbu3Wtz5syxihUr2vbt269blhDqzkv+pfS7776z8uXL2+rVq+3UqVPWoUMHK1KkiA0aNMguXbpkFy9etDVr1th7771nEyZMcHasnTp1spo1a7qNGYKUbenSpfbCCy9YcHCwbd261ebPn2+vvPKKFSlSxFwulzVo0MBpu3//fme/QAjlHcn/7t26dbMHHnjAihcvbg8//LA9++yztn//fjMz++ijjyxjxoyWO3duy5Url5UqVcouX75sW7dutYIFC/KF6D6QmJhoUVFRljNnTqtfv75zXJ42bZozVs2fcey+8/68L500aZI9/fTTbmNqml3bV5csWdJq1Khh69atM7NrY3ol7ZMJn+6cH3/80Ro0aGD58+e3kydP2qFDh2zChAmWM2dOc7lctmTJEqftvfrFNSWLj4+/rl/27Nljr7zyigUEBDhjq/3222/WvXt3mz17tjfKxG2UtJ/dtGmTPfXUU1anTh3LkiWLffjhh07gnxRClS5d2j755BOrWLGiFSlS5J4O+AmgcE9KHkINGjTISpYsaZGRkXbkyBEz+++BlV9O7x7Tpk2zzp07W2RkpNv0rl27OiHUyZMn3ebt27fPOnfubAEBAbZt27Y7WS68JPmXnqVLl1q9evUsJCTE9uzZY2Zm27dvt9dee822bt163bJs7963bds2e+aZZ2zjxo2WmJho06dPtxo1alidOnXsl19+MbNrgeHcuXNt0aJFTrDQo0cPK1WqlJ04ccKb5eMOioqKsty5c1u1atWcaX8ebBXe8+c+mDhxopUqVcpatmx5XUg4atQoy5Qpk1WoUMF+/PFHZzr7ZM85deqUbd261Xbv3u02BsymTZusTp06li9fPtu1a5eZmR06dMg5ZrJt3Z12795t7dq1s5o1a9rbb79tO3bscObt27fPCaH+85//mNm9GTrgxhISEuzo0aPWoEED++abb2zUqFGWMWPG60KoBg0amMvlstKlS9/T4ZMZARTuYX8OoUqXLm2vv/66HTp0yMw4yN5twsPDzeVyWY0aNZwvGUm6du1qJUqUsDfeeMPOnj1rZtcGKf7oo4+sXr16NwwbkHIl33aXL19uTz31lAUHB9v69evN7L8HXL7c3F0+//xze/zxxy08PNztC9Hs2bOdEGrnzp1uy+zatctat25tWbJksS1bttzpkuFlUVFRljdvXqtevfpN7/CDO2/BggXWuXNn69y5s3399dfO9FmzZjl3rU1+JtT06dMtLCzMuTMXPGv79u1WqlQpK1y4sLlcLuvWrZtzlqnZtbughYeHW+7cuZ2Bq+mXu1fSoOJPP/20M4xI06ZN3Yad2L9/v7Vp08YCAgJswYIFZsb3nHvZwYMH7dixY27TPv74Y8ufP79duXLFBg0aZAEBATZkyBC3EKpv377OZ+B7NXwyI4DCXe7vDpjJ57///vsWEhJirVu35ld0L7vZQfGVV16xXLly2fjx4+3ChQtu89q0aWPNmjVzW/bixYtOIIX7y59DqPr161tISIj99NNP183H3WHgwIFWrFgxy5Mnj/3+++9u82bPnm21a9e2kJAQO3z4sJldO1N16dKl9tprr93wkmncu/7Jl92oqCgrUKCAlSpVynMF4ZZ98sknFhAQYC+++KIVK1bMHn/8cefSOjOzGTNmWEhIiL344ou2YMECi42NtYYNG9rIkSMJEe+ArVu3mp+fn3Xt2tV+/PFH6927t6VKlcqmT5/u1m7Tpk0WHh5uBQoUcEIo3H22bdtm/v7+buPWduvWzVwu13VnGu7du9deffXV6y6nxL1l2rRpljZtWqtVq5YNGzbMYmNjnbPB69evbzNmzDAzszfffNOyZMliQ4cOdcbSTHIvh09mBFC4iyX/gvnll1/amTNnbtgu+Qedt956y1q0aMGXUy9K3h9Hjhyx48ePuwWCTZo0saJFi9rkyZOdwROTJPVbYmIifXgfuNGXlOT9/ucQ6umnn7a8efPa7t2770h9uLmbfcEcN26cFS1a1Jo1a3bdB6apU6da586d3ZaNj4+/7oxI3NuS9++0adPsu++++9tlVq1aZY0aNSK48LLx48ebr6+vffnll2Z27dKtwMBAW7hwoVvfzJw50+rUqWOZMmWyQoUKWYkSJZwvRBy7Pefnn3+29OnTW/fu3Z1px44ds8yZM9uzzz573d9+48aNVqlSJStevLjFxcXRN3eRxMREi42NtfTp01uJEiXczhr+v//7P3O5XLZixQrbv3+/W78dOHDAOnbsyOege1DSPvT55583l8tl4eHhli1bNmvatKn93//9n505c8Y6d+5stWrVcpZ5++23zeVy2eeff+6tsj3CZca9GnH3SUxMdG4lefToUeXJk0dt2rTR+++/r8yZM/9lezOTy+Vym4Y7I+lvL0l9+/bVwoUL9euvv6p48eKqX7++IiIiJElNmjTRjh071KNHDzVq1EgZM2a84TqQciXv588++0wZMmRQgwYN5HK53OYl//fChQu1atUq9e/fX76+vl6r/X6XfN+6adMm+fj4KD4+XiEhIZKkMWPGaMaMGXr44Yc1cOBAPfjgg9etIyEhgT5MgZJvrz179tTMmTPVunVrdezYUQEBAbe0b+e94R1ffPGFmjRpoi+//FJPP/20Mz04OFhBQUGKjY1Vnjx5NGPGDLlcLu3atUtHjx7V77//rmeeeUa+vr70nYd9+OGH6t69u2bMmKGGDRsqffr0evfdd9W3b1+Fh4erVKlSCg0NVVBQkIKDgyVJ+/btU5o0aZQ3b14vV48bGTNmjLp06aK33npLffr00QcffKDevXvr0UcfVUhIiKZMmaInn3xSDz/8sJ5++mmVKVNGqVOn5vvNPejXX39V/vz5JUlNmzbV8ePH1bhxY6VLl06LFy/W3r17ValSJY0bN06zZ8/WM888I0maNGmSXn75ZaVKlcqL1d9mXou+gJtInvT37dvXOnXqZLlz5zaXy2XNmjW76Z3QbnbmBO68d955x7JmzWpfffWVTZ482Xr06GFp06Z1O8W4adOmljVrVudadtw/kv+SfvDgQQsMDLQaNWrYkiVL3M6CS3Kj7Zm7YnlH8r7o0aOHFSxY0B588EHLmjWrtWnTxmJjY83s2t3uKlWqZC1btnRuDoH7x6BBgyx79uz2008/cTy+R8yYMcNcLpcNHjzYmdaoUSPLlSuXDRkyxCIjIy1z5sxWo0aNGy7PPvnOeP311y1NmjT29ddf27vvvmuZM2e2jz76yKZPn26dO3e28uXLW65cuax69eo2efJkb5eLG9i9e7eNHj3a2TeOHTvWXC6XPfHEExYYGGjLly935q1du9aGDh1quXPntpIlS9rx48e9WTr+pZUrV1qpUqXcruapV6+elStXzrnkbvbs2fbGG29Ynjx5nBvvJHevX3aXHAEU7lqDBg2yrFmz2nfffWerV6+2adOmWUBAgD333HM3DaHgfWfPnrXq1avbJ5984kw7f/68ffzxx5YxY0ZnR2t2LWDkQ+v9q1u3btaiRQsrVaqUZcyY0UqVKmWLFy++YQiFu8vw4cMtW7ZstmbNGlu/fr19++23FhAQYA0bNnTajBw50h555BF77733vFgp7rSzZ89a/fr1bcKECWZ27ZKRb7/91sLDw6179+7O3RBx95k8ebL5+PjY4MGD7dlnn7VHH33UbXDrwYMHW4YMGWzz5s3eK/I+c+nSJTtz5ozbkAVdunQxl8tl6dKls3nz5rm1P3TokC1evNjq169ve/fuvdPl4m9s3rzZUqVKZcOHD3ebPmnSJHO5XPbCCy9cNzyF2bUf7gif7l2zZ882f39/50e6JA0bNrSiRYvarFmznDvbJX3HTcmfgQmgcFeKj4+3p59+2rp27eo2fcWKFZYxY0Zr0aLFTceEgnedPn3aHnjgARs0aJDb9DNnzliDBg0sIiLiutCJEOr+M3bsWMuSJYtt3LjRDh8+bAcOHLDixYtb+fLlb3omFO4ezZo1s4iICLdp27Ztu+5Mxy+++ILtO4W70TZasWJFq1Wrli1atMjq1q1rlStXthdeeMEyZcpk7dq180KVuFUTJ060VKlSmZ+fnxM+JW3DX375pRUtWtR+/fVXb5Z439izZ4+98sorVqtWrev2pX369DGXy2XTp093u6kLx8671+bNm83Pz8969ep1w/njx483l8tl/fr1c/uOk5LOfLmfJCYmOtvswYMH7aGHHnLC+6Swyczs6aeftuLFi9uMGTPsjz/+cJZNybiAFHelxMREHTlyRCdPnnSmJSQkqFq1avq///s/TZ06VV27dnXmGUOZec2f//ZZsmRRgwYNtGHDBu3bt8+ZnjlzZmXJkkUHDx68bowIxoy4/+zevVuhoaEqW7ascuXKpQIFCmjFihU6deqUevbsqcWLFzMe2F3q6tWr2rt3r2JjY51pcXFxKlGihN544w0tWbJEZ86ckSQ1btzYGRsGKVPSNjp79mzNnz9fktSvXz/FxMToueeeU9myZTVgwADNmDFDvXv31rFjxxQXF+fNkvEXWrVqpenTp+vSpUuaOXOmrl69Kl9fXyUmJmrixIkqXLgw4wndAdu3b1ft2rWVPXt2tW3b1tmXHj9+XJL09ttvq1OnTmrdurVmz56tS5cuSRLHzLvU9u3bVbFiRXXt2lUDBgxwpn/11Vdat26dJOmVV17RuHHj9Pbbb+ujjz7S6dOnJSlljf1zH3G5XM73m1y5cikxMVErVqyQJKVOnVpXr16VdO09ULhwYQ0ePFgzZsxQXFxcit+OCaDgdYmJiddNS506tV555RWtWLFCc+fOlfTfkCJv3rx6/vnnNXv2bPXs2VMSB1xvSDowJg0anVyNGjW0a9cuTZw4UXv37pUknT9/Xr/++qseeuihO14r7h5JQcTly5d1/vx5SZKPj48uX76sHDlyaPDgwdq6datGjBihtWvXerPU+17Sdv3nfXTq1Kn18ssva/HixVq2bJkkKU2aNJKk9OnTy9fXV5kyZXJbhpA5ZTt06JA++OADffTRR1q9erVq1aqln376SVu3btV7772nKlWqSJIWL16sPHnyOO8XeMeft+k/H8Off/55jR8/Xr1799YHH3yghIQE1atXT/v379fs2bOdG73AM/bv36/atWurSZMmGjBggDMY8ahRo9SlSxetWbNGkjR8+HC9+uqr6tixo6ZMmaLLly876+Bz8d3j+PHjqlOnjipVqqR+/fo50wcMGKBmzZopffr0zrQ2bdpo/Pjx6tu3r8aPH892do/69ttvFRoaqr59+2ry5Mnavn27Hn30Ubcf41KnTu38+8svv1RAQIBWrVp1XxwfuQsevCr53ZRWrVqlU6dOqWLFigoMDNSRI0fUs2dPHT16VJGR/6+9Ow+oKf//B/68bYoKFRJC1ihKio+xZovKnmxjCy32bNkZpgyRJZKyptUyliY7xdiXyL6EKC1K+6buff3+6NeZe2XmM5/vjG7q9fhnuqwbEUIAAHDiSURBVGeb93Xu+5z3eZ33+/V2xZAhQ5Ceno4JEyZg0KBByMvLw6ZNmxAZGYnGjRvzzbYcXbhwATt27ICrqyt++OEHAGVnr9uxYwd27twJkUiE+vXrIyMjA7m5uYiOjoaSkhL3bqki/mw2ymvXrqFr167YtGkT5syZIyw/evQojh49irt376JZs2YIDw8vx9IyaXFxcWjcuDGAsvX74cOHWLNmDVJTU7Fo0SL0798fGRkZGD16NGrXri3MlMUqp69dv8+fPw9PT08oKipi1qxZ6N+/P4CSlw/Xr1+Hl5cXEhIScO/ePb4HyJH0NfnVq1do3rz5n267b98+ODo6QlVVFQ0bNsT9+/ehrKyM4uJi7pXxjRAR5s2bh9evXwszxALA8uXL4eXlherVq6Nnz56YM2cOunTpAgBwdHTEsWPH8OLFC9SsWVOexWdfkZycjLFjx0JBQQHjxo3D+PHjsXHjRqxbtw6BgYHo168fANnr6p49e9C5c2e0adNGnkVn/wcSiQT+/v64ffs2Pn36hKioKDRs2BAxMTFQVVXFkiVLoKGhgV69eqFhw4ZQV1cXgk5VZgZ3OQz7Y6yM+fPnk46ODuno6FCDBg3I29ubCgsL6cGDBzR+/HhSV1cnQ0NDatasGRkZGRERUXBwMLVs2ZI+ffok59JXPb/++isZGxvT2LFj6fr168JyiUQiM8NZVFQU7dixg6ZOnUpr164VxrHzePaqQXoMe3BwMLm7u9Ovv/5KCQkJRETk4eFBysrK9PPPP9P79+/p/fv3ZG1tTVu3bqU7d+6QSCSiq1evyqv4Vdrdu3epcePG5OfnJyz7MifBpUuXaMyYMVS9enUyNDSkNm3aULt27YTcBpU9hwEjSkpKkvl8/vx56tOnD9nY2NDFixeJiOjy5cs0ceJEsrW1FX4bfA+Qj7CwMKFOz507l7p37y6TP+hr/P39qUePHnzuylHnzp3J1dWViEqSTycnJ5ORkRFdv36doqOjqVWrVjR8+HCKjIwU9klOTpZXcdlfKG0Tx8fH0+DBg6lPnz40YsQI0tLSkjl/pU6fPs11rJJJSkqihIQEcnFxIZFIRHZ2dtSwYUNq0qQJ1a5dm9q0aSNM2kEkO1N0ZcUBKCYX0g8mly5dok6dOtHly5cpNTWVZsyYQa1bt6Z169ZRfn4+5ebm0u+//05r164lf39/oRE0a9Ys6tOnD8+IJyfh4eFkYWFBo0aNkglCicVi4fzm5OTQu3fvZPbjhMRVg3QdX7BgAdWpU4fatm1LLVq0IDs7OyG57bZt20hdXZ0aNmxIDRo0oPbt21NBQQE9ePCADAwMeBYfOXn8+DFNmTKFjIyMZKbylkgkMuc2OTmZrly5Ql5eXrR//36hfnMDuvL5MqC4Z88eGjp0KN29e1dm+blz56hdu3bUu3dvunHjBhERvXz5UmhU829DfkoTV1tZWZGGhgbFxMT8T/vzufv2CgoKqFWrVsIkPKX1Tnr2rDt37lC1atXIw8NDWMYB/4pF+nyU3hffv39PQ4cOJQ0NDZlJlkqvjcuWLaMGDRpQfHx8+RaW/etKz6n07+DChQvUvXt3SklJoeLiYoqLi6Pg4GDy9vauctdWDkAxuTpw4ADNnj1beNNTav78+UIQKiUlRWbdq1evaPbs2VSzZs3/ufHE/jnpi+mJEye+GoQiIkpMTKSePXuSm5tbeReRVSAxMTE0YsQIunv3LkkkEgoICKDevXuTlZWVMB17bGwsnTx5kk6fPi001BYtWkTt27fnt7py9PTpU5o+fTq1atVKJggl/XYuJSWFbt26JbMfB5krpy8fcHfv3k3t27enSZMm0b1792TWeXt7k4aGBnXu3Jlu374tLK8Kb3YrOiMjI1JSUqJVq1bJuyjsKz5//kw//PADde7cmT5+/CgsL61/YrGYsrKyyMbGhg4ePCivYrK/8Pr1azpy5IhM78LS++KHDx9oyJAh1LNnT9q3b5+wfvny5VStWjW6c+dOuZeXlY8XL15Q9erV6cqVK19dX5WCUDyAm8lVaGgoIiIiYGlpicLCQlSrVg0AsGHDBgBAYGAgsrKysHDhQtSsWRMFBQU4deoUXr9+jcuXL8PY2Fiexa+SSpOOi0Qi2NraAgDWrl2LLVu2AAA6d+4szH4UHx+Ps2fPyrO4TI5CQkLg4+MDDQ0NtGnTBiKRCOPGjUO1atXg6+uLmTNnYtOmTTA0NISBgQGAktnxPD09cfToUVy6dAl169aV87eoulq3bo3p06cDANatWwcAmDhxopCfIDk5GXZ2dlBXV8dvv/0m5K7ghOOVz6lTp3DmzBkAQM+ePTFkyBBMnjwZ6urq2LBhAzZv3ozZs2ejQ4cOAICaNWuiS5cu6NChg7AMQNXIbVFBleYWadeuHTp16oQ1a9agQYMGmDJliryLVqWRVN4fIoKysjKWLVsGW1tb/Pzzz/Dw8ICKigoUFBSEc+ju7o63b9+iR48eci49+9KLFy9gamqKwsJCBAQEYOjQoVBVVRVmg61fvz62bduGGTNmYO/evahRowYePnyIDRs24OrVqzAzM5P3V2DfgFgshp6eHpo1aybMEvxlvqcqlVdPzgEwVoX8WffgKVOmUIMGDcjPz69MLoKpU6fS2LFjZfbNzc2ljIyMb1pW9t99rSfUmDFj6LfffiNLS0syNDTknBFVnIeHB7Vp04YaNWpEaWlpMuvCwsKoX79+1LFjR2GY5ufPn+ncuXPk4uJCDx8+lEeR2Vc8efKkTE+olJQU6tatG7Vq1Uqo56xy2rVrF9WsWZPGjRtHbdq0oe7duwtD64iIAgMDqWPHjjRu3DiKiIigrKwsGjJkCG3dulWm1wYrf9J1Mz8/X2bd8uXLSVFRUSbPGxHRgwcPyqVs7Os9ZYhK2rmrVq0iRUVFmjJlCv3+++9ERHTjxg2aO3cuqaurU3R0tBxKzP5KRkYGDR06lBwcHGjChAmkpqZGBw8elKl70sPxhg8fTjo6OqSmpsY9n75T/+vQV2tra5o6deo3Ks33gwNQrFxINz7fv39PiYmJMkNrRo4cSYaGhrR3717Kzc2V2be0cn+Ze4TJn/T5OHnyJHXu3JlUVFSobdu2HHyqYv7sAdPX15cMDQ1p7NixQvLxUvv376fZs2fL7FtcXEwFBQXftKzsf1cahDI0NKQtW7ZQv379OMhcBfj5+ZGioiIdOXKEiIji4uKoXr16dOrUKZl6GxISIuQVat68ORkbGwu/Cb5vl7+HDx/K/Ltv376dHBwcyNXVlR49eiSsW7FiBSkrK5O3tze9efOGhgwZQoMHD5ZTqauW58+fU/Xq1UlRUZGCgoLKBAhTUlJo69atpKGhQdWrV6fq1atTy5YtqWPHjnT//n05lZr9lXfv3tHy5cvp5MmTRETk4uLyl0GouLg4mjBhAj1+/Fgu5WX/jPQ98Ms20Jdt4tJr7ujRo2ny5MnfvnAVnIiISN69sFjlRlLdi1euXIlTp07h7du3aNu2LQYNGoS5c+cCAEaOHInHjx9j0aJFGDZsGNTV1b96DFY+/mwqULFYLDPERvrcHD9+HEePHsXu3buhpKTEUzVXEdK/lXv37kFBQQHFxcXo2LEjAGDHjh0IDAxEixYt4OHhgfr165c5xpe/K1bxPHv2DDt27IC3tzdatWqFmJgYnpK9Ejt8+DBGjhyJI0eOYOjQocJyMzMz6OrqIisrC40aNUJgYCBEIhGePn2KhIQEpKWlYcSIEcKQE67X5WvevHmIjIzExo0b0bNnT6xbtw4///wz7OzscOLECbRq1QqzZs2CnZ0dFBQU8PPPP2P58uXCMOl79+5BWVlZ3l+jUsvMzMSkSZOgpaWF4uJihIWFwc/PD8OHD4eqqqrMtm/fvsWtW7eQkpICc3NzNG3alIemV2Bv376Fvr6+0CZycXHBvn37sGvXLtjZ2aFatWoQi8XIzMyElpYWXyMrgW3btiEyMhJNmzZFnz59YGVlBeDrz1Fv3rxBo0aNqnybqWp/e1YuSoMTa9asgbe3N/z9/ZGZmYlnz55h8eLFyMjIwOrVqxEWFoYxY8Zg7ty5qFOnDgYMGFDmGKx8SF80T5w4gU+fPiE/Px/Ozs5lbpTSOaEGDx6MwYMHAwA/lFYRRCT8Vtzc3HDo0CHk5+ejsLAQw4cPx8aNG+Hi4gKJRIKQkBAsXboUP/30Exo2bChzHG6Alb8/CzL/mdatW2Pq1Klo0qQJZs2axUHmSu7z588AgFevXgnLhg8fjuTkZIwdOxYJCQnYs2cP+vbti/Pnz8PQ0BCGhobCtvxgJR9OTk64dOkS3N3dkZubi5iYGJw+fRo//PADcnJyMGLECHh7e4OIMHLkSCxduhS9evVCTk4OevfuDUVFRa7X31hWVhaMjIxgYWEBGxsb1KhRA1OnTgUAmSCUWCxGkyZN0KRJEzmWlv2VDx8+oEaNGqhZsyYACOeqqKgIysrK2LFjB4gI06ZNg0gkgo2NDdavX4/c3Fx4enryNfI7JP3i3cPDA+vXr8eIESNw/vx5XLt2DbGxsZg+fbpM3rZSTZs2BcD3Rx6Cx8pFRkYGWVpa0q5du4Rl2dnZ5OPjQ+rq6hQYGCgsX7lyJc+iJEfS3fYXLVpE+vr6ZGFhQS1atKBOnTrR69ev5Vg6VlFt3ryZtLW16ffff6ebN2/SiRMnqGbNmjRkyBBhm61bt1LLli1p7dq1ciwpI5LtHr53715avnw5OTk50fPnz//2EEgedlf57d27lxQUFGj9+vVkZ2dHRkZGFBsbK6xfv349Va9enfPRVBCldfL169dkbGxMPXr0IAsLC3r79q2wTUpKCllZWVHXrl0pKCioTHuL21/l482bNzLXYWdnZ1JTU6OAgADhGlxcXMw5TyuwN2/ekKKiIvXo0UOYsVC6/kj/7ezsTJqamtS9e3dSVFTkXGuVwK1bt2jOnDl06dIlIiJ6+fIlubi4kKmpKW3btk3YjnMglsUBKFYuPn36RHXq1KF169bJLE9PT6fBgwfT3LlzuRFUwWzatInq168vJEYMCAggkUhEZmZm9Pz5czmXjlU0Y8eOpblz58osi4mJoWrVqtGKFSuEZYcPH+a6XYEsWrSI6tatS2PGjKFOnTpRy5Ytad++fZSVlSXvorEKYvfu3aSkpEQ1atQQgk+ldfjIkSNkaGgoE+Bg8vHlQ87Lly/J3NycVFVVKSwsTGZdamoqWVtbU6tWrejcuXPlWcwqKyEh4avBJOlE8U5OTkLOoIyMDFqyZAnNnj2bg/0V1N27d6lBgwbUt29f6tevH6WkpBDRn+cGMjAwIG1tbc7hVQn8+uuv1K5dO2rbti29efNGWP7y5UuaPn06dejQgbZv3y6/AlZwPB8u+yboi9RitWvXxuDBg3Hr1i2Z7vy1atVC7dq18ebNmzJdEat010Q5EIvFwt9paWl49uwZvLy8YGZmhuPHj2P69OlYv349xGIxxo4dixcvXsixtKwiKSoqwosXL5CVlSUs+/z5M4yNjbFkyRKcPXtWmHZ2+PDhQm4YJl++vr4IDg7GmTNnEBgYiA0bNuDly5dwd3dHWFgYcnNzAZS9nrOqZfLkyQgICEB+fj5CQkJQVFQERUVFSCQS7N69G61atYK+vr68i1nllQ7zuHTpEuLi4tC8eXOEhYWhdevW2LlzJy5duiRsq62tjT179sDa2hq9evWSV5GrjNK8QIMHD0ZqaiqAP9pcysrKwt8+Pj6YOHEiXFxcMGjQIPzyyy+YPHkyD4esoFRVVaGmpgYbGxvk5+dj3LhxyM7OhoKCgnCelZSUUFhYCBcXF7x9+xaRkZFo3769nEvO/qm6devCwMAAcXFxiIyMFJY3b94cc+bMwQ8//AB3d3ccOXJEfoWswDgAxf5Vnz59AvBHXiBpvXv3xtOnT7F7924heJGdnY23b9+iWbNm5V5WJqs04Pfw4UNoa2tjyJAh6NGjB6Kjo+Hq6gp3d3fMnz8fM2bMwN27d9G3b1+8f/9ezqVm5am0TkskEpnlysrKGD9+PM6cOYPz588DAFRUVAAAampqUFRUhIaGhsw+HGAuf9JBv6KiImRnZ2PRokUwMTHB0aNHYWtrCz8/P5iYmMDNzQ0hISHIzMzkHHxVwJd1+sv796hRo+Dn54fly5djw4YNEIvFsLW1RWxsLMLCwiASicocg5UP6X/3ixcvwtnZGTt27EBSUhKaNGmCw4cPIzU1FR4eHjIPSnXr1sXGjRv5hUA5+PTpE3R1daGiooKxY8fi48ePQhAXgJB3CyiZtENHRwePHz/G3bt30a5dO3kWnf0JiUSChg0bwsjICPb29pgzZw4KCgowbtw4DBkyBF5eXigoKAAAFBYWokaNGrh58yaMjIzkXHL2v/rava1Lly5YsWIF+vXrh127duHQoUPCuubNm8PFxQWurq4YMmRIOZb0OyLX/lesUjl//jwNGzaMfv/9d2HZl9Mvb9++nYyNjaldu3bUv39/6tSpExkZGfF0zXJ07NgxcnJyIiKi2bNnU79+/WSmi925cyf16dNHGN8eEhJCzs7O5OTkxEOpqhjpYTZf1tWYmBiys7OjXr160enTp4moZIitlZUVjR49mut2BbJ582Z6+/YtxcTEUFJSEr18+ZLatGlDXl5eRET05MkTUlNTI11dXTpx4oR8C8u+OenhIi9fvvzLbffu3UsqKiqkqalJbdq0EYYP8RAh+ZC+rnp7e9PChQtJR0eHatWqRUuWLKH4+HgiKjmvJiYmZGVlRadOnZJXcausx48fU/PmzWnLli3UrVs36tevnzDMubRtRURUUFBAzs7OpKCgQA8fPpRXcdmfKK1v0tfMPn360PHjx4mIKDw8nHR1dUlBQYHOnj0rsy1fI79P0uf65MmTtGfPHvL19aX09HQiIoqOjiY7Ozvq2rVrmaHOpfhZqSzuAcX+NdnZ2Xj58iV8fHxw48YNAH/0hCqNHru4uMDb2xtOTk7Q19eHra0toqOjhdmU+E17+SoqKkJycjICAwPRqVMn7N27F5s3b5aZBvj169d4/vw5qlevjoyMDAQFBaF+/frw8fHhN6dVyL1799CjRw/4+/sDKNvL0djYGC4uLqhfvz6GDRuGNm3a4IcffsCHDx+wf//+r/aKZOVD+u2dv78/5s6di8zMTBgbG6NevXp4+fIllJSUMHDgQADAx48fMWHCBDg6OgrLWOV06NAh7NmzBwDg6uoKBwcHYejl10ycOBE7duyAqakp7t+/D2VlZZ4xTY6kZxlesmQJOnXqhJCQEAwbNgxHjhyBt7c3Pnz4gObNm+Pw4cN48OABzpw5I+dSVy3cU6ZyePToESZPngygZLhraY81bW1tJCUlAQBCQkJQWFiI9u3bY9u2bUhJSRGGxvI18vtUev7mz58PR0dHeHp6Yt26dWjVqhXOnj0LExMTLFq0CA0aNMCOHTuwf//+MsfgHv9fIecAGKtkwsPDycLCgkaNGkXXr18XlovFYuHNQU5ODr17905mP44Oy49YLKY+ffqQSCSiMWPGCMtL39YkJCRQ48aNSUdHh5o3b05GRkYySTNZ1fD48WOaMmUKGRkZ0d69e4XlEolE5i18cnIyXblyhby8vGj//v1C3ea3f/J35swZ8vHxKfOWLiAggPT09OjUqVMUGxtLtra2NGvWLGE9X58rrxUrVpBIJCIrKyvS0NCgmJiY/2l/rtfl7+bNm8LfEomE0tPTyczMjDw9PWW2c3NzI11dXVqyZAklJCQQEVF8fDzX53LAPWUqlwcPHlDt2rVJJBJRUFCQzLo9e/aQh4cHjRs3Tpi458iRI2RkZEQjRozg+lYJBAUFkY6ODkVHR9OnT58oIyODRo8eTbVq1RKuxzdv3qQ+ffqQi4uLnEv7feAAFPtXSD+Anjhx4qtBKCKixMRE6tmzJ7m5uZV3EdmfyMvLI3d3d1q+fDnVrVuXpk+fLqwrnQo4OTmZtm7dSjt37hQaR9xIqnqePn1K06dPp1atWskEoaQb2SkpKXTr1i2Z/bgBJh/S5+XevXukrKxMioqKQgNa+rz07NmTdHR0qGHDhtShQwcOMlchRkZGpKSkRKtWrZJ3Udh/sXDhQpo6dapMmysvL486d+5Mq1evJiLZe3O/fv1IT0+Pli5dSklJScJyviZ/Ow8fPqSJEycKn0vPh729Pfn6+hIR0bhx46h27dpkampKtra2lJycLJeysv/u/v37pKqqSs7OztS/f38aP348Ef3x3LN//34SiUTUuHFjunv3rrDuyJEjMrOjse/XL7/8QlZWVkQke+20tbUlY2Njob307NmzMrORsq/jABT71/y3IFRKSgp1796dDAwM+OFGjv7s4lhYWEi+vr6kra0tE4QiIrpz547MZ268Vl1Pnjz5ahCKiCgpKYm6detGAwYM4JxPciY93feDBw+IiMjHx4d0dXXpxx9/FNaVBpmJiCIiIuj06dPca62KKL0XjBkzhhwcHEhRUZH8/PzkXCr2V27fvi3Uy9jYWGG5nZ0dtW/fnnJycojoj3v0rFmzyMLCgjp06ECBgYFExLk2vyXuKVO53L17l2rUqEGLFy8mIqJDhw6RgoKCTK5bIqJNmzbR7du3iYjr1/fua89IixYtIn19feFzabvp/PnzpK+vT0+fPv2vx2CyOADF/lVfC0KNGTOGfvvtN7K0tCRDQ0NOWipH0hdFPz8/mjdvHtnb29PZs2cpIyODxGIx7dq1i+rUqUNTp06ltLQ06t+/P9nb2/NNlQm+FoRKSUmhbt26UatWrTjALGcnTpwgR0dHSktLoxkzZpCysjLl5eVReno67dy5k9TV1Wn27NnC9tJBqFL8MFQ5SddN6ckmiIiWL1/+1SBUaQCTVRyhoaHUoUMHCg8PJyKi1NRUatKkCfXp04dSUlKEc2tnZ0dnzpyhYcOGkampqTyLXOlxT5nKJS0tjVq1akWurq7CsoSEBOrcuTMtWLCAJBIJt3UqscjISKHX6KNHj6hFixY0f/58mW2uXLlCLVu2pBcvXsijiN81DkCxf510oOLkyZPUuXNnUlFRobZt23LwqYKYP38+6ejo0MiRI6lHjx6kpaVFrq6uFBcXR0VFRXTgwAHS0tIiAwMDMjU15ZssK6M0CGVoaEhbtmyhfv36cYC5gggKCiJtbW3q0KEDaWtr06NHj4R1mZmZtHPnTtLR0aE5c+YIy/mNXeX28OFDmXvz9u3bycHBgVxdXenRo0fCuhUrVpCysjJ5e3vTmzdvaMiQITR48GA5lZr9mTNnztDAgQOpb9++FBERQUQlAZBmzZqRgYEBde3alUxMTKhZs2ZEROTr60smJiZfDTazf457ylQuRUVFVFhYWKb3P1FJbrV69epRWloaEfF5rCyk20APHjwgkUhEa9asobS0NCooKKC1a9dSp06dyNHRkRITE+nhw4dkbW1NlpaW3H76P+AAFPuf/Fkl+/JtufQF+dixYzR+/HjOHVRBXLx4kRo2bCi8gSMqeRgxNjam5cuXC291Pnz4wMNx2F96+vQpzZw5k0QiEbVu3ZqDT3ImfX0eMWIEKSgo0KhRo4QExKUyMzPJ19eX6tWrJ5OrhFVOrq6u1KFDB7p06RIREXl4eJC6ujpNmjSJtLW1qUuXLhQSEiL8ftauXUsikYjatm3Lk07I2V893EZGRpKtrS1ZWloKiaw/f/5M7u7utHjxYlq1apVwLZ4wYQJZW1tzAOob4J4ylcvDhw9p2bJllJ2dLbO89Pr48eNHMjQ05Fy2lYj0ddbDw4O2bt1KGhoapKamRkuXLqXPnz9TZmYmeXl5UevWralatWrUunVr6ty5s1C3OQj1vxER8bzY7O+RSCTCdJQnTpzAp0+fkJ+fD2dn569uT0TCFMGleLrm8id93gDgt99+w8yZM3Hp0iU0atRIWLdp0yasXr0ajx49QqNGjWSOIRaLeRrRKuDL38rf8fDhQ5w7dw6zZs2CkpIS1/EKoKioCL6+vsjPz8e2bdtga2uL2bNno2XLlsJ1OTMzE/7+/jh37hwiIiL+5/POvh8vX76Evb09dHR0MHv2bAQGBmL69On44YcfkJOTgxEjRiA3NxfTp0/HyJEjoaCggGvXriEnJwe9e/eGoqIi12s5+fjxI+rUqSPTnpL+OzIyEps2bUJubi7mzZuHgQMHyuz/7t07bNy4EQcPHkRUVBSMjIzK/TtUZsXFxZBIJHj48CHMzMxk1i1evBh79+7FkydPoKWl9dU2MatYHjx4AFNTU6xevRrLly//6jafP3+Gk5MTnj17hitXrkBRUZHPbSWxdu1abNq0CUFBQSgqKsKDBw+wYsUKuLm5YeXKlVBRUYFEIsGlS5ego6ODdu3aQUFBge+P/xfyi32x74l0dLg0GZuFhQW1aNGCOnXqRK9fv5Zj6djfER8fT0RER44coVq1agnnLC8vj4hK8oHUq1ePQkND5VZGJj/Sb2/27t1Ly5cvJycnJ3r+/PnffmvOPZ/kz8vLixwdHYXPQUFB1KBBA3JxcZHJU3Djxg0i+vp04azyKK2Tr1+/JmNjY+rRowdZWFjQ27dvhW1SUlLIysqKunbtSkFBQWV6NHM+MPm4ffs2iUQiOnfuHBHJtsOk/7506RINGjSI+vbtS8eOHROWJycnk4+PD5mamtL9+/fLr+BVBPeUqVyio6OFHi/SpO+NpfXu2bNnVK1aNWFWQ/b9y8/Pp27dugmziZby9fUlkUhEK1asoMTExDL78f3x/4ZfebK/pTSy7+XlhQMHDuDo0aO4efMmVqxYgVu3bsHOzg4vXryQcynZn9mzZw/69esHABg2bBiMjIwwePBgFBUVQU1NDUDJm1ZNTU1oaWnJs6hMTkp7wLi5uWHRokWIjY1FdHQ0bG1tERISguzs7P96DH4DJH+PHj1CWlqa8Hn06NHw9PTEyZMnsWHDBvz2228YOHAghg8fLry1JSLuAVUJSSQSoU42bdoUR48eRV5eHmJiYnDr1i1huzp16uDgwYOoWbMmVq9ejUuXLskch3u/ykfTpk0xZswYDBs2DJcuXRLqKlDSJpNIJACAnj17Yv78+cjOzsaFCxeE/evWrQt7e3ucP38e7du3l8t3qKwePHiAdu3aQUVFBerq6jLrSq+lmpqa6Ny5M6KioiAWiwFAOH+sYnn8+DG6du2KRYsWYe3atcLy7du34/Tp02XqXYsWLdCzZ09cuHABhYWF8io2+5cQEYqLi5GamgplZWUAf/RunDZtGsaOHYtffvkFu3fvRn5+vsy+fH/8P5Jn9ItVfNKR3dTUVJo2bRqFhIQQUUluJ01NTdqwYQOZmJhQx44d6fnz5/IqKvsLsbGx1KBBAwoICCAiojt37pCpqSkZGBhQaGgohYaG0sCBA8nMzIyj+VXYzp07SV9fn6Kjo4mI6PLlyyQSiahly5bk7+8vTPHNSTcrhq/V1YCAADIzM6PMzEyZvCOHDh0iExMTatu2LXXr1o1zklQhFy9eFHo8vXnzhkxMTMjS0pIuXrwos11ycjK5urryPaACSUtLo8mTJ5Oqqqpwvr68/n78+JE+fPhA8fHxQm8NvkZ/O9xTpnL59OkT1atXjywsLCgzM1NYvm7dOlJQUKCoqKiv7nfs2DGe/ew79WfXx7lz55Kenh7FxsYS0R9trMWLF5OlpSWJRCIKDAz8y2Owv4cDUOxviYmJISKiiIgISkxMpHv37pGBgQF5e3sTEZG/vz+JRCLS19end+/eybOoVd6XF8Xi4mLKyMigoUOHkrOzMxGVDMt4+fIljRw5kpo2bUrGxsZkbW0tPJTyA0jVIH2eP3/+TBs2bKDt27cTUclQzZo1a5K/vz+NHDmSdHR0yN/fnzIyMuRVXPYnAgIC6OrVq/Ty5Uvy8/OjZs2aUWpqapntYmNj6enTp8KDEg+ZrJykH4QvXLhArVq1ooULFwrDB169ekXt2rWjvn37ConJv8T3gIrjr4JQycnJ1K5dOzI1NRW25+G0386jR4+oRo0atGrVKpnl3t7e9Ntvv8m0v8RiMYnFYurfvz+NHDmSE8BXYEuWLKFmzZrRunXriIjI09OTtLS0hOT+rPKQvj5mZWVRSkqK8PnZs2fUt29fsrCwENKUfP78mQYPHkxXrlyhuXPnkoGBAbeD/wUcgGJfdezYMXJyciIiotmzZ1O/fv0oPz9fWL9z507q06cPffz4kYiIQkJCyNnZmZycnLjhWkF8OfPVsWPHSElJiS5fviyzPD4+nlJTU4WGEz+UVj2bN2+mt2/fUkxMDCUlJdHLly+pTZs25OXlRURET548ITU1NdLV1aUTJ07It7CMfvvtN7pw4QIRleQhadasGbVo0YLU1NSoZ8+eJBKJaNCgQbR//346ceIEJSYmCtfqUvyQWjlJPwB7e3vTwoULSUdHh2rVqkVLliwRcgG+fPmSTExMyMrKik6dOiWv4rK/KS0tjaZMmSIThPrw4QN169aNjI2NuUdjOeCeMpXb8uXLqUmTJtS/f3+qXbu2cD6lr6mHDh2iBw8eyKuI7B+Sbvf8/PPP1K1bN9LT0yMHBwd69OgRERFFRUVR//79qXr16tSrVy9q3bo1tW7dmoqLi2nbtm1kamrKz0n/Ag5AsTI+f/5Mvr6+pKGhQRYWFqSpqUlPnjyR2WbhwoXUqFEjys3NpfT0dBo0aBD99NNPwnoOQsmXn58fmZubk5ubG6WkpAhv3uzs7Gju3LlUUFAgNFi/fGPHKj/p8+zn50cikUimURUREUHt2rUThtRGRUWRk5MTrVy5kuu2nO3YsYNUVFTo2rVrRPRHwDgzM5Oio6Pp9OnTpKWlRcbGxmRiYkLq6uqkq6tLo0aNkmexWTn76aefSFNTk44cOULnz5+nyZMnU6tWrcjNzU14OfHq1SuqX78+zZkzR86lZX9nOEdaWho5ODiQmpoaHT58mPr160eGhobCvZwfir497ilTOaSkpND9+/fLJOdfu3Ytqaio0OTJkyk9PV1m3ZIlS6h27do86VIlsGzZMtLV1aUdO3ZQZGQk1alTh2xsbIQX9JmZmbRz505avHgxeXh4CNdYJycnsra2ptzcXB6C9w9xAIp9lVgspj59+pBIJKIxY8YIy0sbOAkJCdS4cWPS0dGh5s2bk5GREb+Bk6MvL4SRkZHk6ekpzFY4adIkiouLo7Vr11Lbtm0pKyvrq/uxquXMmTPk4+NDYWFhMssDAgJIT0+PTp06RbGxsWRra0uzZs0S1nMQSj527txJysrKdOTIkTLrSutyTk4OderUifbv309ERElJSXT79m0+Z5XYzZs3hb8lEgmlp6eTmZkZeXp6ymzn5uZGurq6tGTJEiEIFR8fz78NOZN+IfDf2lFpaWnk6OhIIpGIWrVqxcEnOeCeMt+3mJgYatu2LbVp04ZEIhGtWbNGZv3q1atJX1+f3N3dKSkpiYhKzrmamhrdvn1bHkVm/6KzZ8+SoaEhXblyhYhKZgSuVq0a1a9fnzp37vzVnowfPnygmTNnUq1atejhw4flXeRKiQNQ7Kvy8vLI3d2dli9fTnXr1qXp06cL60p70yQnJ9PWrVtp586dQuOHG0Hl78s8PtIN2Ly8PPL29iZra2tq0KABzZgxg0QiES1fvlweRWVyJv2gc+/ePVJWViZFRUUKCgoiItnfUs+ePUlHR4caNmxIHTp04ACznPn5+ZGysrLMNOtERIGBgWWG27q4uNCPP/5Y5hgcaKh8Fi5cSFOnTpV5+M3Ly6POnTsL00lL35f79etHenp6tHTpUuHhioh/G/IifU3esGEDubq6fjV/m7TExETy8fHhdlc54J4ylUt0dDRVr16dFi1aRPfv3xd6gL969Upmu6VLl1KjRo1oy5YtNHfuXFJVVaU7d+7IqdTsn5C+xhYXF9OdO3fIx8eHiEjoMR4QEECJiYmkoaFBNjY2MqkmkpOTycvLi3r27ClM0MP+OQ5AMSL686FXhYWF5OvrS9ra2jJBKCIqczHmBmz5K+3JRFTSFXzUqFFkampKGzZsoOvXrxPRH2/lDh48SK6urqStrU0WFhaUnZ0tlzIz+ZBOmlj6ZtbHx4d0dXVlghXSiVIjIiLo9OnTQt3mBx35OHPmDIlEIvr5559llltbW5OpqWmZhJhr1qyhdu3alWcRmZzcvn1bqJelM/cQlQy3bt++vTBzZWkdnjVrFllYWFCHDh14Np8KZMGCBaSnp0ebN28W8nT9HXxN/na4p0zl8uTJE1JRUSEPDw9hWWZmJnXp0oWOHTtGgYGBdOPGDWHdihUrSCQSkbq6Ot29e1ceRWb/omnTptGSJUsoIyODEhMTKScnh3r37k2rV68miURCxcXF1LFjR1JSUiJXV1eZfZOSkujTp09yKnnlxAEoViYfzLx588je3p7Onj1LGRkZJBaLadeuXVSnTh2aOnUqpaWlUf/+/cne3p4brnJ04MAB4Q33okWLSEtLi1atWkU//vgjWVhYUNeuXYVExdKePHlCNWrU4GmBq5ATJ06Qo6MjpaWl0YwZM0hZWZny8vIoPT2ddu7cSerq6jR79mxh+6/N1sMBZvmJiIigNm3a0IQJE+jevXtERDR8+HBq164dvXnzhohkgwgHDx4kGxsbvj5XIaGhodShQwcKDw8nIqLU1FRq0qQJ9enTh1JSUoRJROzs7OjMmTM0bNgwmZnTmPycOnWK9PT06OrVq/IuCvv/uKdM5ZKbm0ujRo0iVVVVmYTwa9asIZFIRN27dyc1NTVq2bIl+fv7C+u3bdtGjx8/lkeR2T8k3f558uQJGRgYyMz6+unTJzIxMRHOd35+Pk2bNo2uXr0qtHe5DfXtcACKCebPn086Ojo0cuRI6tGjB2lpaZGrqyvFxcVRUVERHThwgLS0tMjAwIBMTU15SI4c7dy5k0QiEZ06dYpevHhBrVq1EmbGISK6ePEijR49mvr06SPzVrz0bamTkxNNnTq13MvN5CMoKIi0tbWpQ4cOpK2tLcz2QfRHskUdHR2ZZMSckL5iOXnyJFlYWNCPP/5IPXr0oPbt21NcXBwRyTaSbt68SYWFhcL54/NYNZw5c4YGDhxIffv2pYiICCIiun//PjVr1owMDAyoa9euZGJiQs2aNSMiIl9fXzIxMeGp4ctZ6cyi0nbt2kVdu3al4uJiob6W1ml+ACp/3FOmcjp58iQNGjSILCwsKDk5mby9val27dp07Ngx+vz5M7148YKMjY1pwIABZYZVsu/Xxo0bycnJqcxkGx8/fiRDQ0MaMmQIbdmyhfr160dmZmbCNZdfun5bHIBiRFQSsGjYsKHMzXP79u1kbGxMy5cvJ4lEQp8/f6YPHz7wkBw5O3DgACkrK9Nvv/1GRCW5fGrVqiXM3lDq1KlT1KRJk68m1BswYAANGzaML7CVnHTwYcSIEaSgoECjRo0qkzMoMzOTfH19qV69ejRx4sTyLib7C9IPoCdOnCBTU1PS0tKio0ePltl24MCB1K9fv6/uyyqHvzqnkZGRZGtrS5aWlsKsXJ8/fyZ3d3davHgxrVq1SrhnT5gwgaytrTkAVY7OnTtHHTt2LHPf3bx5M+nq6goPvdIPQKdOnaK0tLTyLmqVxT1lKh/pa2ZpoL5hw4ZUvXp1YahkaZ1ctGiRzEQ97Pvy5f0xNTWVJk6cSMrKyjRkyBBhm9LzHR0dTe3atSMLCwvq16/fV2cHZ98GB6CqqC/fioeHh1PTpk3p7du3Mus2btxImpqa9O7duzLH4OBF+du7dy+JRCLq27evsOzhw4fUsmVLCggIICLZC2fLli3L5C149eoVGRoacjfxKuTz58+0bds2Wr9+PTVq1IhcXFzo+fPnRPTH7yUjI4M8PT2pf//+3GumgpGu06dPnyZzc3MaM2aMzJCdgQMHUrNmzbhnaiWXkpJCRLK/Cem/L126JAShSl9SSIuLi6NZs2aRlpYWz+ZTzsRisXBtPXPmjLD8woUL1KpVK1q/fj19/PhRWJ6bm0vdu3cXEuay8sE9ZSqfL4NQ1tbW1KpVK6EdVBqYnzRpEo0YMYLy8vLkUk72z+Xk5Mjka3r9+rUwAVPpizuxWCy0lTIyMigjI0P4jXDHivLBAagqrjTZ5ZEjR6hWrVrCrB2lF9/8/HyqV68ehYaGyq2MrMSuXbtIQUGBpkyZQnp6ejRz5kxh3bhx46hu3boyD6Sl45v37dsnc5yioiLKzMwst3Iz+fLy8iJHR0fhc1BQEDVo0IBcXFxk3vCWDikovQlzEKpi+bInlIWFBY0dO5auX79OgwcPppYtW/KU7JXc7du3SSQS0blz54jor4NQgwYNor59+8rMmpicnEw+Pj5kampaZlYv9u1MnTqVbt26JXx+9OgRiUQicnFxEZY5OTmRsbExzZ8/n27evElXrlwhKysrMjMz4/pcTrinTOX2tSCUhYUFxcTEEFFJAvlatWrJpChg348LFy7QokWLqHnz5tS2bVuys7Oj27dvk0QioaSkJHJwcCANDQ1hhjuxWFymIwW3e8sPB6CqsN27d1ObNm2Ez127diVjY2OZN+jv3r2jFi1aCA1eJh9eXl4kEomE3B6lOXukZya0trYmbW1tmjt3Lrm7u1Pfvn3J2NiYG69VnIODA40YMUJmWXBwMDVq1IimTp1K4eHhNGDAAGrQoAHnHangpM/LyZMn6T//+Q9Vr16dDA0NOfhUBaSmptLYsWNJQ0NDyPkn/ZuQbjxfvnyZOnfuLPOigqjkxQQP6So/BQUFZGpqSo0bNxam8C4uLqbAwEBSV1eXCUItXbqUunbtSiKRiExMTKhXr15CveYe5+WDe8pUDtLXwj8L1JcGGbt160aTJk0iNTU1Hhnwndq7dy81bdqUJk2aRAsWLKCFCxdSw4YNqWHDhnTw4EESi8UUHx9Pjo6OVKtWLTp58qS8i1zlcQCqCouNjaUGDRoIQ7fu3LlDpqamZGBgQKGhoRQaGkoDBw4kMzMzbvzIWWRkJAUHBwufMzIyyNfXt0wQys3NjaytralLly40fvx4brxWMV87zwEBAWRmZkaZmZkyweVDhw6RiYkJtW3blrp168ZDt+Tsz968fXlOpRvQv/76K40fP154KOLgU+WXlpZGkydPJlVV1a8GoYhKkqt++PCB4uPjyyS1ZuUvJyeH+vfvT40aNRKCUGKxmIKDg0lVVVUmCJWVlUV3796l2NhY4dxxvS5f3FPm+5WXl0f5+fn06tUrmXun9N/S5/fs2bPUtWtX0tDQ4ATy3ylfX19SUVGh4OBgys7OFpanpqZShw4dqF69esKQ55cvX5KLiwuJRCL6/fff5VVkRkQiIiKwSo+IIBKJhM9isRg5OTmYNGkSdHV1sWPHDhQXF+Pt27dYunQpbt++DXV1dejr6+PXX3+FsrIyxGIxFBUV5fgtmPR5zMrKQkhICJYuXQp7e3t4e3sDAPLy8qCgoABVVVUAQHFxMZSUlORWZlb+Dh48CAMDA9StWxeRkZFYt24dbt68CW1tbZntXr9+jc+fP6Nly5ZQUFDg34qcSCQSKCgoAABOnDiBT58+IT8/H87Ozl/d/svrOcD1vCr59OkTFixYgKCgIERERKBXr17CbyIlJQV9+/aFoqIi7t27B0D298XkIzc3F0OHDsXTp09x8uRJmJiYQCKRICwsDJMmTcKUKVOwbdu2Mvvxufu2pP99pa+r0n+fPXsWW7ZsQXZ2Npo3b46QkBBcuXIFZmZmcis3K+vp06dYvnw5nj59ijdv3qB169bo168f3N3dy7RvpM/vpUuX0Lx5czRq1EiexWf/B3v27MHUqVNx6NAhDBs2TKjPpec6JycHFhYWqFOnDqKiogAAL1++xPHjxzFnzhxuM8kRB6CqmA8fPkBPT0/4fPz4cYwYMQIXL15Et27dhOUJCQlQVVWFlpYWRCIRP9xUUKVBqGXLlmH06NHYsmWLzPqvPaiyyiciIgKqqqqwtLTEo0ePMGTIECgoKCA+Ph6dOnVCVFQUbG1tMXz4cNSuXRvm5uZQUlKCjo6OcAx+0JEP6Trq5uaG4OBg6OrqIj09HVpaWggODkbTpk3lXEpW0Xz69AmLFi3CwYMHhSBUYmIi7O3tkZGRgbt370JZWVnexayyvnbvzc3NxeDBg/HixQucOHFCJgg1ZcoUjBgxAvv27ZNPgauY/Px8iEQiJCQkoEmTJsLLVekXrdLn8Ny5c/jpp5/w4MEDREZGokOHDnIrOyvr4cOH6NatG8aNG4f27dujQYMG8Pb2xo0bN2BkZITIyEgoKCj86fll3ycbGxtERETg5s2bMDExkbnnlZ7rgwcPwtHREb///jtMTU1l9udnWzkq/05XTF78/PzI3Nyc3NzcKCUlRZh+2c7OjubOnUsFBQVfnYKSk7JVbJmZmbRr1y4SiUS0efNmeReHlbMdO3aQiooKXbt2jYj+GK6RmZlJ0dHRdPr0adLS0iJjY2MyMTEhdXV10tXVpVGjRsmz2OwLmzZtovr16ws5KAICAkgkEpGZmZmQf4RVHX9nyFxaWho5ODiQmpoaHT58mPr168f5wCoA6TZTamqqMHMhEVFhYSFZWlqWGY63Z88e6tWrF7e3ysGTJ09o+PDh1KZNG1JTUyNTU1NatGjRV4c8StfDixcvfnVGaCZfKSkpZGpqSm5ubjLLs7KyyNPTk2rWrEmDBg3iYciVVN++falhw4Z04cKFr6ahuHLlColEIrp586YcSsf+DAegKrEvL7aRkZHk6elJ+vr6ZGFhQZMmTaK4uDhau3atzGwefJH+/qSnp9OxY8c411MVs3PnTlJWVqYjR46UWVdaj3NycqhTp060f/9+IiJKSkqi27dv829FzqT//VNTU2natGkUEhJCRETHjh0jTU1N2rBhA5mYmFDHjh05CFWFSAch/ltutrS0NHJ0dCSRSEStWrXi4JMcHTp0iFJTU4XPS5YsIXNzc6pduzY5ODhQYGAgEZWcU0tLS9LX1xdmI5Q+5xyE+nZiYmKoZs2aNH36dNq1axf99ttvNGDAAKpduzZ169ZN+Lf/s5xBrOKJjo6m9u3b06NHj4TzVvrf7OxsWrx4MdWpU4fCw8OJiM9nZSF9j7O0tCwThJJIJCSRSGj37t3Uo0cPnv27guEAVCUlffP8/PmzTCM2Ly+PvL29ydramho0aEAzZswgkUhEy5cvl0dR2b+MHzyqBj8/P1JWVpaZZp2IKDAwkBISEmSWubi40I8//ljmGByEkr/SxLYRERGUmJhI9+7dIwMDA/L29iYiIn9/fxKJRKSvr89v36sA6eDDhg0byNXVVSao8TWJiYnk4+PDyejl6PTp0yQSiWjNmjVUUFBA27dvp7p165Kfnx95eXmRtbU1mZqa0pYtW4ioZHa8/v37k7KyMr148ULOpa8auKdM5RQQEEBKSkqUk5Mjs7z0PCYlJZGWlhb99NNP8ige+4b+LAhV+sybnZ1NAwcOJGdnZ3kVkf0JTvhRCWVnZwtjnDdu3Ijx48ejU6dO8PT0xI0bN6CmpgYXFxeEh4fjl19+gYqKCrS0tHDmzBnk5OTIufTsn+LxzJXf2bNnMW3aNKxatQqDBw8WltvY2MDT0xM1atSQ2b5+/fp48OBBmePwpALl7/jx40Jy8Tlz5mD+/PkoKCjAgAEDoKuri1u3bsHAwAD29vYAAHV1dTg5OWHgwIEy+ftY5VSah23hwoXw8vKCvr4+CgoK/nIfXV1dODk5QUlJiXNayEn//v2xY8cOrFy5Et7e3oiLi8OmTZswZcoUzJkzB15eXujVqxcCAgIQFRWFatWq4fDhw5g+fToMDAzkXfwqISEhARKJBOPGjYNYLAZQkidGQ0MDjo6OcHFxwfXr1xEREQGgJEcQq/h0dXWhpKSEixcvQiKRCMtL8zvVq1cPTZs2RXp6uryKyL6R0nseAFy4cAEtW7bEhAkTcP36dRQXF2P06NFITEzE1q1bAXCdrkg4AFXJBAQEwMvLC0BJQlt3d3e0bt0aRkZGOHToEBYsWICLFy8KF+axY8di48aNuHLlCh4/foygoCB5Fp8x9jeIxWIYGhrixYsXiI6OBgCMGDEC79+/x9GjR1GzZk2ZG23Tpk2hr6/PN185KyoqQnJyMgIDA9GpUyfs3bsXmzdvFmasBEpmJnz+/DmqV6+OjIwMBAUFoX79+vDx8YGioqLw4MQqr9OnTyMwMBCHDh3C7Nmz0aBBg7+9Lwefyl9pnXRycsKWLVuwYMECbNy4EdnZ2cI2LVq0gLOzM3JycoRrtrq6Ory8vLhel5NHjx7h8ePHMknHFRUVQURQV1fH7NmzIRaLhdkjOUF1xfThwwdEREQgISEBANC5c2fUrVsXO3fuRFZWlrBdaTAqIyMDampqaN++PQAOQlQ2XwahWrVqhfHjx8PCwgKvXr3CzZs3oaSkBLFYzHW6AuEAVCXi6+uLCRMmwMLCAi9fvsSxY8dw+PBhrFy5EgcOHMC6devQqFEjeHh44PXr18J+xcXFMDQ0xI8//og7d+7I8Rswxv6OAQMG4JdffsHTp0/h5eWFnj174tWrVzh58iSaNGkiM7vLrVu3YGdnh+PHj0MkEsm8IWTlS1lZGVOmTEGnTp1w+/Zt2NjYwNDQEACEBtTs2bOhoKCAxo0bw9zcHK9fv4abm5twDO61Vrls3ry5zLL379/DwMAAnTp1Eupr6UMTPzxVLEQkUydnzJiBvXv3QiKR4PLly0hKShLWNW/eHIaGhrhz506Z88j1+tvjnjLfv8ePH2PgwIEIDQ3Fo0ePIJFIoK6uDk9PT0RGRsLR0RFxcXEA/uhN6unpiffv36Nnz54AOLD4vfmzNqv0NVQ6CHX+/Hk0aNAAmZmZiImJgbKyMoqLi/kaW8Hwq7JKIiAgADNnzkR4eDisrKwQHR2N5ORkmbehvXr1QmFhIZydnREfHy90+y7dJi4uDmpqajLTlDLGKpbS4JKNjQ2ICCtXrkRcXBz8/f2hr68P4I8GlrW1NYqLi3HmzBlh39JGGZOPwsJCWFpa4j//+Q98fX0xY8YMeHt7Q0lJCYWFhdDT08OtW7cQGhoKFRUVODg48NCqSur8+fMIDAzEzJkzZe65eXl5ePXqFbKzs1GrVi2hzovFYpw7dw4WFhbQ0tKSY8lZqdJr7cGDByEWizF+/HhMmDABBQUFcHZ2RrNmzeDo6IiGDRsiJycHb968Qf/+/fkhuBx8+PAB9+/fR/v27dGgQQOZnjLdunVDrVq1AJQ84CooKHy1pwyfp4rj8ePH6Nq1KxwcHDB58mS0adNGWNe/f39s2LABbm5uuH//Prp06QJdXV28ffsWZ86cwYULF9C4cWM5lp79X5TWTQAIDw9HUVERNDU10bt37zJ1U7qddPXqVWFfbjtVUOWedYr96/bu3UsikYj69u0rLHv48CG1bNmSAgICiEh21oeWLVvSmjVrZI7x6tUrMjQ0FKYAZ4xVXNL1+fTp02Rubk5jxoyhq1evCssHDhxIzZo1+6+zaLFv689mtCosLCRfX1/S1tam6dOny6z78jrMyeIrJ7FYLPw+zpw5Iyy/cOECtWrVitavX08fP34Ulufm5lL37t3Jx8en3MvK/lxOTg6Zm5tTly5dKDQ0VLg+e3t7k0gkoo4dO9LUqVNp8ODB1L59e74ml4NHjx5R+/btafz48XT69GmhnoWFhVH16tVp5MiR9PbtW5l9li5dSo0bNy6znMlfeno69ezZkxYsWFBmXU5OjjCL9507d8jGxobMzMyoS5cuNGPGDHr69Gl5F5f9C6TbufPnzydNTU1q2bIlKSsr08qVK/90P+n2Es8oWnFxAOo7t2vXLlJQUKApU6aQnp4ezZw5U1g3btw4qlu3rsxD6adPn8jExIT27dsnc5yioiKeopKx74j0zfnEiRNkYWFBY8eOpevXr9PgwYOpZcuWPCW7nEk3fvz8/GjevHlkb29PZ8+epYyMDBKLxbRr1y6qU6cOTZ06ldLS0qh///5kb2/PMzFVYlOnTqVbt24Jnx89ekQikYhcXFyEZU5OTmRsbEzz58+nmzdv0pUrV8jKyorMzMy4PsvZ1+pmYmIiWVlZUffu3Sk4OFjYpnQWSxMTEwoLCxMejvgcfjuPHj2iWrVq0bx58+jx48cy6zIzM2n79u2koaFBLVu2pIkTJ5KbmxuNGjWKateuTffu3ZNTqdlfiY+PJyMjIzp16pSw7MqVK7R27Vpq0aIFtWvXjvbs2UNEJfWzqKiIiouL+T5aCbx79446dOhA9+/fp9jYWNq/fz+pqKjQvHnz5F009g9wAOo75uXlRSKRiCIiIoiIaOfOnaSjoyPzNt3a2pq0tbVp7ty55O7uTn379iVjY2Nu/DBWCUg3rk6ePEn/+c9/qHr16mRoaMjBpwpk/vz5pKOjQyNHjqQePXqQlpYWubq6UlxcHBUVFdGBAwdIS0uLDAwMyNTUlHtIVGIFBQVkampKjRs3pujoaCIqeWMbGBhI6urqMkGopUuXUteuXYUARq9evYTfBveKk793797JfE5MTKS+fftS9+7dKSwsTLg+b9q0ibp27Sp85nP37XBPmcrp3r171KRJEwoMDKT8/HzasWMHdezYkfr27UvTp08nJycnEolE9Ntvv8m7qOxf9PPPP9OPP/5Ijo6OMtfN0NBQUlFRofnz58uxdOyf4ADUdywyMpKCg4OFzxkZGeTr61smCOXm5kbW1tbUpUsXGj9+PDdgGfsO/FnX4S/rrXQQ6tdff6Xx48cLQScOPsnfxYsXqWHDhnT37l1h2fbt28nY2JiWL19OEomEPn/+TB8+fKDTp09zD4kqICcnh/r370+NGjUSglBisZiCg4NJVVVVJgiVlZVFd+/epdjYWOGawL8N+fP396dOnTpRZGSkzPIPHz5Qx44dydjYWCYI9eV/2bfBPWUqj5cvX8oMtRo3bhypq6tT06ZNSVVVlTw9PenRo0dERJSWlkZt27alVatWyam07N9WVFREP//8MykpKVGXLl3KrA8NDaXq1avTlClT5FA69k9xVq7vWI8ePQD8kSixZs2aGDVqFABg6dKlAABvb294eHggLy8PCgoKwnTfnJSNsYpLOvHiiRMn8OnTJ+Tn58PZ2bnMBAEikUi4BgwZMgRDhgwBwHVcXqTPHVCSUFpZWRna2trCOhcXFxQUFGD16tWYOnUqGjVqhPr166N+/foASqZ153NXedWoUQNHjhzB0KFDYWtri5MnT8LExAQjR44EAEyaNAkKCgrYtm0bNDQ00KFDB2FfiUTCvw05uHbtGqKjo6GkpIQePXrAysoKXl5e+OWXXyASidC9e3cAQP369bFx40ZYW1vD3d0dtWrVQt++fQFwUuvykJKSgpycHHz69AkFBQXYu3cv9uzZg9q1a6Nfv34Qi8VwcHBAvXr1MHDgQK5LFRQR4fLly/jpp5+Qk5MDT09PBAQEICwsDGKxGP/5z3/QpEkTmX1q1aolTMTCvj9ftp2UlJQwZ84caGhoYM6cOdi4cSPmzZsnrB85ciTy8/Oxd+9evrZ+j+Qa/mLfRGZmJvn6+lKdOnVo1qxZZdbzmx7GKi7p+rlo0SLS19cnCwsLatGiBXXq1Ilev34tx9Kxvys+Pp6IiI4cOUK1atUSzlteXh4REeXn51O9evUoNDRUbmVk5edr992cnBzq3bv3V3tC1ahRgyZMmFC+hWRf5e/vTzo6OtS+fXtSUFAgY2Njunr1KiUkJFC7du3IyspKpidUREQEjRs3jubMmcNJcMsB95SpnD59+kQ+Pj6kpaVFc+bMEZZ/WackEgktW7aMmjdvzgnkv1PS5/T+/ft09uxZevnyJWVnZxMR0S+//EIikYi8vLz+9Bj8bPt94QBUJZWZmUm7du0ikUhEmzdvlndxGGP/o02bNlH9+vWFGdECAgJIJBKRmZkZPX/+XM6lY39l9+7d1KZNG+Fz165dydjYWCa307t376hFixZ07tw5eRSRlSPpxnVqaiqlpKQInwsLC8nS0rJMEGrPnj3Uq1cvDmDImZ+fH6moqNChQ4coKyuLrly5Qm3atBFmHX727BkZGxvTgAEDaPfu3fT69WuytbWltWvXCsfgc/jtSCQS2r17N4lEIpmkxKGhoRQUFERv3ryR2T4tLY1++OEHYRgeq3ik60t6ejpt376dtLS0vpp0+vr16zR79mzS1tbmBPLfKenAkZubGxkaGlKDBg2oW7duZGNjQwkJCSSRSMjT05MUFRVpy5Ytciwt+7dwAKoSS09Pp2PHjnGuJ8a+A9L1NDU1laZNm0YhISFERHTs2DHS1NSkDRs2kImJCXXs2JGDUBVYbGwsNWjQgAICAoioJOGtqakpGRgYUGhoKIWGhtLAgQPJzMyMr8+V2KFDhyg1NVX4vGTJEjI3N6fatWuTg4MDBQYGEhHR58+fydLSkvT19en+/ftEJPsQxgEM+Thz5gyJRCIhmFR6Hjw8PEhXV5cSExOJiOjVq1dkbW1NjRo1ogYNGpC5ubkQbOa38t8e95SpHNLS0igjI4OI/jwItXjxYmH5gQMHyMTEhHr37k0PHz4s9/Kyf076+rh582aqU6cOXb58mYiIZs2aRaqqqnT+/HkiKpnAw9PTk0QiEfccrwQ4AFVFcNJSxr4PMTExRFQyjCMxMZHu3btHBgYG5O3tTUR/TOutr69fZhYmVv6+fMAsLi6mjIwMGjp0KDk7OxNRyfX35cuXNHLkSGratCkZGxuTtbU1TwhRiZ0+fZpEIhGtWbOGCgoKaPv27VS3bl3y8/MjLy8vsra2JlNTU+FtbkFBAfXv35+UlZXpxYsXci49Iyq5Brdp04YmTZpEv//+u7B81apV1KJFC0pKShLqblpaGkVHR9OFCxd4IoFywj1lKo+UlBTq1asXLVq0iNLT04lI9vxmZGTQ5s2bSV9fn/z9/YXl165dk+lRyr4PT548Ef4uLi6mwsJCGjlypDBiJzw8nNTV1WnXrl1EVJKyIC8vjyQSCQUFBfG1tRLgABRjjMnRsWPHyMnJiYiIZs+eTf369aP8/Hxh/c6dO6lPnz708eNHIiIKCQkhZ2dncnJy4sBFBZKQkCDz+dixY6SkpCS8zSsVHx9PqampQuCKG1KVl4+PDykoKJCnpyctXLiQDh48KKx78eIFubq6UseOHYX8QdnZ2TRnzhyu1xXIyZMnycLCguzt7Sk2NpbOnDlD1apVo6NHjxJRSQD6a72c+Bx+O9xTpnJydHSkTp060erVq+nTp09EJHt+k5OTafTo0TRlyhSuX9+xNWvWkJmZmUzbSCKRkK2tLUVERFBERASpq6uTj48PEZX0EPbz86Pjx4/LHIfbTt83hf+eppwxxti3UFRUhOTkZAQGBqJTp07Yu3cvNm/eLMxWCQCvX7/G8+fPUb16dWRkZCAoKAj169eHj48PFBUVIRaL5fgNGAD4+/tjyJAhWLx4MT5+/IjCwkIMHjwYQ4cOxa+//orCwkIUFRUBAPT09KCtrQ2RSMQzmlVSpXXSyckJW7ZswYIFC7Bx40ZkZ2cL27Ro0QLOzs7IyclBdHQ0AEBdXR1eXl5crysAIgIA2NjYYNmyZXj79i0mTpyIwYMHY9euXRg6dCjEYjFEItFXZ1/6crZS9u/4+PEjRowYAQ8PD2RkZEBBQQESiQRAySxoY8eOxYoVKxAYGIjdu3cDAH788Ufs2LEDwcHBMDIykmfx2Rfu3buHlStXAgB27tyJrl274sSJE9i2bRvS09OhoKAgXAvr1q2LBg0a4MmTJ0L9ZN+fNm3aoF69enB3d0dUVJSwXFVVFXPmzMGYMWOwceNGODk5AQBSU1MRGhqK+Ph4meNw2+n7xgEoxhiTE2VlZUyZMgWdOnXC7du3YWNjA0NDQwBAcXExAGD27NlQUFBA48aNYW5ujtevX8PNzU04Bj/olL8vG78tWrSAvb09goKCYGNjA2dnZ7x79w7t27fH2bNn8fnzZygrK5eZKlh6ymFWORCRTJ2cMWMG9u7dC4lEgsuXLyMpKUlY17x5cxgaGuLOnTtlflNcr+VLJBIJ58TW1hYrVqxAVlYW2rVrhzZt2gAoOUf8IFy+6tSpg5YtWyIyMhJbt24VghSlQaiaNWti9OjR+OGHH3Djxg0hePGf//wHderUkWfR2RdiYmJgbm6O3NxcYZmnpyd69OghBKE+fvwIRUVFoT2UlZUFU1PTrwZ92fdh2LBhmDt3LtTV1bFu3TpcvXoVIpEI3t7eUFFRgZ6eHsaOHYvs7GykpqbCwcEBeXl5cHR0lHfR2b+IW7+MMSZHhYWFsLS0xLJly3D+/HnMmDEDQMnbncLCQujp6eHWrVtYsWIF5s+fj+joaCgrKwsNMla+Sns9ACU92IqKitCjRw/MmzcPz549w/jx45GSkoIuXbogKSkJT548wYYNGwCAG81VQOk5PnjwIPbv3w8iwoQJE+Dj44OQkBBs375deJObk5ODN2/eoGHDhvzbqICkg1ADBw6Eu7s7AGDTpk24ceOGsA379rinTOXy4MEDdO7cGW5ubvD09JRZt3HjRvTo0QPh4eFYtWoV4uPj8eHDB6xcuRLHjh2Di4sLB+i/Q6VBYqAkeF+7dm3cvn0by5cvx9WrV1G3bl14e3sjNTUVHTp0QOfOnTF48GAkJycjMjKSewZXMiLiqzNjjJUbiUTy1Z4vnz9/xr59+7BkyRKMGjUK3t7ewrq7d+/CzMxM+CwWi7kBJgfZ2dnQ0NAAUNJIvnPnDp4/f44xY8aga9eu6Ny5s9DLKTAwEPfu3cP+/fvRrFkzXLhwAerq6nL+Bqw85ObmolevXlBWVsbs2bNhZ2cHkUiE7du3Y+bMmTAzM4OpqSlSUlLw9u1b3L59G8rKyvIuNvsT0j0Xw8PD4e7uDg0NDWzatAlt27aVc+kqv5iYGJiammLu3LkywYp58+YhKioKgwYNgrOzM+rUqYPi4mIoKSnB0dERysrK2LJlC98rK5hXr17B2NgY8+fPx5o1a4T6FRAQgIYNG6JXr14AAA8PD5w8eRI3btxAp06dkJOTg4MHD6J9+/Zy/gbsf/Flz29XV1ccP34cw4cPR3JyMs6fP4+2bdti1apV6NKlC7Kzs4Vew/Xr18eIESOEXnA87K4SKfesU4wxVkVJJ9T08/OjefPmkb29PZ09e5YyMjJILBbTrl27qE6dOjR16lRKS0uj/v37k729PU/nLWcHDhyg1atXExHRokWLSEtLi1atWkU//vgjWVhYUNeuXenChQtl9nvy5AnVqFGDfH19y7vIrJx8rW4mJiaSlZUVde/enYKDg4VtSmexNDExobCwMJ4xTc6kr8nSvkxyLH2Ow8LCaMqUKX+6L/v33L9/n9TU1GjJkiVfXe/q6krm5ubk4uJC79+/p7i4OFqxYgXVrVuXHj9+XM6lZf+NWCymxYsXU506dcjLy0tYvmbNGqpTpw7dunVLZvukpCQ6efIk3blzhxITE8u5tOzfUno9vX37NjVs2FCYeIOI6OjRo2RpaUm9e/emq1ev/uX+rPLgHlCMMVbOFixYgH379sHS0hLJycl4+PAhJk6ciNmzZ0NPTw/BwcGYM2cOatWqhZo1a+LmzZvcQ0KOfH194ezsjIiICDRr1gy2trbw8fER3tReunQJfn5++PjxI3x9fWFgYAAAwhs7Z2dniMVi7Nq1S55fg31j79+/R6NGjYTPSUlJGD9+PAoLCzFjxgyMGDECIpEIXl5eOHr0KC5fvgyRSMQ9GuVEujfqiRMn8OnTJ+Tn58PZ2fmr29MXb/K/PAb7d3FPmcrpw4cPWL9+PW7cuIGJEyciKysLnp6e2L9/PwYMGADg63WNfV9mzZoFFRUVmV6L9+/fh6WlJU6cOIGuXbsKy8PCwjBhwgR069YNCxcuRJ8+feRRZFaO+K7JGGPl6NKlSwgJCcGZM2cQGhqKyMhIrFmzBufOnYO/vz8UFRUxatQoPHr0CDt27BCG53DOJ/kICAjAzJkzER4eDisrK+Tk5CA5OVmmK3ivXr0wfvx4vHr1SmamltJt4uLikJaWxvkLKrHdu3fDzs5OZlYfXV1d7N+/H3l5eVizZg0OHz4MIsLcuXOF4BN9kbSclQ8iEgJHbm5umDlzJnx8fODl5YXOnTvjzZs3Zfb52gMxB5++DYlEgj179kBDQwPa2toASv79165di3nz5skMZ168eDF+/fVXnDhxAt7e3jh37hwHnyowPT09uLm5wdzcHJs3b8bSpUsREhKCAQMGCPdIDj5939LT06GkpIRTp05hzZo1wnJlZWXUrVsXr1+/BvDHhC4jR45E27Zt8fr1a5w+fVouZWbliwdTMsbYN/TlG/K8vDwoKytDW1tbWOfi4oKCggKsXr0aU6dORaNGjVC/fn3Ur18fQEnOJx77Xv727duHyZMno0+fPhg4cCCAPxpQcXFx6Natm/Cm1srKCioqKrh8+TK6d+8uHCM2NhZv375FQEAABxoqkWvXriE6OhpKSkro0aMHrKys4OXlhV9++QUikUj4DdSvXx8bN26EtbU13N3dUatWLfTt2xcAv+WXp9J/dy8vLxw4cAAnT56EmZkZDh48iPHjx8POzg5BQUFo2bKlnEtaNSkoKGDGjBnIy8tDSEgIVFVVkZWVha1bt2L//v0wNzcH8EcdqlevHmxsbORcavZ36erqYtmyZVBQUEBkZCSio6NhaWkpJJrme+X3rXbt2pg/fz5q1qyJoKAgSCQSrFy5Em3btkW3bt0wd+5c6Ovro0ePHgCAjx8/wsDAADY2Nhg3bpycS8/KA7+6YYyxb6g0+JSQkACgZNa79PR0IfiUn58PAHBxcYGamhquX79e5hjcGCt/fn5+cHBwgIODAx4/foxZs2YBAIyMjGBhYYF58+bh2rVrwoNseno6qlevLjMECwAaN26MGzduyCSRZ9+33bt3Y/DgwfDz84OLiwtGjhyJuLg4nD17FgkJCfDw8JDpCZWbm4shQ4agZ8+e6N27N4CSAAgHn8qfdC/EtLQ0PHv2DF5eXjAzM8Px48cxffp0rF+/HmKxGGPHjsWLFy/kWNqqjXvKVG716tXD4sWL0b17dxw6dAi//PILgJL2jvSMaez7pKenh2nTpsHe3h4hISFYvnw5gJK2Va9evTB06FDMnz8f69evx8iRI5GYmIhx48ZBQUGBz39VIJ/UU4wxVnXs3r2b2rRpI3zu2rUrGRsb0+fPn4Vl7969oxYtWtC5c+fkUUQmxcvLi0QiEUVERBAR0c6dO0lHR4emT58ubGNtbU3a2to0d+5ccnd3p759+5KxsTEnk67k/Pz8SEVFhQ4dOkRZWVl05coVatOmDfXt25eIiJ49e0bGxsY0YMAA2r17N71+/ZpsbW1p7dq1wjE4ebX8xcTEEBFRREQEJSYm0r1798jAwIC8vb2J6I9k8fr6+vTu3Tt5FrXKS0pKolmzZlG7du3I09NTWM6JiSuHxMREmjFjBv3www+0YsUKeReH/QOl9zbpSRvevXtHK1eupFatWtHy5cuF5StWrCBra2vq2LEjDRs2TGgP8/2xauAk5Iwx9o29fv0a3bt3x7p16zBu3DjcvXsXU6dORWZmJjw8PAAA+/fvR3JyMm7evMk9nuQsKioKiYmJGDVqFAAgMzMToaGhWLp0Kezt7eHt7Q2gJPfIw4cPkZ6ejubNm8Pf3x/Kyso8hKCSOnv2LKysrLBmzRosXbpU6MW4bt06bNmyBdHR0dDV1UVsbCxmz56NmJgYSCQS6Onp4erVq1BWVuZhd3Jy/PhxnD59Gj4+PpgzZw6ePn2K48ePQ1VVFUDJRAOHDx9GcHAwdHR0EBoaiqioKBARvL29uT7LWVJSEn7++Wfcvn0bQ4cOxaJFiwBwEvjKIikpCYsXL0Z8fDxCQkKEvF/s+yFdF9+9ewcA0NbWRo0aNZCSkoIdO3YgJCQEdnZ2Ql6o3NxciEQiqKmpQSQSCRO3sMqPzzJjjP2LvnzAFIvF0NbWhoWFBa5du4Zx48ahffv2CAsLw9KlS+Hm5gZ1dXXo6+vj+vXrnAOhAijNS1B6LmvWrCkEo5YuXQoA8Pb2hoeHB/Ly8qCgoCA8yHIDqvISi8UwNDREbGwsrl69ih9++AFAybBaDQ0NYUa7Zs2a4cCBA3j37h0+ffqEHj16QFFRkX8bclJUVITk5GQEBgbi3r17ePbsGW7cuCHUWaDkJcHz589RvXp1ZGRkICgoCB07dhSGjfA1Wb50dXWxdOlS/Pzzzzh58iTy8vKwevVqDj5VErq6uli3bh0AcPDpO0RSkzqsWLEChw8fRm5uLgBgzZo1sLe3F9IYhIWFQVFREatWrUKNGjVkjsH3x6qDe0Axxtg38OHDB+jp6Qmfjx8/jhEjRuDixYvo1q2bsDwhIQGqqqrQ0tLiN0AVXFZWFkJCQrBs2TKMHj0aW7ZskVnPvVsqv/DwcKxZswZNmzaFu7s7Xr16hUGDBiE4OBhDhw4VZvX58nfAAQz5kkgk6N+/Py5cuIDRo0cjMDAQwB8B4w8fPqBLly7Izc1FrVq1oKqqinv37kFZWVnOJWfSuKcMYxWXh4cHNm7ciF27dkFDQwOnTp3Cnj17sGjRIixevBiJiYnw8/PDli1bsGHDBkyePFneRWZywgEoxhj7l/n7+2PXrl3o3bs3XF1doampiWrVqmHkyJFo2LAhPDw8oKCgUGZIDg8nqPiysrIQGhoKR0dHeHl5Yfbs2fIuEisH0vX05MmT+Pnnn6GiooLbt2/D19cX48eP5yBTBZafn4/NmzcjPz8fvr6+sLOzE4bSFhYWolq1akhJSUFoaChUVFTg4OAAJSUlfiFQASUnJwMoSWLNGJM/iUSCgoICDBgwALa2tpg/f76wbv369Vi1ahVOnDiBPn364N27dzh//jwmTJjA98sqjANQjDH2D33Z8yUqKgp37tzB1q1boauri7Zt22LVqlUICAhAcHAwrl+/Dg0NDe4x853KyMhAVFQUbGxsuAFVhUjX14iICCxZsgTVqlXD9u3b0bFjxzLbMPn5s2D+58+fsW/fPixZsgSjRo0SglAAcPfuXZnZKjmgyBhjX/flvS4rKwvm5uaYO3cunJychMA+AAwZMgRFRUUIDw8vk6KCr7FVE79qZ4yxf0AsFgs31KKiIhQVFaFHjx6YN28enj17hvHjxyMlJQVdunRBUlISnjx5gg0bNgDgKaS/V7Vq1cLgwYOFvD6sahCJRMIQu4EDB8Ld3R0AsGnTJty4cUPYhsmXdPDJ398f8+fPx6hRo3Du3Dnk5+djypQp8PDwQFhYGKZNm4ZPnz7BysoKGzZsgPQ7WX4wYoyxsi5fvoxNmzZh06ZNSElJAQBoamqiffv22LFjB/Lz81GtWjV8/vwZANCgQQOoq6uXuT/yNbbq4gAUY4z9H2VnZws30I0bN2L8+PHo1KkTPD09cePGDaipqcHFxQXh4eH45ZdfoKKiAi0tLZw5cwY5OTlyLj37N/DwnKrlyyDU8uXL8fbtW6xcuRKPHz+Wc+kYACH4tGDBAixevBjv379HUlISRo0ahZ9++gnx8fGYNGkSNm7ciCNHjsDc3BwpKSkICAjgACJjjP2FAwcOYOrUqYiPj4e6ujrq1q0rrFu0aBFUVFRgZ2eHgoICqKiogIjw5MkTztfGZPAQPMYY+z8ICAjAmzdvsGLFCri5ucHPzw+zZs1CbGwsnj9/DhUVFaxevRqWlpYy+z19+hTm5ubYtGkTpk2bJqfSM8a+5s+Gbn05VEB6+MGhQ4dw9uxZ+Pr6cg63CuLSpUsYP348jh8/jg4dOgAAduzYgZ07d2LIkCFYvXo1iouLkZqaipiYGPTp04dnKmSMsb8QEBAAR0dHBAQEwMbGRhhi5+XlhRYtWsDGxgbHjx/H6tWrkZiYCFNTU6SkpCA/Px8PHjyAkpISD1NnADgAxRhj/zNfX184OzsjIiICzZo1g62tLXx8fNCrVy8AJQ8/fn5++PjxI3x9fWFgYADgjxmXnJ2dIRaLsWvXLnl+DcaYFOng04kTJ/Dp0yfk5+fD2dn5q9t/rSHNEwnIx5f/7r/99htmzpyJS5cuoVGjRsK6TZs2YfXq1Xj06BEaNWokcwzOR8IYY1/39OlT2NvbY/r06XB0dBSWjxw5EocPH0bfvn0xf/589O3bF0lJSfD19RVmFV24cCFP6sBkcCuJMcb+BwEBAZg5cybCw8NhZWWFnJwcJCcny9xUe/XqhfHjx+PVq1eIj48XlpduExcXh7S0NIjF4nIvP2OsLCISghRubm6YOXMmfHx84OXlhc6dO+PNmzdl9vnaW1wOPslH6b97QkICgJKZ7dLT04XAVH5+PgDAxcUFampquH79epljcPCJMca+7v3798jOzkaPHj0gkUgAANOnT0d0dDTCw8MhkUjg5eWFEydOQFdXFytXrsT69euxZMkSKCkpQSwWc/CJCbilxBhjf9O+ffswYcIE9OzZEwMHDgQAKCsro27duoiLiwMAIT+MlZUVVFRUcPnyZZljxMbG4u3bt1iyZAk/8DBWQZQGk7y8vHDgwAEcPXoUN2/exIoVK3Dr1i3Y2dnhxYsXci4l+yt79uxBv379AADDhg2DkZERBg8ejKKiIqipqQEAPn78CE1NTWhpacmzqIwx9l25ffs2srOz0bp1ayHgv2zZMly6dAkDBw7E1q1bkZWVhV9++QXv3r0rsz+3d5k0DkAxxtjf4OfnBwcHBzg4OODx48eYNWsWAMDIyAgWFhaYN28erl27JjzIpqeno3r16mWGeTRu3Bg3btyQme6bMSYf0r0Q09LS8OzZM3h5ecHMzAzHjx/H9OnTsX79eojFYowdO5aDUBVYz549kZmZiYMHDwIANm/eDCUlJbRu3RphYWEICwuDk5MTNDU1heHSjDHG/rvmzZsjPz8f586dE5bVr18fDRs2hEQigaGhIQYNGoRatWpxwnH2X3EAijHG/ovNmzfD0dER4eHh8PPzw4oVKxAcHIwZM2YAKBmWZ25ujkGDBsHV1RUeHh6wt7cXHlqlKSkpQVNTUx5fgzH2hdK3sg8fPoS2tjaGDBmCHj16IDo6Gq6urnB3d8f8+fMxY8YM3L17F3379sX79+/lXGr2ZfpSsVgMbW1tWFhY4Nq1awCA9u3bIywsDB07doSbmxvWrl0LkUiE69evQ1FRkYdAM8bY32Rubg4lJSX4+voKPf5LKSgoIDs7G1euXEGrVq1Qo0YNOZWSfS84CTljjP0XUVFRSExMxKhRowAAmZmZCA0NxdKlS2Fvbw9vb28AwOLFi/Hw4UOkp6ejefPm8Pf3h7KyMie3ZayCOX78OE6fPg0fHx/MmTMHT58+xfHjx6GqqgqgZKKBw4cPIzg4GDo6OggNDUVUVBSICN7e3lyfK4gPHz5AT09P+Hz8+HGMGDECFy9eRLdu3YTlCQkJUFVVhZaWFkQiESfDZYyx/1FwcDAmTZqE4cOHY8GCBTAxMQFQktd06tSpSElJwZ07d3i2O/Zf8d2XMcb+ix49egD4Y9armjVrCsGopUuXAgC8vb3h4eGBvLw8KCgoCA+y/KDDWMVSVFSE5ORkBAYG4t69e3j27Blu3Lgh1FkAeP36NZ4/f47q1asjIyMDQUFB6NixI5YvXw6AZ0yrCPz9/bFr1y707t0brq6u0NTUxODBgzF06FD8+uuvsLCwgIKCApSVlaGnpyc8DEkkEr4mM8bY/2jkyJHIzc2Fi4sLLl++DCMjIxQXFyM7OxtASZ6o0oTjfH9kf4V7QDHG2P9RVlYWQkJCsGzZMowePRpbtmyRWc9vgBirmCQSCfr3748LFy5g9OjRCAwMBPBHwPjDhw/o0qWLMI20qqoq7t27B2VlZTmXvOr68noaFRWFO3fuYOvWrdDV1UXbtm2xatUqBAQEIDg4GNevX4eGhgZfhxlj7F90//59+Pv748WLF9DX10eHDh3g6OgIRUVFfunK/hYOQDHG2D+QlZWF0NBQODo6wsvLC7Nnz5Z3kRhj/0V+fj42b96M/Px8+Pr6ws7OThhKW1hYiGrVqiElJQWhoaFQUVGBg4MDlJSUuHEtJ9Jv1IuKigBACAbm5+djz549OHXqFO7fv4+hQ4di+/btWLZsGX766Se5lZkxxqoS7vnE/i4OQDHG2D+UkZGBqKgo2NjY8M2XsQpIIpEIU0dL+/z5M/bt24clS5Zg1KhRQhAKAO7evSszWyU3ruUjOzsbGhoaAICNGzfizp07eP78OcaMGYOuXbuic+fOQi+n0mGV+/fvR7NmzXDhwgWoq6vL+Rswxljlwj1L2T/BASjGGPsXcQ8JxioW6eCTv78/nj17hvj4eDg4OMDCwgIaGhrYvXs3li5diiFDhmDdunUYM2YMatWqheDgYG5ky1FAQADevHmDFStWwM3NDX5+fpg1axZiY2Px/PlzqKioYPXq1bC0tJTZ7+nTpzA3N8emTZswbdo0OZWeMcYYY1/iABRjjDHGKr0FCxZg3759sLS0RHJyMh4+fIiJEydi9uzZ0NPTQ3BwMObMmYNatWqhZs2auHnzJud8kiNfX184OzsjIiICzZo1g62tLXx8fNCrVy8AwKVLl+Dn54ePHz/C19cXBgYGAP54CeDs7AyxWIxdu3bJ82swxhhjTAq/pmeMMcZYpXbp0iWEhITgzJkz6NChAwBgx44d2LlzJ2rUqIHVq1dj1KhR6NOnD2JiYtCnTx9OqCpHAQEBmDlzJsLDw2FlZYXo6GgkJyfLnItevXqhsLAQzs7OiI+PFwJQpdvExcVBTU2Nh04yxhhjFUjZhAiMMcYYY98xiUQi8zkvLw/KysrQ1tYW1rm4uGDixInYsmUL4uPjoaysjPr166N///5QVFSEWCzm4JMc7Nu3DxMmTEDPnj0xcOBAACUJx+vWrYu4uDgAJflHAMDKygoqKiq4fPmyzDFiY2Px9u1bLFmyhINPjDHGWAXCASjGGGOMVSqlOZ8SEhIAlMxsl56eLuSDys/PB1AShFJTU8P169fLHIMDF+XPz88PDg4OcHBwwOPHjzFr1iwAgJGRESwsLDBv3jxcu3ZNyMuVnp6O6tWro1GjRjLHady4MW7cuCGTRJ4xxhhj8scBKMYYY4xVOnv27EG/fv0AAMOGDYORkREGDx6MoqIiqKmpAQA+fvwITU1NaGlpybOoDMDmzZvh6OiI8PBw+Pn5YcWKFQgODsaMGTMAlAzLMzc3x6BBg+Dq6goPDw/Y29tDLBZj7NixMsdSUlKCpqamPL4GY4wxxv4CB6AYY4wxVun07NkTmZmZOHjwIICSAIeSkhJat26NsLAwhIWFwcnJCZqamkJiayY/pqamCAoKwoABAwAAo0aNws8//4zQ0FAhCBUeHo6pU6fixYsXCA8PR/369XH37l0oKSlBLBbLs/iMMcYY+xt4FjzGGGOMfdeISBiWBQBisRg5OTmYNGkSdHV1sWPHDhQXF+Pt27dYunQpbt++DXV1dejr6+PXX3+FsrIyJ6uuIKTPZVZWFkJCQrB06VLY29vD29sbQElOLwUFBaiqqgIAJ4tnjDHGvhMcgGKMMcZYpfDhwwfo6ekJn48fP44RI0bg4sWL6Natm7A8ISEBqqqq0NLSgkgk4gBGBVYahFq2bBlGjx6NLVu2yKz/MvjIGGOMsYqLh+Axxhhj7Lvn7++PIUOGYPHixfj48SMKCwsxePBgDB06FL/++isKCwtRVFQEANDT04O2tjZEIhEkEgkHnyowTU1NYTjetm3bygSgOPjEGGOMfT+4BxRjjDHGvjtf9nyJiorCnTt3sHXrVujq6qJt27ZYtWoVAgICEBwcjOvXr0NDQ4N7zHynMjIyEBUVBRsbGx4qyRhjjH2nOADFGGOMse+KdL6m0l5NysrKAID8/Hzs2bMHp06dwv379zF06FBs374dy5Ytw08//SS3MrN/Dw+ZZIwxxr5PHIBijDHG2HcjOzsbGhoaAICNGzfizp07eP78OcaMGYOuXbuic+fOQi+nwMBA3Lt3D/v370ezZs1w4cIFqKury/kbMMYYY4xVTRyAYowxxth3ISAgAG/evMGKFSvg5uYGPz8/zJo1C7GxsXj+/DlUVFSwevVqWFpayuz39OlTmJubY9OmTZg2bZqcSs8YY4wxVrVxAIoxxhhjFZ6vry+cnZ0RERGBZs2awdbWFj4+PujVqxcA4NKlS/Dz88PHjx/h6+sLAwMDAH8M13J2doZYLMauXbvk+TUYY4wxxqosngWPMcYYYxVaQEAAZs6cifDwcFhZWSEnJwfJyckyeYB69eqF8ePH49WrV4iPjxeWl24TFxeHtLQ0iMXici8/Y4wxxhjjABRjjDHGKrB9+/ZhwoQJ6NmzJwYOHAigJOF43bp1ERcXB6BkRjwAsLKygoqKCi5fvixzjNjYWLx9+xZLlizhGdQYY4wxxuSEA1CMMcYYq5D8/Pzg4OAABwcHPH78GLNmzQIAGBkZwcLCAvPmzcO1a9cgEokAAOnp6ahevToaNWokc5zGjRvjxo0bMDMzK/fvwBhjjDHGSnAOKMYYY4xVOJs3b4arqyt+++03DBgwAL6+vli2bBns7e3h7e0NALCxscGNGzcwfvx41KlTB5cuXUJSUhLu3bsnMzyPMcYYY4zJHwegGGOMMVbhREVFITExEaNGjQIAZGZmIjQ0FEuXLpUJQi1evBgPHz5Eeno6mjdvDn9/fygrK0MsFvNwO8YYY4yxCoQDUIwxxhirsIhIGGKXlZWFkJCQMkGovLw8KCgoQFVVFcAfM98xxhhjjLGKg1tnjDHGGKuwSoNPAKCpqSn0iFq2bBkUFRWxZcsWVK9eXdiGiDj4xBhjjDFWAXELjTHGGGPfjdIglEgkgqOjIwwMDDB79mxhvXTAijHGGGOMVRw8BI8xxhhj352MjAxERUXBxsaGcz0xxhhjjH0HOADFGGOMse8a53xijDHGGKv4OADFGGOMMcYYY4wxxr4pBXkXgDHGGGOMMcYYY4xVbhyAYowxxhhjjDHGGGPfFAegGGOMMcYYY4wxxtg3xQEoxhhjjDHGGGOMMfZNcQCKMcYYY4wxxhhjjH1THIBijDHGGGOMMcYYY98UB6AYY4wxxhhjjDHG2DfFASjGGGOMMcYYY4wx9k1xAIoxxhhjrIqIjIyESCRCRkbG396nSZMm2Lx58zcrE2OMMcaqBg5AMcYYY4xVEBMnToRIJIKTk1OZddOnT4dIJMLEiRPLv2CMMcYYY/8QB6AYY4wxxiqQRo0aISQkBPn5+cKygoICBAUFQV9fX44lY4wxxhj7v+MAFGOMMcZYBdKhQwc0atQIR48eFZYdPXoU+vr6MDU1FZYVFhZi1qxZqFu3LlRVVdG1a1fcvn1b5lgRERFo2bIl1NTU0KtXL7x9+7bM/+/3339Ht27doKamhkaNGmHWrFnIzc39Zt+PMcYYY1UTB6AYY4wxxiqYyZMnY+/evcLnPXv2YNKkSTLbLFy4EEeOHMH+/ftx7949NG/eHP3798enT58AAO/fv8ewYcNga2uL+/fvY8qUKXBzc5M5RmxsLKysrDB8+HDExMQgNDQUv//+O2bMmPHtvyRjjDHGqhQOQDHGGGOMVTDjxo3D77//jri4OMTFxeHq1asYN26csD43Nxc+Pj7YsGEDBgwYgDZt2sDPzw9qamrYvXs3AMDHxwfNmjXDxo0b0apVK4wdO7ZM/igPDw+MHTsWc+bMQYsWLdClSxds3boVBw4cQEFBQXl+ZcYYY4xVckryLgBjjDHGGJNVp04dWFtbY9++fSAiWFtbQ0dHR1gfGxuLoqIi/PDDD8IyZWVlWFhY4OnTpwCAp0+folOnTjLH/c9//iPz+cGDB4iJiUFgYKCwjIggkUjw5s0bGBoafouvxxhjjLEqiANQjDHGGGMV0OTJk4WhcNu3b/8m/4+cnBw4Ojpi1qxZZdZxwnPGGGOM/Zs4AMUYY4wxVgFZWVnh8+fPEIlE6N+/v8y6Zs2aQUVFBVevXkXjxo0BAEVFRbh9+zbmzJkDADA0NMSJEydk9rtx44bM5w4dOuDJkydo3rz5t/sijDHGGGPgHFCMMcYYYxWSoqIinj59iidPnkBRUVFmXY0aNeDs7IwFCxbg9OnTePLkCaZOnYq8vDw4ODgAAJycnPDy5UssWLAAz58/R1BQEPbt2ydznEWLFuHatWuYMWMG7t+/j5cvX+L48eOchJwxxhhj/zoOQDHGGGOMVVCamprQ1NT86rp169Zh+PDh+PHHH9GhQwe8evUKZ86cQe3atQGUDKE7cuQIjh07hvbt22Pnzp1wd3eXOUa7du0QFRWFFy9eoFu3bjA1NcWKFSugp6f3zb8bY4wxxqoWERGRvAvBGGOMMcYYY4wxxiov7gHFGGOMMcYYY4wxxr4pDkAxxhhjjDHGGGOMsW+KA1CMMcYYY4wxxhhj7JviABRjjDHGGGOMMcYY+6Y4AMUYY4wxxhhjjDHGvikOQDHGGGOMMcYYY4yxb4oDUIwxxhhjjDHGGGPsm+IAFGOMMcYYY4wxxhj7pjgAxRhjjDHGGGOMMca+KQ5AMcYYY4wxxhhjjLFvigNQjDHGGGOMMcYYY+yb4gAUY4wxxhhjjDHGGPum/h/38E85dQroxwA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TW" altLang="en-US"/>
          </a:p>
        </p:txBody>
      </p:sp>
      <p:pic>
        <p:nvPicPr>
          <p:cNvPr id="9" name="圖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99966"/>
            <a:ext cx="5316905" cy="3547597"/>
          </a:xfrm>
          <a:prstGeom prst="rect">
            <a:avLst/>
          </a:prstGeom>
        </p:spPr>
      </p:pic>
      <p:sp>
        <p:nvSpPr>
          <p:cNvPr id="10" name="TextBox 28">
            <a:extLst>
              <a:ext uri="{FF2B5EF4-FFF2-40B4-BE49-F238E27FC236}">
                <a16:creationId xmlns:a16="http://schemas.microsoft.com/office/drawing/2014/main" id="{D4959236-A4F8-4BC9-B3BC-28395854E219}"/>
              </a:ext>
            </a:extLst>
          </p:cNvPr>
          <p:cNvSpPr txBox="1"/>
          <p:nvPr/>
        </p:nvSpPr>
        <p:spPr>
          <a:xfrm>
            <a:off x="428238" y="795202"/>
            <a:ext cx="7932943" cy="307777"/>
          </a:xfrm>
          <a:prstGeom prst="rect">
            <a:avLst/>
          </a:prstGeom>
          <a:noFill/>
        </p:spPr>
        <p:txBody>
          <a:bodyPr wrap="square" lIns="0" rIns="0" rtlCol="0" anchor="b">
            <a:spAutoFit/>
          </a:bodyPr>
          <a:lstStyle/>
          <a:p>
            <a:pPr lvl="0" algn="ctr">
              <a:defRPr/>
            </a:pPr>
            <a:r>
              <a:rPr lang="en-US" altLang="zh-TW" sz="1400" b="1" dirty="0" smtClean="0">
                <a:solidFill>
                  <a:prstClr val="black"/>
                </a:solidFill>
                <a:latin typeface="Calibri" panose="020F0502020204030204" pitchFamily="34" charset="0"/>
              </a:rPr>
              <a:t>Diesel Light Bus Price Comparison</a:t>
            </a:r>
            <a:endParaRPr lang="en-US" altLang="zh-TW" sz="1400" b="1" dirty="0">
              <a:solidFill>
                <a:prstClr val="black"/>
              </a:solidFill>
              <a:latin typeface="Calibri" panose="020F0502020204030204" pitchFamily="34" charset="0"/>
            </a:endParaRPr>
          </a:p>
        </p:txBody>
      </p:sp>
    </p:spTree>
    <p:extLst>
      <p:ext uri="{BB962C8B-B14F-4D97-AF65-F5344CB8AC3E}">
        <p14:creationId xmlns:p14="http://schemas.microsoft.com/office/powerpoint/2010/main" val="23562470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p:cNvSpPr>
            <a:spLocks noGrp="1"/>
          </p:cNvSpPr>
          <p:nvPr>
            <p:ph type="sldNum" sz="quarter" idx="12"/>
          </p:nvPr>
        </p:nvSpPr>
        <p:spPr/>
        <p:txBody>
          <a:bodyPr/>
          <a:lstStyle/>
          <a:p>
            <a:fld id="{2CF79176-4570-41BD-A306-9B768E284BF0}" type="slidenum">
              <a:rPr lang="zh-TW" altLang="en-US" smtClean="0"/>
              <a:t>6</a:t>
            </a:fld>
            <a:endParaRPr lang="zh-TW" altLang="en-US"/>
          </a:p>
        </p:txBody>
      </p:sp>
      <p:sp>
        <p:nvSpPr>
          <p:cNvPr id="6" name="文字方塊 5"/>
          <p:cNvSpPr txBox="1"/>
          <p:nvPr/>
        </p:nvSpPr>
        <p:spPr>
          <a:xfrm>
            <a:off x="4886599" y="2054827"/>
            <a:ext cx="4206601" cy="1754326"/>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TW" sz="1200" dirty="0"/>
              <a:t>In the electric light </a:t>
            </a:r>
            <a:r>
              <a:rPr lang="en-US" altLang="zh-TW" sz="1200" dirty="0" smtClean="0"/>
              <a:t>bus </a:t>
            </a:r>
            <a:r>
              <a:rPr lang="en-US" altLang="zh-TW" sz="1200" dirty="0"/>
              <a:t>segment, GMI has </a:t>
            </a:r>
            <a:r>
              <a:rPr lang="en-US" altLang="zh-TW" sz="1200" dirty="0" smtClean="0"/>
              <a:t>been market </a:t>
            </a:r>
            <a:r>
              <a:rPr lang="en-US" altLang="zh-TW" sz="1200" dirty="0"/>
              <a:t>leadership as the </a:t>
            </a:r>
            <a:r>
              <a:rPr lang="en-US" altLang="zh-TW" sz="1200" dirty="0" smtClean="0"/>
              <a:t>local </a:t>
            </a:r>
            <a:r>
              <a:rPr lang="en-US" altLang="zh-TW" sz="1200" dirty="0"/>
              <a:t>Hong Kong manufacturer specializing in fully electric and range-extended vehicle solutions.</a:t>
            </a:r>
          </a:p>
          <a:p>
            <a:pPr marL="285750" indent="-285750">
              <a:lnSpc>
                <a:spcPct val="150000"/>
              </a:lnSpc>
              <a:buFont typeface="Arial" panose="020B0604020202020204" pitchFamily="34" charset="0"/>
              <a:buChar char="•"/>
            </a:pPr>
            <a:r>
              <a:rPr lang="en-US" altLang="zh-TW" sz="1200" dirty="0"/>
              <a:t>The current market pricing for fully electric bus models in this category is positioned at approximately HKD 1.68 million per unit.</a:t>
            </a:r>
            <a:endParaRPr lang="zh-TW" altLang="en-US" sz="1200" dirty="0"/>
          </a:p>
        </p:txBody>
      </p:sp>
      <p:sp>
        <p:nvSpPr>
          <p:cNvPr id="7" name="AutoShape 2" descr="data:image/png;base64,iVBORw0KGgoAAAANSUhEUgAABKAAAAMWCAYAAADGbf5aAAAAOnRFWHRTb2Z0d2FyZQBNYXRwbG90bGliIHZlcnNpb24zLjEwLjAsIGh0dHBzOi8vbWF0cGxvdGxpYi5vcmcvlHJYcgAAAAlwSFlzAAAPYQAAD2EBqD+naQABAABJREFUeJzs3Xl4DefbwPHvyR5ZEUmsSQhC7aHWihASO1VKLQlqqzVpFS211b4rP0Ej9lK0liCELKW01rT2JbYWsQuxZJ33j7wZjpMTCYmg9+e6znWZmXtm7plzZpxz53me0SiKoiCEEEIIIYQQQgghRC4xyOsEhBBCCCGEEEIIIcT7TQpQQgghhBBCCCGEECJXSQFKCCGEEEIIIYQQQuQqKUAJIYQQQgghhBBCiFwlBSghhBBCCCGEEEIIkaukACWEEEIIIYQQQgghcpUUoIQQQgghhBBCCCFErpIClBBCCCGEEEIIIYTIVVKAEkIIIYQQQgghhBC5SgpQQgghxHtqzJgxaDSavE4DPz8/nJ2dc2Rbr3NM6evevn07R3J5n70tn53/ImdnZ/z8/PI6DSGEECLHSQFKCCGEeAcsXboUjUajvszMzChSpAje3t7MnTuXhw8f5nWKr61BgwZUqFAhr9MAYOLEiWzcuDFLsZcuXdJ6bzQaDdbW1lSpUoV58+aRkpKSu8m+IDIyUisXY2NjSpYsSbdu3bhw4cIbzeVV3Lhxg6+++go3Nzfy5cuHhYUF7u7ufP/999y/fz+v0xNCCCHEKzLK6wSEEEIIkXXjxo3DxcWFpKQkYmNjiYyMZMiQIcycOZPNmzdTqVIlNXbkyJEMHz48D7PNeW/qmCZOnMgnn3xCmzZtsrxOp06daNasGQBxcXFs27aNgQMHcvnyZaZNm5ZLmeo3aNAgatSoQVJSEkeOHGHRokVs3bqVY8eOUaRIkUzXzavPzsGDB2nWrBnx8fF06dIFd3d3AA4dOsTkyZP57bff2Llz5xvP6006c+YMBgbyN2IhhBDvHylACSGEEO+Qpk2bUr16dXV6xIgRhIeH06JFC1q1asWpU6cwNzcHwMjICCOj9+u/+rf5mKpVq0aXLl3U6S+++IKaNWuyevXqPClAffTRR3zyyScAdO/enTJlyjBo0CCWLVvGiBEjMlzn0aNHWFhY5Ml5vn//Pm3btsXQ0JCjR4/i5uamtXzChAksXrz4jeb0piiKwtOnTzE3N8fU1DSv0xFCCCFyhfx5RQghhHjHNWzYkFGjRnH58mVWrlypztc3js/KlStxd3fH3NycAgUK0LFjR/755x+tmHPnztGuXTscHR0xMzOjWLFidOzYkbi4uGxvKydldExPnjxh0KBB2NnZYWVlRatWrbh69SoajYYxY8bobOP+/fv4+flha2uLjY0N3bt35/Hjx+pyjUbDo0ePWLZsmdqN7VXG5NFoNDg4OOgUcvTl9eLYP0lJSYwdO5bSpUtjZmZGwYIFqVevHmFhYdnOBdI+JwAXL14Enp3LkydP8tlnn5E/f37q1auntexFK1eu5MMPPyRfvnzkz5+f+vXr67RI2r59Ox999BEWFhZYWVnRvHlzTpw48dL8Fi5cyNWrV5k5c6ZO8QnAwcGBkSNHas373//+xwcffICpqSlFihShf//+Ot300rt2/v3333h4eJAvXz5cXV1Zv349AFFRUdSsWRNzc3PKli3Lrl27tNZPPxenT5+mQ4cOWFtbU7BgQQYPHszTp0+1YoODg2nYsCH29vaYmppSvnx5FixYoHMszs7OtGjRgh07dlC9enXMzc1ZuHChuuxVPgfh4eHqebe1taV169acOnUqw2M5f/58pteAEEIIkRukACWEEEK8B7p27Qrw0u5JEyZMoFu3bpQuXZqZM2cyZMgQdu/eTf369dUf7omJiXh7e/PHH38wcOBA5s+fT+/evblw4YLWj/usbOtN8PPz44cffqBZs2ZMmTIFc3Nzmjdvrje+Q4cOPHz4kEmTJtGhQweWLl3K2LFj1eUrVqzA1NSUjz76iBUrVrBixQr69Onz0jweP37M7du3uX37NhcuXGD+/PmEhobi6+v7Ssc1ZswYxo4di6enJ/PmzePbb7+lRIkSHDly5JW2FxMTA0DBggW15rdv357Hjx8zceJEevXqpXf9sWPH0rVrV4yNjRk3bhxjx46lePHihIeHqzErVqygefPmWFpaMmXKFEaNGsXJkyepV68ely5dyjS/zZs3Y25urrbaepkxY8bQv39/ihQpwowZM2jXrh0LFy6kSZMmJCUlacXeu3ePFi1aULNmTaZOnYqpqSkdO3Zk7dq1dOzYkWbNmjF58mQePXrEJ598kuGYah06dODp06dMmjSJZs2aMXfuXHr37q0Vs2DBApycnPjmm2+YMWMGxYsX54svvmD+/Pk62ztz5gydOnWicePGzJkzhypVqug9zpd9Dnbt2oW3tzc3b95kzJgxBAQEsG/fPurWrZvheX/ZNSCEEELkCkUIIYQQb73g4GAFUA4ePKg3xsbGRqlatao6PXr0aOX5/+ovXbqkGBoaKhMmTNBa79ixY4qRkZE6/+jRowqgrFu3Tu++srotRVEUX19fxcnJ6aXH6OHhoXzwwQeZxrx4TIcPH1YAZciQIVpxfn5+CqCMHj1aZ90ePXpoxbZt21YpWLCg1jwLCwvF19f3pTkriqJcvHhRATJ89evXT0lNTdWKfzGvdE5OTlr7rFy5stK8efMs5fC8iIgIBVCWLFmi3Lp1S7l27ZqydetWxdnZWdFoNOpnKP18dOrUSWcbL57nc+fOKQYGBkrbtm2VlJQUrdj043v48KFia2ur9OrVS2t5bGysYmNjozP/Rfnz51cqV66cpWO8efOmYmJiojRp0kQrn3nz5qnHns7Dw0MBlNWrV6vzTp8+rQCKgYGB8scff6jzd+zYoQBKcHCwOi/9XLRq1Uorhy+++EIBlL/++kud9/jxY51cvb29lZIlS2rNc3JyUgAlNDRUJ/5VPgdVqlRR7O3tlTt37qjz/vrrL8XAwEDp1q2bzrFk5RoQQgghcpq0gBJCCCHeE5aWlpk+De+XX34hNTWVDh06qC11bt++jaOjI6VLlyYiIgIAGxsbAHbs2KG3W05Wt5XbQkNDgbTxlp43cOBAvev07dtXa/qjjz7izp07PHjw4LVy6d27N2FhYYSFhbFhwwb69+/PwoULCQgIeKXt2dracuLECc6dO/dK6/fo0YNChQpRpEgRmjdvrnYrfH4MMdA9HxnZuHEjqampfPfddzoDZKd31QsLC+P+/ft06tRJ6zNhaGhIzZo1X/qZePDgAVZWVlk6tl27dpGYmMiQIUO08unVqxfW1tZs3bpVK97S0pKOHTuq02XLlsXW1pZy5cpRs2ZNdX76vzN6WmD//v21ptM/Y9u2bVPnpY+/BmkD0d++fRsPDw8uXLig033VxcUFb2/vlx7ryz4H169fJzo6Gj8/PwoUKKDOr1SpEo0bN9bKL11uXQNCCCFEZt7OUTyFEEIIkW3x8fHY29vrXX7u3DkURaF06dIZLjc2NgbSfhgHBAQwc+ZMVq1axUcffUSrVq3o0qWLWpzK6rZy2+XLlzEwMMDFxUVrvqurq951SpQooTWdP39+IK2blrW19SvnUrp0aby8vNTpjz/+GI1Gw+zZs+nRowcVK1bM1vbGjRtH69atKVOmDBUqVMDHx4euXbtqPekwM9999x0fffQRhoaG2NnZUa5cuQwHFn/x3GUkJiYGAwMDypcvrzcmvUCSPtbUi152bq2trTMtoD7v8uXLQFoh6XkmJiaULFlSXZ6uWLFiOmNa2djYULx4cZ15kPZZeNGLn/VSpUphYGCg1cXt999/Z/To0ezfv1+neBsXF6duH7J23uHlnwN95wKgXLly7NixQx1cPl1uXQNCCCFEZqQAJYQQQrwH/v33X+Li4jItvKSmpqLRaNi+fTuGhoY6yy0tLdV/z5gxAz8/PzZt2sTOnTsZNGgQkyZN4o8//qBYsWLZ2tbbJqN8Ie1JZDmtUaNGzJs3j99+++2lBaiUlBSt6fr16xMTE6O+Bz/++COzZs0iMDCQzz///KX7rlixolZBTJ/nW+28jtTUVCBtHChHR0ed5S97qp6bmxvR0dEkJiZiYmKSIzml0/eev85n4cWCVkxMDI0aNcLNzY2ZM2dSvHhxTExM2LZtG7NmzVLPT7qsnvfX/Rxk5E1eA0IIIUQ6KUAJIYQQ74EVK1YAZNqlp1SpUiiKgouLC2XKlHnpNitWrEjFihUZOXKkOqBxYGAg33//fba3lVucnJxITU3l4sWLWi1Uzp8//1rbzegJcK8iOTkZSGudli5//vw6g7QnJiZy/fp1nfULFChA9+7d6d69O/Hx8dSvX58xY8a8cuHhVZUqVYrU1FROnjypd7DsUqVKAWBvb5+lwteLWrZsyf79+9mwYQOdOnXKNNbJyQlIG8i7ZMmS6vzExEQuXrz4Svt/mXPnzmm1Wjp//jypqak4OzsDsGXLFhISEti8ebNWC6Oc6I6a2efg+XPxotOnT2NnZ6fV+kkIIYTIKzIGlBBCCPGOCw8PZ/z48bi4uNC5c2e9cR9//DGGhoaMHTtWp6WDoijcuXMHSBuLJ71wkq5ixYoYGBiQkJCQrW3ltvSC2//+9z+t+T/88MNrbdfCwiJHnuS3ZcsWACpXrqzOK1WqFL/99ptW3KJFi3RaQL14Di0tLXF1dVXfgzepTZs2GBgYMG7cOJ2WPOnvv7e3N9bW1kycOFHnKXQAt27dynQfffv2pXDhwnz55ZecPXtWZ/nNmzf5/vvvAfDy8sLExIS5c+dqff6CgoKIi4vL9CmIr+rFJ9mlf8aaNm0KPGtV9Hw+cXFxBAcHv9Z+X/Y5KFy4MFWqVGHZsmVan9njx4+zc+dOmjVr9lr7F0IIIXKKtIASQggh3iHbt2/n9OnTJCcnc+PGDcLDwwkLC8PJyYnNmzdjZmamd91SpUrx/fffM2LECC5dukSbNm2wsrLi4sWL/Prrr/Tu3ZuvvvqK8PBwBgwYQPv27SlTpgzJycmsWLECQ0ND2rVrl61tZdetW7fUIsPz9BXX3N3dadeuHbNnz+bOnTvUqlWLqKgotYDxqi2Z3N3d2bVrFzNnzqRIkSK4uLhoDVadkSNHjrBy5UoAHj58yO7du9mwYQN16tShSZMmatznn39O3759adeuHY0bN+avv/5ix44d2NnZaW2vfPnyNGjQAHd3dwoUKMChQ4dYv349AwYMeKVjeh2urq58++23jB8/no8++oiPP/4YU1NTDh48SJEiRZg0aRLW1tYsWLCArl27Uq1aNTp27EihQoW4cuUKW7dupW7dusybN0/vPvLnz8+vv/5Ks2bNqFKlCl26dMHd3R1IO7c//fQTtWvXBqBQoUKMGDGCsWPH4uPjQ6tWrThz5gz/+9//qFGjBl26dMnxc3Dx4kVatWqFj48P+/fvZ+XKlXz22WdqcbFJkyaYmJjQsmVL+vTpQ3x8PIsXL8be3j7D1m1ZlZXPwbRp02jatCm1a9emZ8+ePHnyhB9++AEbGxvGjBnzuocuhBBC5Iy8ePSeEEIIIbInODhYAdSXiYmJ4ujoqDRu3FiZM2eO8uDBA5110h+5/qINGzYo9erVUywsLBQLCwvFzc1N6d+/v3LmzBlFURTlwoULSo8ePZRSpUopZmZmSoECBRRPT09l165d2d6WoiiKr6+v4uTk9NJj9PDw0DrG51+NGjXSe0yPHj1S+vfvrxQoUECxtLRU2rRpo5w5c0YBlMmTJ+ucj1u3bmV4bi9evKjOO336tFK/fn3F3NxcARRfX1+9eV+8eFEnXyMjI6VkyZLK0KFDlYcPH2rFp6SkKMOGDVPs7OyUfPnyKd7e3sr58+cVJycnrf18//33yocffqjY2toq5ubmipubmzJhwgQlMTEx0/MYERGhAMq6desyjdN3Pp5f9qIlS5YoVatWVUxNTZX8+fMrHh4eSlhYmM7+vb29FRsbG8XMzEwpVaqU4ufnpxw6dCjTfNJdu3ZN8ff3V8qUKaOYmZkp+fLlU9zd3ZUJEyYocXFxWrHz5s1T3NzcFGNjY8XBwUHp16+fcu/ePa0YDw8P5YMPPtDZj5OTk9K8eXOd+YDSv39/nXNx8uRJ5ZNPPlGsrKyU/PnzKwMGDFCePHmite7mzZuVSpUqKWZmZoqzs7MyZcoUZcmSJTqfL337Tl/2Kp+DXbt2KXXr1lXMzc0Va2trpWXLlsrJkye1YrJzDQghhBA5TaMoMtqgEEIIId4v0dHRVK1alZUrV2baLVGIlxkzZgxjx47l1q1bOq3UhBBCCJF1MgaUEEIIId5pT5480Zk3e/ZsDAwMqF+/fh5kJIQQQgghXiRjQAkhhBDinTZ16lQOHz6Mp6cnRkZGbN++ne3bt9O7d2+KFy+e1+kJIYQQQgikACWEEEKId1ydOnUICwtj/PjxxMfHU6JECcaMGcO3336b16kJIYQQQoj/J2NACSGEEEIIIYQQQohcJWNACSGEEEIIIYQQQohcJQUoIYQQQgghhBBCCJGrZAyoNyg1NZVr165hZWWFRqPJ63SEEEIIIYQQQgghXouiKDx8+JAiRYpgYKC/nZMUoN6ga9euydN4hBBCCCGEEEII8d75559/KFasmN7lUoB6g6ysrIC0N8Xa2jqPsxFCCCGEEEIIIYR4PQ8ePKB48eJqzUMfKUC9Qend7qytraUAJYQQQgghhBBCiPfGy4YakkHIhRBCCCGEEEIIIUSukgKUEEIIIYQQQgghhMhVUoASQgghhBBCCCGEELlKxoASQgghhBD/KX5+fixdujSv0xBCS0pKCklJSXmdhhBC6DA2NsbQ0PC1tyMFKCGEEEIIIdA/eOrUqVMZOnSo1ryEhARq1qzJX3/9xdGjR6lSpYq67Oeff2bixImcPXuWQoUKMWDAAJ31nxcZGYmnp2eGyw4cOECNGjW4dOkSLi4uOsv3799PrVq1ADhx4gTfffcdhw8f5vLly8yaNYshQ4Zkeszp+7537x62trZay5ydnRkyZIi6jRenFUVh6NChLFq0iM2bN9OgQQOcnZ25fPkyAGZmZjg4OPDhhx/St29fGjZsmGku/1WKohAbG8v9+/fzOhUhhNDL1tYWR0fHlw40nhkpQAkhhBBCiPfe7du3+fLLL4mIiODGjRvs3buXqlWrsmrVKkxMTAC4fv261jrbt2+nZ8+etGvXTmd7X3/9NUWKFOGvv/7SWadz58788MMPNGnShFOnTtGrVy/Mzc0ZMGBAhrnVqVNHZ9+jRo1i9+7dVK9eXWv+rl27+OCDD9TpggULqv9+/PgxJUuWpH379vj7+2fhrLy6lJQUevXqRUhICBEREbi7u6vLxo0bR69evUhMTOTSpUusXLkSLy8vxo8fz7fffpureb2L0otP9vb25MuX77V+3AkhRE5TFIXHjx9z8+ZNAAoXLvzK25IClBBCCCGEeO/5+/tz4MABVqxYwezZsxk0aBChoaGkpqaqMY6OjlrrbNq0CU9PT0qWLKk1f/v27ezcuZMNGzawfft2rWUrVqygTZs29O3bF4CSJUsyYsQIpkyZQv/+/TMsLpiYmGjtOykpiU2bNjFw4ECd+IIFC+rkma5GjRrUqFEDgOHDh7/slLyyhIQEOnXqxKFDh9izZw9ly5bVWm5lZaXmWKJECerXr0/hwoX57rvv+OSTT3Ti/8tSUlLU4tPzxUQhhHibmJubA3Dz5k3s7e1fuTueDEIuhBBCCCHee0ePHqVbt254eHhgY2ODp6cnU6ZMwczMLMP4GzdusHXrVnr27Kkzv1evXqxYsYJ8+fLprJeQkKCzTXNzc/7991+1a9rLbN68mTt37tC9e3edZa1atcLe3p569eqxefPmLG0vJ8XHx9O8eXNOnjzJ77//nuVi0uDBg1EUhU2bNuVyhu+W9DGfMvosCSHE2yT9PvU6Y9VJAUoIIYQQQrz36tatS3BwMCEhIVmKX7ZsGVZWVnz88cfqPEVR8PPzo2/fvjpd49J5e3vzyy+/sHv3blJTUzl79iwzZswAdLv46RMUFIS3tzfFihVT51laWjJjxgzWrVvH1q1bqVevHm3atMmxIlSxYsWwtLTUel25ckUnbvz48URHR7Nnzx6KFy+e5e0XKFAAe3t7Ll26lCP5vm+k250Q4m2XE/cp6YInhBBCCCHeezNnzmTixIn4+/sTExNDdHQ0ffv2VbvKvWjJkiV07txZqzXTDz/8wMOHDxkxYoTe/fTq1YuYmBhatGhBUlIS1tbWDB48mDFjxmBg8PK//f7777/s2LGDn3/+WWu+nZ0dAQEB6nSNGjW4du0a06ZNo1WrVi/d7svs2bMHKysrrXkNGjTQiWvSpAm7du1i4sSJzJo1K1v7UBRFCi1CCPEfJi2ghBBCCCHEe8/CwoIJEyZw7tw5WrVqRb9+/QgICGDRokU6sXv27OHMmTN8/vnnWvPDw8PZv38/pqamGBkZ4erqCkD16tXx9fUF0v5CPGXKFOLj47l8+TKxsbF8+OGHADpjSWUkODiYggULZqmoVLNmTc6fP//SuKxwcXHB1dVV62VkpPu36kaNGrFp0yYCAwMZPHhwlrd/584dbt26leGT/IR41wQFBdGkSZNsrXPp0iU0Gg3R0dFA2hMoNRqN+vTD0NBQqlSpojUuXXZFRkaydOnSV15fiNwmBSghhBBCCPGfYmtrS58+fWjatCl79uzRWR4UFIS7uzuVK1fWmj937lz++usvoqOjiY6OZtu2bQCsXbuWCRMmaMUaGhpStGhRTExM+Omnn6hduzaFChXKNC9FUQgODqZbt24YGxu/9Diio6Nf62lEr6pJkyZs2bKFxYsXM2jQoCytM2fOHAwMDGjTpk3uJifeuP3792NoaEjz5s3zOpU34unTp4waNYrRo0frLPv3338xMTGhQoUK2d6uj48PxsbGrFq1KifSzNDWrVupWbMm5ubm5M+fX+t6vHPnDj4+PhQpUgRTU1OKFy/OgAEDePDggRrzyy+/0LhxYwoVKoS1tTW1a9dmx44dWd7/+fPnsbKywtbWVmv+0qVL0Wg0Wq8Xx9IbM2YMbm5uWFhYkD9/fry8vPjzzz8z3Z+fn1+G95wXi38vTgNcu3aNihUrUr9+feLi4tQYjUaDgYEBNjY2VK1ala+//jrL3auFFKCEEEIIIcR/gL+/P1FRUcTFxZGSkkJERARRUVG4u7trxT148IB169bptH6CtCe6VahQQX2VKVMGgFKlSqnjNd2+fZvAwEBOnz5NdHQ0gwcPZt26dcyePfulOYaHh3Px4sUM971s2TJ++uknTp8+zenTp5k4cSJLlixh4MCBakxiYqJaHEtMTOTq1atER0fnWCup53l5eRESEkJQUBADBgzQWvbw4UNiY2P5559/+O233+jduzfff/89EyZMUFuNifdHUFAQAwcO5LfffuPatWu5ui9FUUhOTs7VfbzM+vXrsba2pm7dujrLli5dSocOHXjw4MFLiyMZ8fPzY+7cudleLzo6msaNG9OuXTsGDhxIxYoVGTNmjFbMhg0b6Nq1K927d+evv/7i999/57PPPlOXGxgY0Lp1azZv3szZs2dZunQpu3bt0uqm/Ntvv9G4cWO2bdvG4cOH8fT0pGXLlhw9evSlOSYlJdGpUyc++uijDJdbW1tz/fp19fXiQxvKlCnDvHnzOHbsGHv37sXZ2ZkmTZpw69atbJyprImJiaFevXo4OTmxY8cObGxs1GVnzpzh2rVrHDx4kGHDhrFr1y4qVKjAsWPHcjyP95Ii3pi4uDgFUOLi4vI6FSGEEEKI/5SZM2cq1apVU6ysrBQDAwOlWLFiytChQ5Xk5GStuIULFyrm5ubK/fv3X7rNixcvKoBy9OhRdd6tW7eUWrVqKRYWFkq+fPmURo0aKX/88UeG60VERGjN79Spk1KnTp0M97V06VKlXLlySr58+RRra2vlww8/VNatW5fhdl98eXh46D2GiIgIBVDu3buns8zJyUmZNWuW3un09S0sLJQvvvhCSU1NVZycnNT9mpiYKCVKlFA6dOighIeH683hv+zJkyfKyZMnlSdPnuR1Kq/k4cOHiqWlpXL69Gnl008/VSZMmKAu69Spk9KhQwet+MTERKVgwYLKsmXLFEVRlJSUFGXixImKs7OzYmZmplSqVEnrc53++dy2bZtSrVo1xdjYWImIiFDOnz+vtGrVSrG3t1csLCyU6tWrK2FhYVr7unbtmtKsWTPFzMxMcXZ2VlatWqXzGb53757Ss2dPxc7OTrGyslI8PT2V6OjoTI+5efPmyldffaUzPzU1VSlZsqQSGhqqDBs2TOnVq5fW8hfvFxlde5cvX1YA5fz585nm8OJ+S5QoobRs2VJZuHChMm7cOGXz5s3K5MmT1ZikpCSlaNGiyo8//pjl7SqKosyZM0cpVqxYpjHly5dXxo4d+9Jtff3110qXLl2U4OBgxcbGRmtZRvNeJv239a5du/TG+Pr6Kq1bt9aZ/+K5f376r7/+UhwdHZXPPvtMSUpK0rtOusePHytly5ZV6tatm63830WZ3a+yWuuQAtQbJAUoIYQQQoi85+vrm6f7Dw8PV2xtbZW7d+/maR4i72VagIqP1/96MT6z2MePsxb7CoKCgpTq1asriqIoW7ZsUUqVKqWkpqYqiqIoISEhirm5ufLw4UM1fsuWLYq5ubny4MEDRVEU5fvvv1fc3NyU0NBQJSYmRgkODlZMTU2VyMhIRVGe/eivVKmSsnPnTuX8+fPKnTt3lOjoaCUwMFA5duyYcvbsWWXkyJGKmZmZcvnyZXVfXl5eSpUqVZQ//vhDOXz4sOLh4aGYm5trFaC8vLyUli1bKgcPHlTOnj2rfPnll0rBggWVO3fu6D1mGxsbZc2aNTrzd+/erTg6OirJycnKsWPHFCsrKyX+ufOalQKUoiiKg4ODEhwcrE77+vpmWkS+deuWAih79+5VIiIitNZN9+effyqAsmTJEqVKlSqKo6Oj4uPjoxw7dkzvdq9evap4eHgonTt31huTkpKiFC9eXPnhhx/0xihK2rlxcXFR4uLi9BagDA0NlRIlSijFihVTWrVqpRw/flzv9hISEpRp06YpNjY2yq1bt/TGZbcAtXXrVsXW1lbp37+/+jnWt87zZs2apQDKjRs39ObyPsiJApR0wRNCCCGEEOIN2rZtG9988w358+fP61TE28zSUv+rXTvtWHt7/bFNm2rHOjtnHPcKgoKC6NKlC5A2hlFcXBxRUVEAeHt7Y2Fhwa+//qrGr169mlatWmFlZUVCQoLaldTb25uSJUvi5+dHly5dWLhwodZ+xo0bR+PGjSlVqhQFChSgcuXK9OnThwoVKlC6dGnGjx9PqVKl2Lx5MwCnT59m165dLF68mJo1a1KtWjV+/PFHnjx5om5z7969HDhwgHXr1lG9enVKly7N9OnTsbW1Zf369Rke7/3794mLi6NIkSIZnouOHTtiaGhIhQoVKFmyJOvWrcv2OS1SpIhW97PChQtTokQJvfF2dnaULVuW8ePHqwOcv+jChQtA2jhKI0eOJCQkhPz589OgQQPu3r2rFdupUyfy5ctH0aJFsba25scff9S77+nTpxMfH0+HDh30xty5cwc/Pz+WLl2KtbV1hjFly5ZlyZIlbNq0iZUrV5KamkqdOnX4999/teJCQkKwtLTEzMyMWbNmERYWhp2dnd59P7/O86+mL14T/69t27a0bNmSefPmZeuJnW5ubkDaQPMic1KAEkIIIYQQ/yl5/ZSoadOmMXTo0DzNQYjXdebMGQ4cOECnTp0AMDIy4tNPPyUoKEid7tChgzqo9qNHj9i0aROdO3cG0gakfvz4MY0bN9YqDixfvpyYmBitfVWvXl1rOj4+nq+++opy5cpha2uLpaUlp06d4sqVK2puRkZGVKtWTV3H1dVVq+j7119/ER8fT8GCBbX2f/HiRZ39p0svYL04QPb9+/f55Zdf1GIcQJcuXdRzkR3m5uY8fvxYnZ40aRLLly/PdJ0dO3bg4ODAxIkT6du3L40aNSI8PFxdnv5kvW+//ZZ27drh7u5OcHAwGo1Gp0g2a9Ysjhw5wqZNm4iJiSEgICDDfa5evZqxY8fy888/Y29vrze3Xr168dlnn1G/fn29MbVr16Zbt25UqVIFDw8PfvnlFwoVKqRTiPT09CQ6Opp9+/bh4+NDhw4duHnzZqbnJn2d51/6imqtW7fm119/zfDhFJlRFAUgW0Wr/yrdZ6sKIYQQQgghhMhb8fH6lxkaak9n9iPc4IU2BznUSiMoKIjk5GSt1kCKomBqasq8efOwsbGhc+fOeHh4cPPmTcLCwjA3N8fHxwdIKyJB2pPZihYtqrVtU1NTrWkLCwut6a+++oqwsDCmT5+Oq6sr5ubmfPLJJyQmJmY5//j4eAoXLkxkZKTOshef0pauYMGCaDQa7t27pzV/9erVPH36lJo1a6rzFEUhNTWVs2fPqg8syIq7d+++9ImZL3JycmLZsmVERkYSERFBfHw8Pj4+HD16lA8++EB9Wmb58uXVdUxNTSlZsqRatEvn6OiIo6Mjbm5uFChQgI8++ohRo0ZpPXFzzZo1fP7556xbtw4vL69McwsPD2fz5s1Mnz4deHZejIyMWLRoET169NBZx9jYmKpVq+o8QMHCwgJXV1dcXV2pVasWpUuXJigoiBEjRujdf/o6z3uxZVW6hQsX8vXXX9O0aVO2bduWadHseadOnQLA2dk5S/H/ZVKAEkIIIYQQQoi3zQtFlzyJ1SM5OZnly5czY8YMmjRporWsTZs2/PTTT/Tt25c6depQvHhx1q5dy/bt22nfvj3GxsZAWjHE1NSUK1eu4OHhka39//777/j5+dG2bVsgrZj0fPensmXLkpyczNGjR9UnXZ4/f16rcFStWjViY2MxMjLKcuHAxMSE8uXLc/LkSa3jDgoK4ssvv8TPz08r/osvvmDJkiVMnjw5S9t/+vQpMTExVK1aNUvxGXFxcVG7vP3xxx988MEHuLu7Y2pqypkzZ6hXrx6Q9lS6S5cu4eTkpHdb6S2nEhIS1Hk//fQTPXr0YM2aNTRv3vyl+ezfv5+UlBR1etOmTUyZMoV9+/bpFB7TpaSkcOzYMZo1a5bptlNTU7Vye10ajYZFixZhYGBAs2bN2Lp160s/m0+ePGHRokXUr18/24XD/yIpQAkhhBBCCCGEyLKQkBDu3btHz549tR5RD9CuXTuCgoLo27cvAJ999hmBgYGcPXuWiIgINc7KyoqvvvoKf39/UlNTqVevHnFxcfz+++9YW1vj6+urd/+lS5fml19+oWXLlmg0GkaNGqUWSyBtTB4vLy969+7NggULMDY25ssvv8Tc3FztJuXl5UXt2rVp06YNU6dOpUyZMly7do2tW7fStm1bnW5/6by9vdm7dy9DhgwBIDo6miNHjrBq1Sp1LKB0nTp1Yty4cXz//fdZOq9//PEHpqam1K5dW503YsQIrl69qrcb3rVr15g+fTp+fn4kJCTw+PFjFi5cyP3799VClrW1NX379mX06NEUL14cJycnpk2bBkD79u2BtLHpbty4QY0aNbC0tOTEiRMMHTqUunXrqgW61atX4+vry5w5c6hZsyaxsbFAWrfBFz8H6cqVK6c1fejQIQwMDKhQoYI6b9y4cdSqVQtXV1fu37/PtGnTuHz5Mp9//jmQ1n1zwoQJtGrVisKFC3P79m3mz5/P1atX1fxzikajITAwEENDQ7UI1aBBA3X5zZs3efr0KQ8fPuTw4cNMnTqV27dv88svv+RoHu8rKUAJIYQQQgghhMiyoKAgvLy8Miw6tGvXjqlTp/L3339TqVIlOnfuzIQJE3BycqJu3bpasePHj6dQoUJMmjSJCxcuYGtrS7Vq1fjmm28y3f/MmTPp0aMHderUwc7OjmHDhvHgwQOtmOXLl9OzZ0/q16+Po6MjkyZN4sSJE+r4TRqNhm3btvHtt9/SvXt3bt26haOjI/Xr18fBwUHvvnv27En16tWJi4vDxsaGoKAgypcvr1N8grRBrQcMGMC2bduoVKlSpscEaa2LOnfuTL58+dR5169f1+km9zxra2uSk5P55JNPuHLlCoqiULJkSYKDg7XGwJo2bRpGRkZ07dqVJ0+eULNmTcLDw9VxsczNzVm8eDH+/v4kJCRQvHhxPv74Y4YPH65uY9GiRSQnJ9O/f3/69++vzvf19VXH1lu6dCndu3dXx0XKinv37tGrVy9iY2PJnz8/7u7u7Nu3T+0yaGhoyOnTp1m2bBm3b9+mYMGC1KhRgz179vDBBx9keT9ZpdFomD9/PgYGBjRv3pyQkBC1cFm2bFk0Gg2WlpaULFmSJk2aEBAQgKOjY47n8T7SKNn5ZIjX8uDBA2xsbIiLi9P7BAAhhBBCCCHEf8PTp0+5ePEiLi4uOgNbi5z177//Urx4cXbt2kWjRo1ea1vt27enWrVqmY49lF23b9+mbNmyHDp0CBcXl1faRmRkJJcuXdLpCvgmjR49mqioqAzH1hLvtszuV1mtdUgLKCGEEEIIIYQQ75Xw8HDi4+OpWLEi169f5+uvv8bZ2TnLA0tnZtq0aWzZsiUHsnzm0qVL/O9//3vl4tPbYvv27cybNy+v0xBvKSlACSGEEEIIIYR4ryQlJfHNN99w4cIFrKysqFOnDqtWrVIHQX8dzs7ODBw4MAeyfKZ69ep6x53KqufHKsorBw4cyOsUxFtMClBCCCGEEELkkMlHb+d1Cq9seFW7vE5BiBzj7e2Nt7d3XqchhHiOQV4nIIQQQgjxNsvLsTSEEEIIId4XUoASQgghhHgFGo0mw1f6o60BJkyYQJ06dciXLx+2trYZbufgwYM0atQIW1tb8ufPj7e3N3/99ddL979//34aNmyIhYUF1tbW1K9fnydPnujEJSQkUKVKFTQaDdHR0er8p0+f4ufnR8WKFTEyMqJNmzZZPu6NGzfqzPfz89PaxovTAOvXr8fMzIwZM2aoMennzdjYGAcHBxo3bsySJUu0HqkuhBBCiHefFKCEEEIIIV5w+/ZtfH19KVGiBD/99BOurq60b9+exMRENeb69etaryVLlqDRaGjXrp0ak5iYSPv27enXr1+G+4mPj8fHx4cSJUrw559/snfvXqysrPD29iYpKUlvfvv378fHx4cmTZpw4MABDh48yIABAzAw0P1q9/XXX1OkSBGd+SkpKZibmzNo0CC8vLyyc3peyY8//kjnzp1ZsGABX375pTrfx8eH69evc+nSJbZv346npyeDBw+mRYsWJCcn53peQgghhHgzZAwoIYQQQogX+Pv7c+DAAVasWMHs2bMZNGgQoaGhWq1yHB0dtdbZtGkTnp6elCxZUp03duxYAJYuXZrhfk6fPs3du3cZN24cxYsXB9IeYV2pUiUuX76Mq6ur3vwGDRrE8OHD1Xlly5bVidu+fTs7d+5kw4YNbN++XWuZhYUFCxYsAOD333/n/v37es7G65s6dSqjR49mzZo1tG3bVmuZqampei6LFi1KtWrVqFWrFo0aNWLp0qV8/vnnuZaXEEIIId4caQElhBBCCPGCo0eP0q1bNzw8PLCxscHT05MpU6ZgZmaWYfyNGzfYunUrPXv2zNZ+ypYtS8GCBQkKCiIxMZEnT54QFBREuXLlcHZ2znCdmzdv8ueff2Jvb0+dOnVwcHDAw8ODvXv36uTUq1cvVqxYQb58+bKVV04aNmwY48ePJyQkRKf4pE/Dhg2pXLkyv/zySy5nJ4QQQog3RQpQQgghRA6SAavfD3Xr1iU4OJiQkJAsxS9btgwrKys+/vjjbO3HysqKyMhIVq5cibm5OZaWloSGhrJ9+3aMjDJuqH7hwgUAxowZQ69evQgNDaVatWo0atSIc+fOAaAoCn5+fvTt2/e1H+udkU6dOmFpaan1WrVqlU7c9u3bmTp1Kps2baJRo0bZ2oebmxuXLl3KoYyFEEIIkdekACWEEEK8ATk1YPWgQYNwd3fH1NSUKlWqZGnfffr0oVSpUpibm1OoUCFat27N6dOntWJeNhB2ZGQkrVu3pnDhwlhYWFClSpUMCw7Pu3Tpks7A1+kaNGjAkCFD9E4DzJkzB1NTU9asWaPGpJ83U1NTihYtSsuWLXOllczMmTP59NNP8ff3Z/ny5VSpUoXAwEC98UuWLKFz5856W0jp8+TJE3r27EndunX5448/+P3336lQoQLNmzfPcEBxQO0G2KdPH7p3707VqlWZNWsWZcuWZcmSJQD88MMPPHz4kBEjRmQrn6yaNWsW0dHRWq9WrVrpxFWqVAlnZ2dGjx5NfHx8tvahKAoajSanUhZCCCFEHpMClBBCCPGa3tSA1el69OjBp59+muX83N3dCQ4O5tSpU+zYsQNFUWjSpAkpKSlA1gbC3rdvH5UqVWLDhg38/fffdO/enW7dumW5hVB2jR49mm+++YZNmzbRsWNHdX6vXr24fv06MTExbNiwgfLly9OxY0d69+6do/u3sLBgwoQJnDt3jlatWtGvXz8CAgJYtGiRTuyePXs4c+bMK41VtHr1ai5dukRwcDA1atSgVq1arF69mosXL7Jp06YM1ylcuDAA5cuX15pfrlw5rly5AkB4eDj79+/H1NQUIyMjdSyp6tWr4+vrm+08X+To6Iirq6vWy8rKSieuaNGiREZGcvXqVXx8fHj48GGW93Hq1ClcXFxeO1chhBBCvB1kEHIhhBDiNb2pAasB5s6dC8CtW7f4+++/s5Tf88UZZ2dnvv/+eypXrsylS5coVapUlgbC/uabb7S2OXjwYHbu3Mkvv/xCixYtspRHViiKwqBBg1i5ciVhYWHUqVNHa3m+fPnUc1msWDFq1aqFm5sbPXr0oEOHDrnyNDdbW1v69OnDzp072bNnj06xKygoCHd3dypXrpztbT9+/BgDAwOtlj7p089/fp7n7OxMkSJFOHPmjNb8s2fP0rRpUyDtc/L999+ry65du4a3tzdr166lZs2a2c7zdTg5OREVFYWnpyc+Pj6EhoZmWKx6Xnh4OMeOHcPf3/8NZSmEENlz584dypUrx4EDB/SO2ZfTGjRoQJUqVZg9e/Yb2V9O69ixIzVq1NB6Eqr4b5EWUEIIIcRrelMDVueER48eERwcjIuLi1psepWBsAHi4uIoUKBAjuWWnJxMly5dWL9+PVFRUTrFJ318fX3Jnz9/jnbF8/f3Jyoqiri4OFJSUoiIiCAqKgp3d3etuAcPHrBu3Tq9rZ+uXLlCdHQ0V65cISUlRe2ult4drXHjxty7d4/+/ftz6tQpTpw4Qffu3TEyMsLT0zPDbWo0GoYOHcrcuXNZv34958+fZ9SoUZw+fVr9TJUoUYIKFSqorzJlygBQqlQpihUrpm7r5MmTREdHc/fuXeLi4tT8clrx4sWJjIzk5s2beHt78+DBA3VZQkICsbGxXL16lSNHjjBx4kRat25NixYt6NatW47nIoTIefv378fQ0JDmzZvndSpvzIQJE2jdurX6/6Sfn1+GXe19fHzyLMcFCxZQqVIlrK2tsba2pnbt2jpPRAWYP38+zs7OmJmZUbNmTQ4cOPBKMR4eHvTo0UNr3uzZs9Wnro4cOZIJEyYQFxf3Ssdz9epVunTpQsGCBTE3N6dixYocOnRIXe7s7Jzhe9C/f/8Mtzd58mQ0Go3OEAAZyYlz9PDhQ4YMGYKTkxPm5ubUqVOHgwcPZrpfPz8/2rRpozM/MjISjUaj9QTbjGLXr1+PmZkZM2bMUGPSz4uxsTEODg40btyYJUuW6P3DV06SFlBCCCHEa0ofsDqrLWBedcDq1/G///2Pr7/+mkePHlG2bFnCwsIwMTEBng2E3aZNG8aPHw9A6dKl2bFjh96BsH/++WcOHjzIwoULX7rvOnXqYGCg/TevJ0+e6IxhtXjxYgD++usv3NzcsnxsBgYGlClTJkcHrC5RogQBAQGcO3eOR48eERkZSY8ePRg4cKBW3Jo1a1AUhU6dOmW4ne+++45ly5ap01WrVgUgIiKCBg0a4ObmxpYtWxg7diy1a9fGwMCAqlWrEhoaqna1g7SiU3BwsDrI/ZAhQ3j69Cn+/v7cvXuXypUrExYWRqlSpbJ1nM2aNePy5cs6+SmKkq3tZEWxYsWIjIzE09MTb29vduzYAaAeq5GREfnz56dy5crMnTsXX19fnc+NEOLtFBQUxMCBAwkKCuLatWsUKVIkV/eXmJio/h+WFx4/fkxQUJB6H0vn4+NDcHCw1jxTU9M3mZqWYsWKMXnyZEqXLo2iKCxbtozWrVtz9OhRPvjgAwDWrl1LQEAAgYGB1KxZk9mzZ+Pt7c2ZM2ewt7fPcoyiKBw9epT27dsDaeeoV69eREREaLVoLlWqFCtXrtRbFNLn3r171K1bF09PT7Zv306hQoU4d+4c+fPnV2MOHjyoDi8AcPz4cRo3bqzm9Lz07zCVKlV66b5z6hx9/vnnHD9+nBUrVlCkSBFWrlyJl5cXJ0+epGjRotk6H1nx448/0r9/fwIDA+nevbs6P/1zmpKSwo0bNwgNDWXw4MGsX7+ezZs36/3ulxPkf3UhhBDiNb2pAatfR+fOnTl69ChRUVGUKVOGDh068PTpUyD7A2FHRETQvXt3Fi9erH6BzczatWt1BqzO6Mls9erVw9LSklGjRpGcnJyt48vpAav9/f05fPgwDx48oGvXrvzzzz9MnToVQ0NDrbjevXvz+PFjbGxsMtzO0qVLURRF59WgQQM1pnHjxuzdu5f79+9z9+5ddu/eTa1atdTlFy9exMjIiLp162pte/jw4fzzzz88evSIffv2Ua9ePb3H4+zsjKIoOkW/S5cuZZhfZhRFyfCvsUuXLmXjxo16pyFtTKizZ8+yf/9+rK2ttc5PUlISN2/eJCwsjO7du0vxSYh3RHx8PGvXrqVfv340b95cqxv5okWLKFKkiE7LitatW6stZVJTU5k0aRIuLi6Ym5tTuXJl1q9frxXfoEEDBgwYwJAhQ7Czs8Pb25vQ0FDq1auHra0tBQsWpEWLFsTExGit9/DhQzp37oyFhQWFCxdm1qxZOg+9yMr+X7Rt2zZMTU217tWQVmxydHTUeqUXSG7duoWjoyMTJ05U4/ft24eJiQm7d+9Wc5k6dSqurq6YmppSokQJJkyYkGkumWnZsiXNmjWjdOnSlClThgkTJmBpackff/yhxsycOZNevXrRvXt3ypcvT2BgIPny5VMfapHVmHPnzvHw4UOqVavGxYsXqVOnDhcvXuTw4cNaLZpbtmypPlwkO6ZMmULx4sUJDg7mww8/xMXFhSZNmmj94aVQoUJa5z4kJIRSpUrh4eGhta34+Hg6d+7M4sWLtQpY+uTEOXry5AkbNmxg6tSp1K9fH1dXV8aMGYOrqysLFizI9vl4malTpzJw4EDWrFmjVXyCZ5/TokWLUq1aNXXMze3bt2c6DEROkP/ZhRBCiNf0pgasfh02NjaULl2a+vXrs379ek6fPs2vv/4KZG8g7KioKFq2bMmsWbOy3D2qePHiOgNWm5ub68RVrFiR3bt3ExERwaeffprlIlRKSgrnzp17bwes3rZtG71796Z06dJ5nYoQ4g16lPhI7+tp8tMsxz5JepKl2Ff1888/4+bmRtmyZenSpQtLlixRC9nt27fnzp07REREqPF3794lNDSUzp07AzBp0iSWL19OYGAgJ06cwN/fny5duhAVFaW1n2XLlmFiYsLvv/9OYGAgjx49IiAggEOHDrF7924MDAxo27atVrErICCA33//nc2bNxMWFsaePXs4cuSI1nazuv/n7dmzR6dL9ssUKlSIJUuWMGbMGA4dOsTDhw/p2rUrAwYMoFGjRgCMGDGCyZMnM2rUKE6ePMnq1atxcHDI1n70SUlJYc2aNTx69IjatWsDaS3JDh8+rDV+ooGBAV5eXuzfvz/LMQCHDx/G0NCQGzduUL16dWrWrElkZKRWa16ADz/8kAMHDpCQkKCT49KlS/X+MWnz5s1Ur16d9u3bY29vT9WqVdWW0xlJTExk5cqV9OjRQ2eb/fv3p3nz5lkaNzKnzlFycjIpKSk6f3w0Nzdn7969L80jO4YNG8b48eMJCQmhbdu2WVqnYcOGVK5cOVeeLPw86YInhBBC5KDcHLA6p6S3OEn/8pfVgbAjIyNp0aIFU6ZMyfGnzqWrUqUKu3fvxsvLiw4dOrB27VqMjY0zXWfZsmXcu3dP64mCOSm3/xr4MtntpiCEeD9YTrLUu6xZ6WZs/WyrOm0/3Z7HSY8zjPVw8iDSL1Kddp7jzO3Ht3XilNGv1vU2KCiILl26AGlde+Li4oiKiqJBgwbkz5+fpk2bsnr1arXIsn79euzs7PD09CQhIYGJEyeya9cutShSsmRJ9u7dy8KFC7VarpQuXZqpU6eq02XLltXKY8mSJRQqVIiTJ09SoUIFHj58yLJly7T2HRwcrNU9MDv7f97ly5cz7GYYEhKCpaX2+/bNN9+oD/Jo1qwZvXr1onPnzlSvXh0LCwsmTZoEpLXWmjNnDvPmzVOfVlqqVKlMW7dmxbFjx6hduzZPnz7F0tKSX3/9VX2K6u3bt0lJSdEpcjk4OHD69OksxwBqYe+TTz7hhx9+4IsvvsgwnyJFipCYmEhsbCxOTk5ay2xsbHTe13QXLlxgwYIFBAQE8M0333Dw4EEGDRqEiYlJhk933bhxI/fv31e7rqdbs2YNR44ceenYS+ly6hxZWVlRu3Ztxo8fT7ly5XBwcOCnn35i//796pNq9cnoc/V8V8Pnbd++nU2bNrF7924aNmyYpWNM5+bmluUH3LwqaQElhBBCvKY3NWA1wPnz54mOjiY2NpYnT56oMYmJiRlu88KFC0yaNInDhw9z5coV9u3bR/v27TE3N6dZs2ZA1gbCjoiIoHnz5gwaNIh27doRGxtLbGwsd+/ezYlTqKVy5cqEh4ezd+9eOnToQFJSkrrs8ePHxMbG8u+///LHH38wbNgw+vbtS79+/fQO2i2EECJ3nDlzhgMHDqjj4BkZGfHpp58SFBSkxnTu3JkNGzaof/RYtWoVHTt2xMDAgPPnz/P48WMaN26MpaWl+lq+fLlOd7oX/089d+4cnTp1omTJklhbW6uDgV+5cgVI+/8vKSmJDz/8UF3nxQJHdvb/vCdPnmTYjd7T01Ony3nfvn21YqZPn05ycjLr1q1j1apV6hhRp06dIiEhQS2W5ZSyZcsSHR3Nn3/+Sb9+/fD19eXkyZM5ug9IK0B5eXlRuHBhDh8+rDcuvQX048e6BdO2bdtqFbWel5qaSrVq1Zg4cSJVq1ald+/e9OrVS++QB0FBQTRt2lSrUPjPP/8wePBgVq1a9UaHQUi3YsUKFEWhaNGimJqaMnfuXDp16vTSLucZfa5+/PHHDGMrVaqEs7Mzo0eP1vr+mBU5PZxBRqQFlBBCCPGa3tSA1ZA2gOXz3QLSYy5evKh++X5+wGozMzP27NnD7NmzuXfvHg4ODtSvX599+/apg2JmZSDsZcuW8fjxYyZNmqT+tRbSnngTGRn56idPj4oVKxIeHk6jRo1o3749P//8M5A2UPnixYsxMTGhYMGCuLu7s3bt2iw3MRdCiHdF/Aj9Px4NDbTHo7v51U29sQYa7R+3lwZfeq28nhcUFERycrLWj3xFUTA1NWXevHnY2NjQsmVLFEVh69at1KhRgz179jBr1iwA9Qfy1q1bdQZhfnHwbgsLC63pli1b4uTkxOLFi9VxpipUqKD3DzIZyc7+n2dnZ8e9e/d05ltYWLy0NUtMTAzXrl0jNTWVS5cuUbFiRYAMu6bnBBMTEzUnd3d3Dh48yJw5c1i4cCF2dnZqt7nn3bhxA0dHR4AsxUBaAWrMmDFMmDCBjz76CDc3N4YOHaqTT/ofrgoVKpSt4yhcuLDacitduXLl2LBhg07s5cuX2bVrl053ssOHD3Pz5k2qVaumzktJSeG3335j3rx5JCQk6Iz1mJPnqFSpUkRFRfHo0SMePHhA4cKF+fTTTylZsmSmx57R5+rff//NMLZo0aKsX78eT09PfHx82L59O1ZWVpluP92pU6dyfTgDKUAJIYQQr8nf3x9/f38g7fG2+rps9e7dO9Oua0uXLn1pd6+XFXteHLC6SJEibNu2LdN1IK0VVOPGjV8rtxelD3ydkRePI6PjqlChgtaXudwodAkhxNvKwsTi5UG5HJuZ5ORkli9fzowZM2jSpInWsjZt2vDTTz/Rt29fzMzM+Pjjj1m1ahXnz5+nbNmyagGgfPnymJqacuXKFb3d3TJy584dzpw5w+LFi/noo48AdMbRKVmyJMbGxhw8eJASJUoAEBcXx9mzZ6lfv/5r7b9q1aqsXLkyy/HpEhMT6dKlC59++illy5bl888/59ixY9jb21O6dGnMzc3ZvXt3ro4TmZqaqrZGMzExwd3dnd27d6sPl0hNTWX37t0MGDAgyzEXLlzg/v37VKtWDXd3d4KDg+ncuTNlypShdevWWvs/fvw4xYoVw87OLlt5161blzNnzmjNO3v2rE43Pkjramlvb0/z5s215jdq1Ihjx45pzevevTtubm4MGzZMp/iU1ePPSszzLCwssLCw4N69e+zYsUOra2lOcHJyIioqSi1ChYaGvrQIFR4ezrFjx9Tvs7lFClBCCCHEe0QGrBZCCPEmhISEcO/ePXr27KnzJNB27doRFBSkdj/r3LkzLVq04MSJE+p4UZA2Ls5XX32Fv78/qamp1KtXj7i4OH7//Xesra0zHNsHIH/+/BQsWJBFixZRuHBhrly5wvDhw7VirKys8PX1ZejQoRQoUAB7e3tGjx6tNebhq+7f29ubESNGcO/ePa2nqCUkJBAbG6sVa2RkpBZbvv32W+Li4pg7dy6WlpZs27aNHj16EBISgpmZGcOGDePrr7/GxMSEunXrcuvWLU6cOEHPnj0zzGPevHn8+uuv6lP0XjRixAiaNm1KiRIlePjwIatXryYyMpIdO3aoMQEBAfj6+lK9enU+/PBDZs+ezaNHj7SenPaymMOHD6PRaNQnrX766aecOHGCzp07s3fvXq0nsO7Zs0enYJnu119/ZcSIERl2w/P396dOnTpMnDiRDh06cODAARYtWqTzwJfU1FSCg4Px9fXFyEi73GFlZUWFChW05llYWFCwYEGd+c/LiXMEsGPHDhRFoWzZspw/f56hQ4fi5uam85S6nFC8eHEiIyPx9PRUnxppbW0NPPucpqSkcOPGDUJDQ5k0aRItWrTI8gNmXpUUoIQQQogcJANWCyGE+C8ICgrCy8tLp/gEaQWoqVOn8vfff1OpUiUaNmxIgQIFOHPmDJ999plW7Pjx4ylUqBCTJk3iwoUL2Nraqo+G18fAwIA1a9YwaNAgKlSoQNmyZZk7d67aXT3dzJkz6du3Ly1atMDa2pqvv/6af/75R2v8n1fZf8WKFalWrRo///wzffr0Uec/33U9XdmyZTl9+jSRkZHMnj2biIgItRCwYsUKKleuzIIFC+jXrx+jRo3CyMiI7777jmvXrlG4cGGdMaSed/v27UzHqrp58ybdunXj+vXr2NjYUKlSJXbs2KHV4vnTTz/l1q1bfPfdd8TGxlKlShVCQ0O1BtR+WcyRI0coXbq0ViubsWPHcvLkSVq1asWBAwdwdHTk6dOnbNy4kdDQ0AzzjYuL02nllK5GjRpqgWrcuHG4uLgwe/Zs9WmK6Xbt2sWVK1fo0aOH3vPyMkuXLqV79+5qK+6cOEfpxzdixAj+/fdfChQoQLt27ZgwYcJLH7byqooVK6ZVhEovPKZ/To2MjMifPz+VK1dm7ty5+Pr6vnQ8qtelUfS1jRc57sGDB9jY2BAXF6fedIQQQgghxPtj8lHdp4u9K4ZXzV6XGPH6nj59ysWLF3FxccmTQZH/ax49ekTRokWZMWOG3lZFWbV161aGDh3K8ePHc/1H+/tiwYIF/Prrr+zcuTOvU8nU6NGjiYqKkq7/L8jsfpXVWoe0gBJCCCGEEEII8d45evQop0+f5sMPPyQuLo5x48YB6IxL9CqaN2/OuXPnuHr1KsWLF3/t7f0XGBsb88MPP+R1Gi+1fft25s2bl9dpvJekACWEEEIIkUektYwQQuSu6dOnc+bMGXWg6D179mR7AGx9hgwZkiPb+a/IzcHVc9KBAwfyOoX3lhSghBBCCCGEEEK8d6pWrcrhw4fzOg0hxP+TzqpCCJGH/Pz88joFIYQQQgghhMh1UoASQoi31KlTp2jVqhU2NjZYWFhQo0YNrly5oi6PjY2la9euODo6YmFhQbVq1diwYYPWNpydndFoNFqvyZMnZ2n/iqLQtGlTNBoNGzdu1Fr24jY1Gg1r1qxRl/v5+WUY88EHH+jdX2RkJBqNhvv37+ssc3Z2Zvbs2XqnFUXhq6++wtraWh0w8vljNzc3x9nZmQ4dOhAeHp6l4xdCCCGEEELkHClACSHEG3b79m18fX0pUaIEP/30E66urrRv357ExEQ1JiYmhnr16uHm5kZkZCR///03o0aN0nriRLdu3Thz5gybN2/m2LFjfPzxx3To0IGjR49q7W/cuHFcv35dfQ0cODBLec6ePRuNRqN3eXBwsNZ227Rpoy6bM2eO1rJ//vmHAgUK0L59+yyepaxLSUmhZ8+eLF++nIiICK1HMKcf+5kzZ1i+fDm2trZ4eXkxYcKEHM9DCCGEEEIIoZ+MASWEEG+Yv78/Bw4cYMWKFcyePZtBgwYRGhpKamqqGvPtt9/SrFkzpk6dqs4rVaqU1nb27dvHggUL+PDDDwEYOXIks2bN4vDhw1StWlWNs7KywtHRMVs5RkdHM2PGDA4dOkThwoUzjLG1tdW7XRsbG2xsbNTpjRs3cu/ePbp3756tPF4mISGBTp06cejQIfbs2UPZsmW1lj9/7CVKlKB+/foULlyY7777jk8++UQn/m0nA1YLIYQQQoh3lbSAEkKIN+zo0aN069YNDw8PbGxs8PT0ZMqUKWrrptTUVLZu3UqZMmXw9vbG3t6emjVr6nSDq1OnDmvXruXu3bukpqayZs0anj59qtUCCGDy5MkULFiQqlWrMm3aNJKTkzPN7/Hjx3z22WfMnz8/08JV//79sbOz48MPP2TJkiUoiqI3NigoCC8vL5ycnDI/OdkQHx9P8+bNOXnyJL///nuWi0mDBw9GURQ2bdqUY7kIIYQQr+P5P0IJIcTbKCfuU9ICSggh3rC6desSHBxM5cqVM1x+8+ZN4uPjmTx5Mt9//z1TpkwhNDSUjz/+mIiICDw8PAD4+eef+fTTTylYsCBGRkbky5ePX3/9FVdXV3VbgwYNolq1ahQoUIB9+/YxYsQIrl+/zsyZM/Xm5+/vT506dWjdurXemHHjxtGwYUPy5cvHzp07+eKLL4iPj2fQoEE6sdeuXWP79u2sXr06S+enWLFiOvMeP36sM2/8+PFYWVlx6tQpChUqlKVtAxQoUAB7e3suXbqU5XWEEEKI3GBiYoKBgQHXrl2jUKFCmJiYZNr9XQgh3jRFUUhMTOTWrVsYGBhgYmLyytvK0wKUs7Mzly9f1pn/xRdfMH/+fJ4+fcqXX37JmjVrSEhIwNvbm//97384ODiosVeuXKFfv35ERERgaWmJr68vkyZNwsjo2aFFRkYSEBDAiRMnKF68OCNHjtR58tT8+fOZNm0asbGxVK5cmR9++EHt1gJkKRchhMiKmTNnMnHiRPz9/YmJiSE6Opq+ffvSt29f4NlfF1q3bo2/vz8AVapUYd++fQQGBqoFqFGjRnH//n127dqFnZ0dGzdupEOHDuzZs4eKFSsCEBAQoO63UqVKmJiY0KdPHyZNmoSpqalObps3byY8PFxnHKkXjRo1Sv131apVefToEdOmTcuwALVs2TJsbW21xojKzJ49e7CystKa92KrLoAmTZqwa9cuJk6cyKxZs7K07XSKosgXfCGEEHnOwMAAFxcXrl+/zrVr1/I6HSGE0CtfvnyUKFECA4NX70iXpwWogwcPkpKSok4fP36cxo0bq4PU+vv7s3XrVtatW4eNjQ0DBgzg448/5vfffwfSBp5t3rw5jo6O7Nu3j+vXr9OtWzeMjY2ZOHEiABcvXqR58+b07duXVatWsXv3bj7//HMKFy6Mt7c3AGvXriUgIIDAwEBq1qzJ7Nmz8fb25syZM9jb22cpFyGEyCoLCwsmTJjAhAkTaNOmDU2bNsXf3x8DAwN69+6NnZ0dRkZGlC9fXmu9cuXKsXfvXiBtkPJ58+Zx/Phx9clylStXZs+ePcyfP5/AwMAM912zZk2Sk5O5dOlShl3WwsPDiYmJwdbWVmt+u3bt+Oijj9QnzGW03fHjx5OQkKBV2FIUhSVLltC1a9cs/7XExcVFZ//P/1EhXaNGjRg4cCCtW7cmNTWVOXPmZGn7d+7c4datW7i4uGQpXgghhMhNJiYmlChRguTkZK3fRkII8bYwNDTEyMjotf+Am6cFqBe7TEyePJlSpUrh4eFBXFwcQUFBrF69moYNGwJpT1wqV64cf/zxB7Vq1WLnzp2cPHmSXbt24eDgQJUqVRg/fjzDhg1jzJgxmJiYEBgYiIuLCzNmzACe/YCbNWuWWoCaOXMmvXr1UgfHDQwMZOvWrSxZsoThw4dnKRchhHgVtra29OnTh507d7Jnzx569+6NiYkJNWrU4MyZM1qxZ8+eVcdQSu+S9uJfIAwNDTPtnx0dHY2BgYFaXH/R8OHD+fzzz7XmVaxYkVmzZtGyZctMt5s/f36dVlVRUVGcP3+enj176l33dTRp0oQtW7bQqlUrFEVh7ty5L11nzpw5GBgYZLlFlhBCCJHbNBoNxsbGGBsb53UqQgiRa96aMaASExNZuXIlAQEBaDQaDh8+TFJSEl5eXmqMm5sbJUqUYP/+/dSqVYv9+/dTsWJFrW5w3t7e9OvXjxMnTlC1alX279+vtY30mCFDhqj7PXz4MCNGjFCXGxgY4OXlxf79+wGylIsQQmSVv78/bdq0oUqVKqSkpBAREUFUVBQjR45UY4YOHcqnn35K/fr18fT0JDQ0lC1btqgtkNzc3HB1daVPnz5Mnz6dggULsnHjRsLCwggJCQFg//79/Pnnn3h6emJlZcX+/fvx9/enS5cu5M+fP8PcHB0dMxx4vESJEmqLoS1btnDjxg1q1aqFmZkZYWFhTJw4ka+++kpnvaCgIGrWrEmFChVe97Tp5eXlRUhICC1btiQ1NZV58+apyx4+fEhsbCxJSUlcvHiRlStX8uOPPzJp0iStsbKEEEIIIYQQueutKUBt3LiR+/fvq2MzxcbGYmJiotMNw8HBgdjYWDXmxTGY0qdfFvPgwQOePHnCvXv3SElJyTDm9OnTWc4lIwkJCSQkJKjTDx48yOQMCJE5Pz8/li5dmtdpiBxQokQJAgICOHfuHI8ePSIyMpIePXowcOBANaZt27YEBgYyadIkBg0aRNmyZdmwYQP16tUDwNjYmG3btjF8+HBatmxJfHw8rq6uLFu2jGbNmgFgamrKmjVrGDNmDAkJCbi4uODv7681LhSk/dU1ODhYZ2w8fYyNjZk/fz7+/v4oioKrq6vakvR5cXFxbNiwIctd415Hw4YN2bp1Ky1atEBRFLUI9d133/Hdd99hYmKCo6MjtWrVYvfu3Xh6euZ6TkIIIYQQQohnXn30qBwWFBRE06ZNKVKkSF6nkmMmTZqEjY2N+ipevHhepyTeU6dOnaJVq1bY2NhgYWFBjRo1uHLlCgCXLl1Co9Fk+Fq3bp26jUGDBuHu7o6pqSlVqlTJ0n5jYmJo27YthQoVwtramg4dOnDjxg11eWRkpN59Hzx4UI1TFIXp06dTpkwZTE1NKVq0KBMmTMh03xqNho0bN+rM9/Pz0+pa9eI0wPr16zEzM1O75vr5+al5GRsb4+DgQOPGjVmyZEmuPBbZ39+fw4cP8+DBA7p27co///zD1KlTMTQ01Irr0aMH586d48mTJ0RHR+s8la506dJs2LCBGzdu8OjRI/766y+6du2qLq9WrRp//PEH9+/f58mTJ5w8eZIRI0ZodZO7ePEiRkZG1K1bV2++iqJonUMfHx+OHj3Kw4cPiY+PJzo6mj59+uh0B7SxseHx48c6hSl9GjRogKIoOsV+SPscp7dczWg6ff34+Hjmz5+PRqPh0qVLKIqCoigkJCRw+fJl1q5dK8UnIYQQQggh8sBbUYC6fPkyu3bt0hp3xNHRkcTERO7fv68Ve+PGDbV7iKOjo9aP3fTl6csyi7G2tsbc3Bw7OzsMDQ0zjHl+Gy/LJSMjRowgLi5Off3zzz8vORNCaLt9+za+vr6UKFGCn376CVdXV9q3b09iYqIaExMTQ7169XBzcyMyMpK///6bUaNGYWZmBkDx4sW5fv261mvs2LFYWlrStGlTrf316NGDTz/9NEu5PXr0iCZNmqDRaAgPD+f3338nMTFR7QYFUKdOHZ19f/7557i4uFC9enV1W4MHD+bHH39k+vTpnD59ms2bN2s9hTIn/fjjj3Tu3JkFCxbw5ZdfqvN9fHy4fv06ly5dYvv27Xh6ejJ48GBatGhBcnJyruTyNti2bRu9e/emdOnSeZ2KEEIIIYQQ4j32VnTBCw4Oxt7enubNm6vz3N3dMTY2Zvfu3bRr1w6AM2fOcOXKFWrXrg1A7dq1mTBhAjdv3lQH1A0LC8Pa2lp9elTt2rXZtm2b1v7CwsLUbZiYmODu7s7u3bvVv/Cnpqaye/duBgwYkOVcMmJqaprhY86FyCp/f38OHDjAihUrmD17NoMGDSI0NFSrVc63335Ls2bNmDp1qjqvVKlS6r8NDQ11CqW//vorHTp0wNLSUp2XPnjzrVu3+Pvvv1+a2++//86lS5c4evQo1tbWACxbtoz8+fMTHh6Ol5eX2u0pXVJSEps2bWLgwIHqExROnTrFggULOH78uPpUttx6OtnUqVMZPXo0a9asoW3btlrLTE1N1VyLFi1KtWrVqFWrFo0aNWLp0qU6A3PnlLzuVtm/f/883b8QQgghhBDivyHPW0ClpqYSHByMr6+v1mO2bWxs6NmzJwEBAURERHD48GG6d+9O7dq11UG/mzRpQvny5enatSt//fUXO3bsYOTIkfTv318t/PTt25cLFy7w9ddfc/r0af73v//x888/4+/vr+4rICCAxYsXs2zZMk6dOkW/fv149OiR+lS8rOQiRG44evQo3bp1w8PDAxsbGzw9PZkyZYrauik1NZWtW7dSpkwZvL29sbe3p2bNmhl2TUt3+PBhoqOjX/upZAkJCWg0Gq0iq5mZGQYGBuzduzfDdTZv3sydO3fUawvSBrQuWbIkISEhuLi44OzszOeff87du3dfK78XDRs2jPHjxxMSEqJTfNKnYcOGVK5cmV9++SVHcxFCCCGEEEKI/5o8bwG1a9curly5Qo8ePXSWzZo1CwMDA9q1a0dCQgLe3t7873//U5cbGhoSEhJCv379qF27NhYWFvj6+jJu3Dg1xsXFha1bt+Lv78+cOXMoVqwYP/74I97e3mrMp59+yq1bt/juu++IjY2lSpUqhIaGag1M/rJchMgNdevWJTg4mMqVK2e4/ObNm8THxzN58mS+//57pkyZQmhoKB9//DERERF4eHjorBMUFES5cuWoU6fOa+VWq1YtLCwsGDZsGBMnTkRRFIYPH05KSgrXr1/PcJ2goCC8vb0pVqyYOu/ChQtcvnyZdevWsXz5clJSUvD39+eTTz4hPDw80xw6deqkM25SQkKCVmtKgO3bt7Np0yZ2795Nw4YNs3Wcbm5uWWoRJoQQQgghhBBCvzwvQDVp0gRFUTJcZmZmxvz585k/f77e9Z2cnHS62L2oQYMGHD16NNOYAQMGqF3uXjUXIXLazJkzmThxIv7+/sTExBAdHU3fvn3p27cvgNoVr3Xr1mqrvipVqrBv3z4CAwN1ClBPnjxh9erVjBo16rVzK1SoEOvWraNfv37MnTsXAwMDOnXqRLVq1XQGowb4999/2bFjBz///LPW/NTUVBISEli+fDllypQB0gpV7u7unDlzRu2Wl5FZs2bh5eWlNW/YsGGkpKRozatUqRK3b99m9OjRfPjhh1pdD19GURS1u6AQQgghhBBCiFeT513whBD6WVhYMGHCBM6dO0erVq3o168fAQEBLFq0CAA7OzuMjIzUMc/SlStXTn0K3vPWr1/P48eP6datW47k16RJE2JiYrh58ya3b99mxYoVXL16lZIlS+rEBgcHU7BgQVq1aqU1v3DhwhgZGanFp/T8gQyP4XmOjo64urpqvaysrHTiihYtSmRkJFevXsXHx4eHDx9m+RhPnTqVa2NSCSGEEEIIIcR/hRSghHhH2Nra0qdPH5o2bcqePXuAtEH0a9SowZkzZ7Riz549i5OTk842goKCaNWqFYUKFcrR3Ozs7LC1tSU8PJybN2/qFJkURSE4OJhu3bphbGystaxu3bokJycTExOjlT+Q4TG8KicnJ6KiooiNjc1yESo8PJxjx46pDx8QQgghhBBCCPFqpAAlxFvM39+fqKgo4uLiSElJISIigqioKNzd3dWYoUOHsnbtWhYvXsz58+eZN28eW7Zs4YsvvtDa1vnz5/ntt9/0Ps3t/PnzREdHExsby5MnT4iOjiY6OprExES9+QUHB/PHH38QExPDypUrad++Pf7+/jrd5sLDw7l48WKG+/by8qJatWr06NGDo0ePcvjwYfr06UPjxo21WkXlhOLFixMZGcnNmzfx9vbmwYMH6rKEhARiY2O5evUqR44cYeLEibRu3ZoWLVrkWIsxIYQQQgghhPivyvMxoIQQ+pUoUYKAgADOnTvHo0ePiIyMpEePHgwcOFCNadu2LYGBgUyaNIlBgwZRtmxZNmzYQL169bS2tWTJEooVK0aTJk0y3Nfnn39OVFSUOl21alUALl68iLOzMwAajYbg4GD8/PwAOHPmDCNGjODu3bs4Ozvz7bffaj1hMl1QUBB16tTBzc1NZ5mBgQFbtmxh4MCB1K9fHwsLC5o2bcqMGTOyda6yqlixYkRGRuLp6Ym3tzc7duwAIDQ0VO0OmD9/fipXrszcuXPx9fXNcEwrIYQQQgghhBBZp1H0jQAuctyDBw+wsbEhLi4Oa2vrvE5HvGP8/PxYunRpnu3/4sWLlClThpMnT1K6dOk8y0NkzeSjt/M6hVc2vKpdXqfw1pL39f0j7+n7R95TIYQQ/zVZrXXIn/WFEFmybds2evfuLcUnIYQQQgghhBDZJl3whHhH5GXrJ4D+/fvn6f6FEEIIIYQQQry7pAWUEEIIIYQQQgghhMhVUoASQgghhBBCCCGEELlKClBCCCGEEEIIIYQQIlfJGFB54FHiIwwTDXXmGxoYYmZkphWnj4HGAHNj81eKfZz0GH0PP9RoNOQzzvdKsU+SnpCqpOrNw8LE4pVinyY/JSU1JUdi8xnnQ6PRAJCQnEByanKOxJobm2OgSavnJqYkkpSSlCOxZkZmGBoYZjs2KSWJxJREvbGmRqYYGRhlOzY5NZmE5AS9sSaGJhgbGmc7NiU1hafJT/XGGhsaY2Joku3YVCWVJ0lPciTWyMAIUyNTABRF4XHS4xyJzc51n53YpJQnGBs+u+4Tk/XHajQGL8Q+BvQ9IFWDiVG+V4pNSnmCksl1b2Ik94iXxb74PhoZmmGgSbvuk1MTSU3Vv93nY1NSk0hJ1X/dGxqYYvj/1332YpNJSc34un+UaC73CD2xSSn6YzUaQ4wNn133mV/L2Yl98brP/j3iUaJ5BrHyPSL9XBobPotNTkkgVdF/jzAyfHbdv/xazk5s9u4R6eR7xNt1j8iL7xHyW+PVYt/27xEvkt8aaeQekf3Y7NwjtHLPUpTIUUVmFAEz3fnNSjdj62db1Wn76fZ6P0weTh5E+kWq085znLn9OOPH/lYvUp2DvQ6q0+Xnl+dy3OUMY8sXKs+JL06o0zUW1+DkrZMZxjrZOHFpyCV1uv7S+hy6dijDWLt8dtwaekudbrqqKVGXozKMzWecj0ffPPsAt/u5HdvObcswFkAZ/ew/ra6/dmX9yfV6Y+NHxKv/ifQJ6cOyv5bpjb351U0KWRQCIGBHAP879D+9sRcHX8TZ1hmAb3d/y/T90/XGHu93nA/sPwBg4p6JjI0aqzf2wOcHqFG0BgBz/pjD17u+1hsb4RtBA+cGACw6vIgB2wfojQ3pFELzMs0BWHVsFd03ddcb+/MnP9P+g/YA/HrqVzqs76A3Nrh1MH5V/ADYcX4HLX5qoTd2XtN59P8wbWDzPVf24LnMU2/sVK+pDK07FIAj14/w4Y8f6o0d7TGaMQ3GAHDq1ikqLKigN/ar2l8xrck0AK7EXcFljove2C+qf8H85vMBuP34NvbT7fXG+lb2ZWmbpUDaFyvLSZZ6Yz8p/wnr2q9TpzOLzc49wqVgHXrX3aROT93lzqPEOxnGFrWtwoD6Yer0rIh63H/yT4ax9lZl8ffcq07P39OEmw/PZBhra16cYY2PqNMLf2/F1fvRGcZamBRkpM9pdVruEVm7R3zx0U6K568KwL4Li9h+Un9srzobKWlXF4ADl5ez+dhwvbG+NVfh5tAEgOh/17M+epDe2M+q/0jFIq0BOBm7ldWHPs8wbvQ2uUeke/4ekZTymNHbnPXGVijcks41ljzLP5PYsvZe+NX6SZ3+fkd5vcWtnLhHjM7gspPvEc98630KS1M7ALaeGMUfl4L1xn7tdZj8+UoAsPPURPbEzNcbO6TBHhys3QCIPDub3Wen6Y3N7j0C0q5l+R4xBng77hF59T1Cfms88z5/j5DfGmnkHpHmde4RmZ2H50kXPCGEEEIIIYQQQgiRqzSKvjaPIsc9ePAAGxsbrt26hrW1tc5yaRabcaw0i5VmsdIsNvuxM/+++852wRte1U7uEXpiZ/yl/dfnd6kL3peV7eQekUHspCO33tkueF9WtssgVr5HpF+n72IXvG+qOQDyPeJtuke8C91r5LfGM2/794gXyW+NNHKPyH7si9f99dvXKVKoCHFxcRnWOtJJAeoNSi9AvexNEeJNm3w04ybV74LhVXV/AAl5T99X8r6+f+Q9ff/IeyqEEOK/Jqu1DumC957y8/PL6xSEEEIIIYQQQgghAClA/SedOnWKVq1aYWNjg4WFBTVq1ODKlSs6cYqi0LRpUzQaDRs3btRaduXKFZo3b06+fPmwt7dn6NChJCfrbzYKcPbsWVq3bo2dnR3W1tbUq1ePiIgInbilS5dSqVIlzMzMsLe3p3///jp5TZ8+nTJlymBqakrRokWZMGFCpvvO6BggrVDXpk0bvdMA69evx8zMjBkzZqgxGo0GjUaDsbExDg4ONG7cmCVLlpCaqr+prxBCCCGEEEII8V8lT8F7j9y+fZsvv/ySiIgIbty4wd69e6latSqrVq3CxCSt72lMTAz16tWjZ8+ejB07Fmtra06cOIGZme5j+WbPnq32S35eSkoKzZs3x9HRkX379nH9+nW6deuGsbExEydO1JtfixYtKF26NOHh4ZibmzN79mxatGhBTEwMjo6OAMycOZMZM2Ywbdo0atasyaNHj7h06ZLWdgYPHszOnTuZPn06FStW5O7du9y9e/c1zpx+P/74I/379ycwMJDu3Z89vcHHx4fg4GBSUlK4ceMGoaGhDB48mPXr17N582aMjOTSEkIIIYQQQggh0smv5PeIv78/Bw4cYMWKFcyePZtBgwYRGhqq1Srn22+/pVmzZkydOlWdV6pUKZ1tRUdHM2PGDA4dOkThwoW1lu3cuZOTJ0+ya9cuHBwcqFKlCuPHj2fYsGGMGTNGLXY97/bt25w7d46goCAqVaoEwOTJk/nf//7H8ePHcXR05N69e4wcOZItW7bQqFEjdd30eEhrvbVgwQKOHz9O2bJlAXBx0f84y9cxdepURo8ezZo1a2jbtq3WMlNTU7VoVrRoUapVq0atWrVo1KgRS5cu5fPPM34MuRBCCCGEEEII8V8kXfDeI0ePHqVbt254eHhgY2ODp6cnU6ZMUVs3paamsnXrVsqUKYO3tzf29vbUrFlTp2va48eP+eyzz5g/f75aZHne/v37qVixIg4ODuo8b29vHjx4wIkTJzLMrWDBgpQtW5bly5fz6NEjkpOTWbhwIfb29ri7uwMQFhZGamoqV69epVy5chQrVowOHTrwzz//qNvZsmULJUuWJCQkBBcXF5ydnfn8889zvAXUsGHDGD9+PCEhITrFJ30aNmxI5cqV+eWXX3I0FyGEEEIIIYQQ4l0nBaj3SN26dQkODiYkJCTD5Tdv3iQ+Pp7Jkyfj4+PDzp07adu2LR9//DFRUVFqnL+/P3Xq1KF169YZbic2Nlar+ASo07GxsRmuo9Fo2LVrF0ePHsXKygozMzNmzpxJaGgo+fPnB+DChQukpqYyceJEZs+ezfr167l79y6NGzcmMTFRjbl8+TLr1q1j+fLlLF26lMOHD/PJJ5+89Px06tQJS0tLrdeqVat04rZv387UqVPZtGmTVkusrHBzc9PpMiiEEEIIIYQQQvzXSRe898jMmTOZOHEi/v7+xMTEEB0dTd++fenbty+A2hWvdevW+Pv7A1ClShX27dtHYGAgHh4ebN68mfDwcI4ePZqjuSmKQv/+/bG3t2fPnj2Ym5vz448/0rJlSw4ePEjhwoVJTU0lKSmJuXPn0qRJEwB++uknHB0diYiIwNvbm9TUVBISEli+fDllypQBICgoCHd3d86cOaN2y8vIrFmz8PLy0po3bNgwUlJStOZVqlSJ27dvM3r0aD788EMsLS2zdZwZjZslhBBCCCGEEEL8l0kLqPeIhYUFEyZM4Ny5c7Rq1Yp+/foREBDAokWLALCzs8PIyIjy5ctrrVeuXDn1KXjh4eHExMRga2uLkZGROph2u3btaNCgAQCOjo7cuHFDaxvp0xl12UvfbkhICGvWrKFu3bpUq1aN//3vf5ibm7Ns2TIAdayp5/MrVKgQdnZ2an6FCxfGyMhILT6l5w9k+CS/5zk6OuLq6qr1srKy0okrWrQokZGRXL16FR8fHx4+fJjpdp936tSpXBuTSgghhBBCCCGEeFdJAeo9ZWtrS58+fWjatCl79uwBwMTEhBo1anDmzBmt2LNnz+Lk5ATA8OHD+fvvv4mOjlZfkNZ6KDg4GIDatWtz7Ngxbt68qW4jLCwMa2trneJWusePHwNgYKD9kTMwMFBbZtWtWxdAK7+7d+9y+/ZtNb+6deuSnJxMTEyMVv6AGpMTnJyciIqKIjY2NstFqPDwcI4dO0a7du1yLA8hhBBCCCGEEOJ9IAWo94i/vz9RUVHExcWRkpJCREQEUVFR6iDfAEOHDmXt2rUsXryY8+fPM2/ePLZs2cIXX3wBpLUSqlChgtYLoESJEmrLniZNmlC+fHm6du3KX3/9xY4dOxg5ciT9+/fH1NQ0w9xq165N/vz58fX15a+//uLs2bMMHTqUixcv0rx5cwDKlClD69atGTx4MPv27eP48eP4+vri5uaGp6cnAF5eXlSrVo0ePXpw9OhRDh8+TJ8+fWjcuLFWq6icULx4cSIjI7l586Y6yHq6hIQEYmNjuXr1KkeOHGHixIm0bt2aFi1a0K1btxzNQwghhBBCCCGEeNdJAeo9UqJECQICAihevDirV6+mW7du9OjRg4EDB6oxbdu2JTAwkKlTp1KxYkV+/PFHNmzYQL169bK8H0NDQ0JCQjA0NKR27dp06dKFbt26MW7cODXm0qVLaDQaIiMjgbTuf6GhocTHx9OwYUOqV6/O3r172bRpE5UrV1bXW758OTVr1qR58+Z4eHhgbGxMaGgoxsbGQFqLqS1btmBnZ0f9+vVp3rw55cqVY82aNa959jJWrFgxIiMjuX37tlYRKjQ0lMKFC+Ps7IyPjw8RERHMnTuXTZs2YWhomCu5CCGEEEIIIYQQ7yqNoihKXifxX/HgwQNsbGyIi4vD2to6V/fl5+fH0qVLc3UfmYmIiODjjz/mwoUL6lPuxNtr8tHbeZ3CKxte1S6vU3gryXv6fpL39f0j7+n7R95TIYQQ/zVZrXVICyiRK7Zt28Y333wjxSchhBBCCCGEEEJglNcJiNyRl62fAKZNm5an+xdCCCGEEEIIIcTbQ1pACSGEEEIIIYQQQohcJQUoIYQQQgghxDvNz88vr1MQQgjxElKAEkIIIYQQQry3Tp06RatWrbCxscHCwoIaNWpw5coVdfmiRYto0KAB1tbWaDQa7t+/r7ONI0eO0LhxY2xtbSlYsCC9e/cmPj4+0/0qisJ3331H4cKFMTc3x8vLi3PnzmnF3L17l86dO2NtbY2trS09e/bU2e7ff//NRx99hJmZGcWLF2fq1KmZ7jf9adTR0dE6yxo0aMCQIUP0TgPMmTMHU1NT9SnTDRo0QKPRoNFoMDU1pWjRorRs2ZJffvkl0zyEEOJFUoASQgghhBBCvHNu376Nr68vJUqU4KeffsLV1ZX27duTmJioxsTExFCvXj3c3NyIjIzk77//ZtSoUZiZmakxjx8/xsfHh2+++SbD/Vy7dg0vLy9cXV35888/CQ0N5cSJEy9tdTV16lTmzp1LYGAgf/75JxYWFnh7e/P06VM1pnPnzpw4cYKwsDBCQkL47bff6N27t7r8wYMHNGnSBCcnJw4fPsy0adMYM2YMixYtesWzlrnRo0fzzTffsGnTJjp27KjO79WrF9evXycmJoYNGzZQvnx5OnbsqJWrEEK8jAxCLoQQQgghhHjn+Pv7c+DAAVasWMHs2bMZNGgQoaGhpKamqjHffvstzZo102o1VKpUKa3tpLcAioyMzHA/ISEhGBsbM3/+fAwM0v5+HxgYSKVKlTh//jyurq466yiKwuzZsxk5ciStW7cGYPny5Tg4OLBx40Y6duzIqVOnCA0N5eDBg1SvXh2AH374gWbNmjF9+nSKFCnCqlWrSExMZMmSJZiYmPDBBx8QHR3NzJkzc7T4oygKgwYNYuXKlYSFhVGnTh2t5fny5cPR0RGAYsWKUatWLdzc3OjRowcdOnTAy8srx3IRQry/pAWUEEIIIYQQ4p1z9OhRunXrhoeHBzY2Nnh6ejJlyhS1dVNqaipbt26lTJkyeHt7Y29vT82aNdm4cWO29pOQkICJiYlafAIwNzcHYO/evRmuc/HiRWJjY7UKMzY2NtSsWZP9+/cDsH//fmxtbdXiE4CXlxcGBgb8+eefakz9+vUxMTFRY7y9vTlz5gz37t3L1nHok5ycTJcuXVi/fj1RUVE6xSd9fH19yZ8/v3TFE0JkmRSghBBCCCGEEO+cunXrEhwcTEhISIbLb968SXx8PJMnT8bHx4edO3fStm1bPv74Y6KiorK8n4YNGxIbG8u0adNITEzk3r17DB8+HIDr169nuE5sbCwADg4OWvMdHBzUZbGxsdjb22stNzIyokCBAloxGW3j+X3oU6dOHSwtLbVee/bs0YlbvHgx69evJyIigkqVKmW6zecZGBhQpkwZLl26lOV1hBD/bdIFT2Tb5KO38zqFVza8ql1epyCEEEIIIXLAzJkzmThxIv7+/sTExBAdHU3fvn3p27cvgNoVr3Xr1vj7+wNQpUoV9u3bR2BgIB4eHlnazwcffMCyZcsICAhgxIgRGBoaMmjQIBwcHLRaRb1t1q5dS7ly5bTmde7cWSeuXr16REdHM2rUKH766SeMjLL+E1FRFDQazWvnKoT4b3h775hCCCGEEEIIoYeFhQUTJkzg3LlztGrVin79+hEQEKAO0G1nZ4eRkRHly5fXWq9cuXJaT8HLis8++4zY2FiuXr3KnTt3GDNmDLdu3aJkyZIZxqePl3Tjxg2t+Tdu3FCXOTo6cvPmTa3lycnJ3L17Vysmo208vw99ihcvjqurq9Yrvevg8ypWrMju3buJiIjg008/JTk5OdPtpktJSeHcuXO4uLhkKV4IIaQAJYQQQgghhHin2dra0qdPH5o2bap2MzMxMaFGjRqcOXNGK/bs2bM4OTm90n4cHBywtLRk7dq1mJmZ0bhx4wzjXFxccHR0ZPfu3eq8Bw8e8Oeff1K7dm0Aateuzf379zl8+LAaEx4eTmpqKjVr1lRjfvvtN5KSktSYsLAwypYtS/78+V/pGDJSpUoVdu/ezW+//UaHDh209qfPsmXLuHfvHu3atcuxPIQQ7zcpQAkhhBBCCCHeOf7+/kRFRREXF0dKSgoRERFERUXh7u6uxgwdOpS1a9eyePFizp8/z7x589iyZQtffPGFGhMbG0t0dDTnz58H4NixY0RHR3P37l01Zt68eRw5coSzZ88yf/58BgwYwKRJk7C1tc0wN41Gw5AhQ/j+++/ZvHkzx44do1u3bhQpUoQ2bdoAaS2xfHx86NWrFwcOHOD3339nwIABdOzYkSJFigBpLa9MTEzo2bMnJ06cYO3atcyZM4eAgIAcPptQuXJlwsPD2bt3r04R6vHjx8TGxvLvv//yxx9/MGzYMPr27Uu/fv3w9PTM8VyEEO8nGQMqLzx6BIaGuvMNDeH/n9qhxuljYADPN6HNTuzjx6AoGcdqNJAvX6axxk/S9qWgIdn8WazR0ydolFT0STK3eKVYw4SnGKSm5EgsSsG0YwRISIDMmhjny5f1WHPztPMMkJgImf3VKDuxZmbPPivZiU1KSovXx9QU0vv3JyWp72lGko1NUf4/VpOcjFFSgt7YFCMTUo2Nsx+bkoJR4tNMYo1JNTbJOPbRC03JjY0h/Ukxqanw5Ine7WYr1sgo7bxB2jXx+HHOxGbnus9GrNHTJySbPTs3mb3HisZAK9boyWM0ZHyP0LnusxObjeueJ0/S3hN9LJ6LffoUUjK57rMTm53rPg/uES++j8kmZij/f90bJCVimKx/u9qxSRgm679HPH/dZyc20+v+kXna9fb/1z3JyWnnTZ/nY1NS0t47fZ6/lrMT+5bcI4yf6o9NNTAkxfTZdZ/ZtZyd2Bev+1e6R7x4/4UsfY/QG5ud6/4tvkekn8sks2exhokJGKTov0ckmT677l92LWcnNrv3iGc7yd73iCzHZue6z0JsiRIlCAgI4Ny5czx69IjIiAh6dO3KwB491P8j2zZpQuC8eUyaOpVBgwZRtmxZNqxaRb2qVdWYwLlzGTtpkrrp+vXrAxAcFITfp58CcGDfPkaPHk18fDxuZcqwcO5cunbr9iyf1FScXVzw69yZMd9+C8DX/fvz6N49evfqxf24OOrVq0doaChmpqbqvlctWsSAL7+kUaNGGBgY0K51a+bOmqVu1sbamp2bNtHf3x93d3fsChbku+HD6d2587PfFC9+N0i//zx5ov1d4cXfH48epX3ek5LUuIolSxIeEkKjli1p3749P//8M5A2UPnixYsxMTGhYIECuFetytply2jbqlXafnLwt4be2PfkHvFKse/4b428ukf8V75H5MVvjWzVI56niDcmLi5OAZS4tI+J7qtZM+0V8uXLOA4UxcNDO9bOTn9s9erasU5O+mPLl9eOLV9eb+z9wsWVSUduqa9r5avojX1kW1Ar9rJ7Hb2xCWb5tGLP1fPSny9oxZ7yaplprBIf/+zYfH0zj71581nsF19kHnvx4rPYr77KPPb48Wexo0dnHnvgwLPYqVMzj42IeBY7b17msSEhz2KDgzON/WXKj+r5/WXKj5nGhoyZq8b+PGdVprE7hk1WY1ct2php7O7Bo9XY4BU7Mz+20aOfHdvx45nHfvXVs9iLFzOP/eKLZ7E3b2Ye6+v7LDY+PvPYTz7RvuYyi83GPeKyex2ta+ORbUG9sdfKV9GKvV+4uN7YmyXLasXeLFlWb+yr3iMURUm7x+k7D/nyaZ+HZs0yP2/P++STzGPfsXtE8Iqd6nnbPTjz2FWLNqqxO4ZNzjT25zmr1NiQMXMzjc3OPUIJDn52bCEhmcfOm/csNiIi89ipU5/FHjiQeexbdo+Y/vulTGNPebXUuo4yiz1Xz0srNsHszd8jsvM9QnFy0o6tXl1/rJ2dduw7cI+YvfuUes4Ote+eaez/Qg6rsX907Z9p7OJ1e9TYPb2HZhqb3XuEKge/Ryg///ws9uefM499jXuEb2axb+Ae8ejkScUMlAh9se/Y94i34bfG+36PeBu+R7wNvzXe1D0i09h3+HvE23KPiCtQQAGUuLg4JTPSBU8IIYQQQgghXkPE/v00BBrkdSJCCPEW06QVwcSb8ODBA2xsbIi7dg1ra2vdgHekC96Mv24DvJNd8L6sXUKaxYJOs9gZB6/pDX3bu+B9WdlOO1iaxQIw/e+772wXvOFV7aTpvJ7Y9PtvunepC96Xle2k6XwGsZOP3Hpnu+Dp3H9Butfw7Dp9F7vgDavu8P87ke41wFtxj8ir7xF5+VtDb+x7co94pdh3/LeG3COyEPuO3yMeXL+OTZEixMXFZVzrSE9d/xZFrrGw0L6RZRaXnW1m1fM38leITTLP+MJ5/svpy2QnNsXUjExu89mLTb/JQ9pFm37hvkx2Yk1Mnt1o8irW2PjZDTcLsVpj72RCMTIiyShrt41sxRoaZj2HF2Mz++wbGGT92shOrEaTO7GQY7HJZtrXaVbPL6BVNMrR2Gxc92TwmGi9nv+PMidj38J7hL77L0CqsYlaqH2ZVGNjtQCck7GZXvcvfl6NjJ594XwZQ8OsXxvZiX1L7hHZuT7fhlj1us/KMWbnO0d2rvu3+B6R0XWaYmJKClm7R2TvWs6d2Ox+j8hybHaue7lHZD8W3o7Y1/ytodd7co947dh38LeG3COyGfse3yOkC54QQgghhBBCCCGEyFVSgBJCCCGEEEIIIYQQuUoKUEIIIYQQQggh3jp+fn55nYIQIgdJAUoIIYQQQgghxDvDz88PjUaj9fLx8dGKOXLkCI0bN8bW1paCBQvSu3dv4uPjtWJe3IZGo2HNmjWZ7vvu3bt07twZa2trbG1t6dmzp852//77bz766CPMzMwoXrw4U6dO1dnOunXrcHNzw8zMjIoVK7Jt27ZM97t06VJsbW0zXKbRaNi4caPe6aSkJDp16kTRokU5fvy4zrFbWFhQunRp/Pz8OHz4cKZ5CPE6pAAlhBBCCCGEEOKtcPv2bXx9fSlRogQ//fQTrq6utG/fnsQXnqTm4+PD9evX1ddPP/2kLrt27RpeXl64urry559/EhoayokTJzJsURUcHKy1nTZt2mSaX+fOnTlx4gRhYWGEhITw22+/0bt3b3X5gwcPaNKkCU5OThw+fJhp06YxZswYFi1apMbs27ePTp060bNnT44ePUqbNm1o06aNWhzKSY8fP6ZVq1YcPHiQvXv3UqFCBZ1jP3HiBPPnzyc+Pp6aNWuyfPnyHM9DCJCn4AkhhBBCCCGEeEv4+/tz4MABVqxYwezZsxk0aBChoaGkpqZqxZmamuLo6JjhNkJCQjA2Nmb+/PkYGKS1uQgMDKRSpUqcP38eV1dXNdbW1lbvdl506tQpQkNDOXjwINWrVwfghx9+oFmzZkyfPp0iRYqwatUqEhMTWbJkCSYmJnzwwQdER0czc+ZMtVA1Z84cfHx8GDp0KADjx48nLCyMefPmERgYmL0Tlon79+/TvHlz4uPj2bt3r85xPn/szs7ONGnSBF9fXwYMGEDLli3Jnz9/juUiBEgBSgghhBBCCCH0mnz0dl6n8MqGV7XL6xSy7ejRo3Tr1g0PDw+Cg4Px9PTE09NTJy4yMhJ7e3vy589Pw4YN+f777ylYsCAACQkJmJiYqMUnAHNzcwD27t2rVYDq378/n3/+OSVLlqRv3750794djUaTYW779+/H1tZWLT4BeHl5YWBgwJ9//knbtm3Zv38/9evXx8TERI3x9vZmypQp3Lt3j/z587N//34CAgK0tu3t7a3Vbe51xcbG4uHhgaWlJVFRUXq7773I39+f5cuXExYWRocOHXIsHyFAuuAJIYQQQgghhHhL1K1bl+DgYEJCQvTG+Pj4sHz5cnbv3s2UKVOIioqiadOmpKSkANCwYUNiY2OZNm0aiYmJ3Lt3j+HDhwNw/fp1dTvjxo3j559/JiwsjHbt2vHFF1/www8/6N1vbGws9vb2WvOMjIwoUKAAsbGxaoyDg4NWTPr0y2LSl+sTFxeHpaWlzisjgwcPJjExkbCwsCwXnwDc3NwAuHTpUpbXESKrpAWUEEIIIYQQQoi3wsyZM5k4cSL+/v7ExMQQHR1N37596du3rxrTsWNH9d8VK1akUqVKlCpVisjISBo1asQHH3zAsmXLCAgIYMSIERgaGjJo0CAcHBy0WkWNGjVK/XfVqlV59OgR06ZNY9CgQW/mYLPJysqKI0eO6MwvXbq0zrwWLVqwceNGFi5ciL+/f5b3oSgKgN5WYEK8DmkBJYQQQgghhBDirWBhYcGECRM4d+4crVq1ol+/fgQEBGgN4v2ikiVLYmdnx/nz59V5n332GbGxsVy9epU7d+4wZswYbt26RcmSJfVup2bNmvz7778kJCRkuNzR0ZGbN29qzUtOTubu3bvqWEqOjo7cuHFDKyZ9+mUxLxuLysDAAFdXV51XRrp27cqSJUv46quvmDlzZqbbfd6pU6cAcHFxyfI6QmSVFKCEEEIIIYQQQrx1bG1t6dOnD02bNmXPnj164/7991/u3LlD4cKFdZY5ODhgaWnJ2rVrMTMzo3Hjxnq3Ex0dTf78+TE1Nc1wee3atbl//z6HDx9W54WHh5OamkrNmjXVmN9++42kpCQ1JiwsjLJly6qDeteuXZvdu3drbTssLIzatWvrze1V+Pr6snTpUr7++mumT5+epXVmz56NtbU1Xl5eOZqLECBd8IQQQgghhBBCvCX8/f1p06YNVapUISUlhYiICKKiohg5ciQA8fHxjB07lnbt2uHo6EhMTAxff/01rq6ueHt7q9uZN28ederUwdLSkrCwMIYOHcrkyZPV8ZC2bNnCjRs3qFWrFmZmZoSFhTFx4kS++uorvbmVK1cOHx8fevXqRWBgIElJSQwYMICOHTtSpEgRIK3l1dixY+nZsyfDhg3j+PHjzJkzh1mzZqnbGTx4MB4eHsyYMYPmzZuzZs0aDh06lGkrr1fVtWtXDAwM8PX1RVEU9cl7kPaUvNjYWBISEjh79iwLFy5k48aNLF++PFvjRgmRVVKAEkIIIYQQQgjxVihRogQBAQGcO3eOR48eERkZSY8ePRg4cCAAhoaG/P333yxbtoz79+9TpEgRmjRpwvjx47VaLh04cIDRo0cTHx+Pm5sbCxcupGvXrupyY2Nj5s+fj7+/P4qi4OrqysyZM+nVq5cac+nSJVxcXIiIiKBBgwYArFq1igEDBtCoUSMMDAxo164dc+fOVdexsbFh586d9O/fH3d3d+zs7Pjuu+/o3bu3GlOnTh1Wr17NyJEj+eabbyhdujQbN26kQoUKuXJOO3fujIGBAV27diU1NZVhw4YB0L17dwDMzMwoWrQo9erV48CBA1SrVi1X8hBCo6SPMiZy3YMHD7CxsSEuLg5ra+u8TueVyaNo3z/ynr5/5D19P8n7+v6R9/T9I+/p+0fe07zj5+fH0qVL82z/ERERfPzxx1y4cEHtPieE0JXVWoeMASWEEEIIIYQQQrxg27ZtfPPNN1J8EiKH5HkB6urVq3Tp0oWCBQtibm5OxYoVOXTokLpcURS+++47ChcujLm5OV5eXpw7d05rG3fv3qVz585YW1tja2tLz549iY+P14r5+++/+eijjzAzM6N48eJMnTpVJ5d169bh5uaGmZkZFStWZNu2bVrLs5KLEEIIIYQQQojXl5etnwCmTZumNWaSEOL15GkB6t69e9StWxdjY2O2b9/OyZMnmTFjhlaFeerUqcydO5fAwED+/PNPLCws8Pb25unTp2pM586dOXHiBGFhYYSEhPDbb79p9bF98OABTZo0wcnJicOHDzNt2jTGjBmjNcjbvn376NSpEz179uTo0aO0adOGNm3acPz48WzlIoQQQgghhBBCCCG05ekg5FOmTKF48eIEBwer81xcXNR/K4rC7NmzGTlyJK1btwZg+fLlODg4sHHjRjp27MipU6cIDQ3l4MGDVK9eHYAffviBZs2aMX36dIoUKcKqVatITExkyZIlmJiY8MEHHxAdHc3MmTPVQtWcOXPw8fFRK9zjx48nLCyMefPmERgYmKVchBBCCCGEEEIIIYSuPG0BtXnzZqpXr0779u2xt7enatWqLF68WF1+8eJFYmNj8fLyUufZ2NhQs2ZN9u/fD8D+/fuxtbVVi08AXl5eGBgY8Oeff6ox9evXx8TERI3x9vbmzJkz3Lt3T415fj/pMen7yUouQgghhBBCCCGEEEJXnhagLly4wIIFCyhdujQ7duygX79+DBo0iGXLlgEQGxsLgIODg9Z6Dg4O6rLY2Fjs7e21lhsZGVGgQAGtmIy28fw+9MU8v/xlubwoISGBBw8eaL2EEEIIIYQQQggh/mvytAteamoq1atXZ+LEiQBUrVqV48ePExgYiK+vb16mliMmTZrE2LFj8zoNIYQQQgghhBBCiDyVpy2gChcuTPny5bXmlStXjitXrgDg6OgIwI0bN7Ribty4oS5zdHTk5s2bWsuTk5O5e/euVkxG23h+H/pinl/+slxeNGLECOLi4tTXP//8k2GcEEIIIYQQQgghxPssTwtQdevW5cyZM1rzzp49i5OTE5A2ILmjoyO7d+9Wlz948IA///yT2rVrA1C7dm3u37/P4cOH1Zjw8HBSU1OpWbOmGvPbb7+RlJSkxoSFhVG2bFn1iXu1a9fW2k96TPp+spLLi0xNTbG2ttZ6CSGEEEIIIYQQQvzX5GkXPH9/f+rUqcPEiRPp0KEDBw4cYNGiRSxatAgAjUbDkCFD+P777yldujQuLi6MGjWKIkWK0KZNGyCtxZSPjw+9evUiMDCQpKQkBgwYQMeOHSlSpAgAn332GWPHjqVnz54MGzaM48ePM2fOHGbNmqXmMnjwYDw8PJgxYwbNmzdnzZo1HDp0KFu5CCGEEEIIIYR4u00+ejuvU3hlw6va5XUKQryyPC1A1ahRg19//ZURI0Ywbtw4XFxcmD17Np07d1Zjvv76ax49ekTv3r25f/8+9erVIzQ0FDMzMzVm1apVDBgwgEaNGmFgYEC7du2YO3euutzGxoadO3fSv39/3N3dsbOz47vvvqN3795qTJ06dVi9ejUjR47km2++oXTp0mzcuJEKFSpkKxchhBBCCCGEEEIIoS1PC1AALVq0oEWLFnqXazQaxo0bx7hx4/TGFChQgNWrV2e6n0qVKrFnz55MY9q3b0/79u1fKxchhBBCCCGEEEIIoS1Px4ASQgghhBBCCCGEEO8/KUAJIYQQQgghhBBCiFwlBSghhBBCCCGEEEIIkaukACWEEEIIIYQQQgghcpUUoIQQQgghhBBCCCFErpIClBBCCCGEEEIIIYTIVVKAEkIIIYQQQgghhBC5SgpQQgghhBBCCCGEECJXSQFKCCGEEEIIIYQQQuQqKUAJIYQQQgghhBBCiFwlBSghhBBCCCGEEEIIkaukACWEEEIIIYQQQgghcpUUoIQQQgghhBBCCCFErpIClBBCCCGEEEIIIYTIVVKAEkIIIYQQQgghhBC5SgpQQgghhBBCCCGEECJXSQFKCCGEEEIIIYQQQuQqKUAJIf6PvfsOj6Js3z5+bkIPJDRJpIMoTWoiEIrSA0aKoCii0oQfSk2kqhQLRZQqIEgHUYrtkV4FRAIoXaoUAYFAkBJAICS53j94M09WQNGHZSF8P8exh+zMPbOXuXdmds+duQcAAAAAAI8igAIAAAAAAIBHEUABAAAAAADAowigAAAAAAAA4FEEUAAAAAAAAPAoAigAAAAAAAB4FAEUAAAAAAAAPIoACgAAAAAAAB5FAAUAAAAAAACPIoACAAAAAACARxFAAQAAAAAAwKMIoAAAAAAAAOBRBFAAAAAAAADwKAIoAAAAAAAAeBQBFAAAAAAAADyKAAoAAAAAAAAeRQAFAAAAAAAAjyKAAgAAAAAAgEcRQAEAAAAAAMCjCKAAAAAAAADgUQRQAAAAAAAA8CgCKAAAAAAAAHgUARQAAAAAAAA8igAKAAAAAAAAHkUABQAAAAAAAI8igAIAAAAAAIBHEUABAAAAAADAowigAAAAAAAA4FEEUAAAAAAAAPAoAigAAAAAAAB4FAEUAAAAAAAAPIoACgAAAAAAAB5FAAUAAAAAAACPIoACAAAAAACARxFAAQAAAAAAwKMIoAAAAAAAAOBRBFAAAAAAAADwKAIoAAAAAAAAeBQBFAAAAAAAADyKAAoAAAAAAAAeRQAFAAAAAAAAjyKAAgAAAAAAgEcRQAEAAAAAAMCjvBpA9evXTy6Xy+1RpEgRZ/7ly5fVvn17ZcuWTRkzZlTjxo114sQJt3UcPnxY4eHhypAhg3LkyKFu3bopPj7erc3KlStVtmxZpU2bVoUKFdKUKVOuq2X06NHKnz+/0qVLp/Lly2vDhg1u82+lFgAAAAAAAFzP62dAFS9eXMePH3cea9asceZFRERo7ty5mjNnjlatWqVjx46pUaNGzvyEhASFh4crLi5Oa9eu1dSpUzVlyhT16dPHaXPw4EGFh4erWrVq2rJli7p06aJXXnlFixcvdtrMmjVLkZGR6tu3rzZt2qRSpUopLCxMJ0+evOVaAAAAAAAAcGNeD6BSpUqloKAg55E9e3ZJ0rlz5zRx4kQNHTpU1atXV3BwsCZPnqy1a9dq3bp1kqQlS5Zo586d+vTTT1W6dGnVrVtX7777rkaPHq24uDhJ0tixY1WgQAENGTJERYsWVYcOHfTMM89o2LBhTg1Dhw5VmzZt1LJlSxUrVkxjx45VhgwZNGnSpFuuBQAAAAAAADfm9QDql19+Uc6cOVWwYEE1a9ZMhw8fliRt3LhRV69eVc2aNZ22RYoUUd68eRUVFSVJioqKUokSJRQYGOi0CQsLU2xsrHbs2OG0Sb6OpDZJ64iLi9PGjRvd2vj4+KhmzZpOm1up5UauXLmi2NhYtwcAAAAAAMD9xqsBVPny5TVlyhQtWrRIH3/8sQ4ePKgqVaro/Pnzio6OVpo0aZQ5c2a3ZQIDAxUdHS1Jio6OdgufkuYnzfurNrGxsbp06ZJOnTqlhISEG7ZJvo6/q+VGBg4cqICAAOeRJ0+eW/vDAAAAAAAApCCpvPnidevWdf5dsmRJlS9fXvny5dPs2bOVPn16L1Z2e/Tq1UuRkZHO89jYWEIoAAAAAABw3/H6JXjJZc6cWY888oj27dunoKAgxcXF6ezZs25tTpw4oaCgIElSUFDQdXeiS3r+d238/f2VPn16Zc+eXb6+vjdsk3wdf1fLjaRNm1b+/v5uDwAAAAAAgPvNXRVAXbhwQfv379eDDz6o4OBgpU6dWsuXL3fm79mzR4cPH1ZoaKgkKTQ0VNu3b3e7W93SpUvl7++vYsWKOW2SryOpTdI60qRJo+DgYLc2iYmJWr58udPmVmoBAAAAAADAjXn1EryuXbuqXr16ypcvn44dO6a+ffvK19dXTZs2VUBAgFq3bq3IyEhlzZpV/v7+6tixo0JDQ1WhQgVJUu3atVWsWDG99NJLGjx4sKKjo/XWW2+pffv2Sps2rSSpXbt2GjVqlLp3765WrVppxYoVmj17tubPn+/UERkZqebNmyskJETlypXT8OHDdfHiRbVs2VKSbqkWAAAAAAAA3JhXA6jffvtNTZs21e+//64HHnhAlStX1rp16/TAAw9IkoYNGyYfHx81btxYV65cUVhYmMaMGeMs7+vrq3nz5unVV19VaGio/Pz81Lx5c73zzjtOmwIFCmj+/PmKiIjQiBEjlDt3bk2YMEFhYWFOm+eee04xMTHq06ePoqOjVbp0aS1atMhtYPK/qwUAAAAAAAA35tUAaubMmX85P126dBo9erRGjx590zb58uXTggUL/nI9VatW1ebNm/+yTYcOHdShQ4f/qRYAAAAAAABc764aAwoAAAAAAAApDwEUAAAAAAAAPIoACgAAAAAAAB5FAAUAAAAAAACPIoACAAAAAACARxFAAQAAAAAAwKMIoAAAAAAAAOBRBFAAAAAAAADwKAIoAAAAAAAAeBQBFAAAAAAAADyKAAoAAAAAAAAeRQAFAAAAAAAAjyKAAgAAAAAAgEcRQAEAAAAAAMCjCKAAAAAAAADgUQRQAAAAAAAA8CgCKAAAAAAAAHgUARQAAAAAAAA8igAKAAAAAAAAHkUABQAAAAAAAI8igAIAAAAAAIBHEUABAAAAAADAowigAAAAAAAA4FEEUAAAAAAAAPAoAigAAAAAAAB4FAEUAAAAAAAAPIoACgAAAAAAAB5FAAUAAAAAAACPIoACAAAAAACARxFAAQAAAAAAwKP+pwDqypUrt6sOAAAAAAAApFD/KIBauHChmjdvroIFCyp16tTKkCGD/P399cQTT6h///46duyYp+oEAAAAAADAPeqWAqivv/5ajzzyiFq1aqVUqVKpR48e+uqrr7R48WJNmDBBTzzxhJYtW6aCBQuqXbt2iomJ8XTdAAAAAAAAuEekupVGgwcP1rBhw1S3bl35+FyfWTVp0kSSdPToUX300Uf69NNPFRERcXsrBQAAAAAAwD3plgKoqKioW1pZrly5NGjQoP+pIAAAAAAAAKQs3AUPAAAAAAAAHvWPAqiLFy+qT58+evTRR5UxY0ZlypRJJUuW1DvvvKM//vjDUzUCAAAAAADgHnZLl+BJUlxcnJ544gn9/PPPqlu3rurVqycz065du9S/f38tXLhQq1evVurUqT1ZLwAAAAAAAO4xtxxAffzxx/rtt9+0detWFS5c2G3e7t27VbVqVY0dO1YdO3a87UUCAAAAAADg3nXLl+B99dVX6t2793XhkyQVKVJEb775pr744ovbWhwAAAAAAADufbccQO3cuVNVq1a96fxq1app586dt6MmAAAAAAAApCC3HECdPXtW2bJlu+n8bNmy6dy5c7elKAAAAAAAAKQctxxAJSYmytfX9+Yr8vFRQkLCbSkKAAAAAAAAKcctD0JuZqpRo4ZSpbrxIvHx8betKAAAAAAAAKQctxxA9e3b92/bNG7c+H8qBgAAAAAAACnPbQ2gjh8//j8VAwAAAAAAgJTnlseAioyM/Mv5x48f/8u75AEAAAAAAOD+dMsB1OTJk9W/f/8bzksKnx544IHbVhgAAAAAAABShlu+BO/bb79VnTp1lDVrVr366qvO9OjoaFWrVk1Zs2bVokWLPFIkAAAAAAAA7l23HEBVqVJFs2fPVuPGjZUlSxY9//zzTvgUEBCgJUuWKGPGjJ6sFQAAAAAAAPegWw6gJCk8PFyTJk1Sy5YtdfnyZQ0ePFgZM2bUkiVLlClTJk/VCAAAAAAAgHvYPwqgJOmFF17Q2bNn1bp1a5UtW1bLli1TQECAJ2oDAAAAAABACnDLAVSZMmXkcrmc56lTp9bZs2dVrVo1t3abNm26fdUBAAAAAADgnnfLAVTDhg3dnjdo0OB21wIAAAAAAIAU6JYDqL59+3qyDgAAAAAAAKRQPt4uAAAAAAAAACnbvx4D6mYYAwoAAAAAAADJ/asxoMxMAwcOVLt27ZQ1a1ZP1AUAAAAAAIAU4l+PATVkyBB17txZBQsWvO1FAQAAAAAAIOVgDCgAAAAAAAB41F0TQA0aNEgul0tdunRxpl2+fFnt27dXtmzZlDFjRjVu3FgnTpxwW+7w4cMKDw9XhgwZlCNHDnXr1k3x8fFubVauXKmyZcsqbdq0KlSokKZMmXLd648ePVr58+dXunTpVL58eW3YsMFt/q3UAgAAAAAAgOvdFQHUjz/+qHHjxqlkyZJu0yMiIjR37lzNmTNHq1at0rFjx9SoUSNnfkJCgsLDwxUXF6e1a9dq6tSpmjJlivr06eO0OXjwoMLDw1WtWjVt2bJFXbp00SuvvKLFixc7bWbNmqXIyEj17dtXmzZtUqlSpRQWFqaTJ0/eci0AAAAAAAC4sVseA2rkyJFuz+Pj4zVlyhRlz57dbXqnTp3+UQEXLlxQs2bNNH78eL333nvO9HPnzmnixIn67LPPVL16dUnS5MmTVbRoUa1bt04VKlTQkiVLtHPnTi1btkyBgYEqXbq03n33XfXo0UP9+vVTmjRpNHbsWBUoUEBDhgyRJBUtWlRr1qzRsGHDFBYWJkkaOnSo2rRpo5YtW0qSxo4dq/nz52vSpEnq2bPnLdUCAAAAAACAG7vlAGrYsGFuz4OCgjR9+nS3aS6X6x8HUO3bt1d4eLhq1qzpFkBt3LhRV69eVc2aNZ1pRYoUUd68eRUVFaUKFSooKipKJUqUUGBgoNMmLCxMr776qnbs2KEyZcooKirKbR1JbZIu9YuLi9PGjRvVq1cvZ76Pj49q1qypqKioW67lRq5cuaIrV644z2NjY//R3wYAAAAAACAluOUA6uDBg7f9xWfOnKlNmzbpxx9/vG5edHS00qRJo8yZM7tNDwwMVHR0tNMmefiUND9p3l+1iY2N1aVLl3TmzBklJCTcsM3u3btvuZYbGThwoN5+++2bzgcAAAAAALgfeG0MqCNHjqhz586aMWOG0qVL560yPKpXr146d+6c8zhy5Ii3SwIAAAAAALjjbimAmjlz5i2v8MiRI/rhhx/+tt3GjRt18uRJlS1bVqlSpVKqVKm0atUqjRw5UqlSpVJgYKDi4uJ09uxZt+VOnDihoKAgSdcuA/zzneiSnv9dG39/f6VPn17Zs2eXr6/vDdskX8ff1XIjadOmlb+/v9sDAAAAAADgfnNLAdTHH3+sokWLavDgwdq1a9d188+dO6cFCxbohRdeUNmyZfX777//7Tpr1Kih7du3a8uWLc4jJCREzZo1c/6dOnVqLV++3Flmz549Onz4sEJDQyVJoaGh2r59u9vd6pYuXSp/f38VK1bMaZN8HUltktaRJk0aBQcHu7VJTEzU8uXLnTbBwcF/WwsAAAAAAABu7JbGgFq1apW+/fZbffTRR+rVq5f8/PwUGBiodOnS6cyZM4qOjlb27NnVokUL/fzzz9eNp3QjmTJl0qOPPuo2zc/PT9myZXOmt27dWpGRkcqaNav8/f3VsWNHhYaGOoN+165dW8WKFdNLL72kwYMHKzo6Wm+99Zbat2+vtGnTSpLatWunUaNGqXv37mrVqpVWrFih2bNna/78+c7rRkZGqnnz5goJCVG5cuU0fPhwXbx40bkrXkBAwN/WAgAAAAAAgBu75UHI69evr/r16+vUqVNas2aNDh06pEuXLil79uwqU6aMypQpIx+f2zuk1LBhw+Tj46PGjRvrypUrCgsL05gxY5z5vr6+mjdvnl599VWFhobKz89PzZs31zvvvOO0KVCggObPn6+IiAiNGDFCuXPn1oQJExQWFua0ee655xQTE6M+ffooOjpapUuX1qJFi9yCtL+rBQAAAAAAADd2ywFUkuzZs6thw4YeKEVauXKl2/N06dJp9OjRGj169E2XyZcvnxYsWPCX661atao2b978l206dOigDh063HT+rdQCAAAAAACA63ntLngAAAAAAAC4PxBAAQAAAAAAwKMIoAAAAAAAAOBRBFAAAAAAAADwqH8dQMXFxWnPnj2Kj4+/nfUAAAAAAAAghfnHAdQff/yh1q1bK0OGDCpevLgOHz4sSerYsaMGDRp02wsEAAAAAADAve0fB1C9evXS1q1btXLlSqVLl86ZXrNmTc2aNeu2FgcAAAAAAIB7X6p/usA333yjWbNmqUKFCnK5XM704sWLa//+/be1OAAAAAAAANz7/vEZUDExMcqRI8d10y9evOgWSAEAAAAAAADSvwigQkJCNH/+fOd5Uug0YcIEhYaG3r7KAAAAAAAAkCL840vwBgwYoLp162rnzp2Kj4/XiBEjtHPnTq1du1arVq3yRI0AAAAAAAC4h/3jM6AqV66sLVu2KD4+XiVKlNCSJUuUI0cORUVFKTg42BM1AgAAAAAA4B72j8+AkqSHHnpI48ePv921AAAAAAAAIAX6x2dALViwQIsXL75u+uLFi7Vw4cLbUhQAAAAAAABSjn8cQPXs2VMJCQnXTTcz9ezZ87YUBQAAAAAAgJTjHwdQv/zyi4oVK3bd9CJFimjfvn23pSgAAAAAAACkHP84gAoICNCBAweum75v3z75+fndlqIAAAAAAACQcvzjAKpBgwbq0qWL9u/f70zbt2+fXn/9ddWvX/+2FgcAAAAAAIB73z8OoAYPHiw/Pz8VKVJEBQoUUIECBVS0aFFly5ZNH374oSdqBAAAAAAAwD0s1T9dICAgQGvXrtXSpUu1detWpU+fXiVLltTjjz/uifoAAAAAAABwj/vHAZQkuVwu1a5dW7Vr177d9QAAAAAAACCFuaUAauTIkWrbtq3SpUunkSNH/mXbTp063ZbCAAAAAAAAkDLcUgA1bNgwNWvWTOnSpdOwYcNu2s7lchFAAQAAAAAAwM0tBVAHDx684b8BAAAAAACAv/OP7oJ39epVPfTQQ9q1a5en6gEAAAAAAEAK848CqNSpU+vy5cueqgUAAAAAAAAp0D8KoCSpffv2ev/99xUfH++JegAAAAAAAJDC3NIYUMn9+OOPWr58uZYsWaISJUrIz8/Pbf5XX31124oDAAAAAADAve8fB1CZM2dW48aNPVELAAAAAAAAUqB/HEBNnjzZE3UAAAAAAAAghbrlMaASExP1/vvvq1KlSnrsscfUs2dPXbp0yZO1AQAAAAAAIAW45QCqf//+euONN5QxY0blypVLI0aMUPv27T1ZGwAAAAAAAFKAWw6gpk2bpjFjxmjx4sX65ptvNHfuXM2YMUOJiYmerA8AAAAAAAD3uFsOoA4fPqwnn3zSeV6zZk25XC4dO3bMI4UBAAAAAAAgZbjlACo+Pl7p0qVzm5Y6dWpdvXr1thcFAAAAAACAlOOW74JnZmrRooXSpk3rTLt8+bLatWsnPz8/Z9pXX311eysEAAAAAADAPe2WA6jmzZtfN+3FF1+8rcUAAAAAAAAg5bnlAGry5MmerAMAAAAAAAAp1C2PAQUAAAAAAAD8GwRQAAAAAAAA8CgCKAAAAAAAAHgUARQAAAAAAAA8igAKAAAAAAAAHkUABQAAAAAAPK5FixbeLgFeRAAFAAAAAAC8pl+/fipSpIj8/PyUJUsW1axZU+vXr3drc/r0aTVr1kz+/v7KnDmzWrdurQsXLri12bZtm6pUqaJ06dIpT548Gjx48N++9uHDhxUeHq4MGTIoR44c6tatm+Lj493arFy5UmXLllXatGlVqFAhTZky5br1jB49Wvnz51e6dOlUvnx5bdiw4W//n0uXLn3d9F9//VUul0tbtmy54XNJOn/+vKpVq6ZixYrpt99+c9okPTJlyqTixYurffv2+uWXX/72b3CnEEABAAAAAACPOHXqlJo3b668efPq888/V6FChfTss88qLi7OafPII49o1KhR2r59u9asWaP8+fOrdu3aiomJcdo0a9ZMO3bs0NKlSzVv3jytXr1abdu2debHxsaqdu3aypcvnzZu3KgPPvhA/fr10yeffHLT2hISEhQeHq64uDitXbtWU6dO1ZQpU9SnTx+nzcGDBxUeHq5q1appy5Yt6tKli1555RUtXrzYaTNr1ixFRkaqb9++2rRpk0qVKqWwsDCdPHnydv0ZHTExMapWrZouXryo77//Xrlz53bmLVu2TMePH9fWrVs1YMAA7dq1S6VKldLy5ctvex3/BgEUAAAAAADwiIiICK1bt07Tp0/Xk08+qfHjx6tgwYJKTEx02rzwwguqWbOmChYsqOLFi2vo0KGKjY3Vtm3bJEm7du3SokWLNGHCBJUvX16VK1fWRx99pJkzZ+rYsWOSpBkzZiguLk6TJk1S8eLF9fzzz6tTp04aOnToTWtbsmSJdu7cqU8//VSlS5dW3bp19e6772r06NFOQDZ27FgVKFBAQ4YMUdGiRdWhQwc988wzGjZsmLOeoUOHqk2bNmrZsqWKFSumsWPHKkOGDJo0adJt/VseOXJEVapUUUBAgFasWKFs2bK5zc+WLZuCgoJUsGBBNWjQQMuWLVP58uXVunVrJSQk3NZa/g0CKAAAAAAA4BGbN2/Wyy+/rCeeeEIBAQGqVq2a3n//faVLl+6G7ePi4vTJJ58oICBApUqVkiRFRUUpc+bMCgkJcdrVrFlTPj4+zqV6UVFRevzxx5UmTRqnTVhYmPbs2aMzZ87c8LWioqJUokQJBQYGui0TGxurHTt2OG1q1qzptlxYWJiioqKcejdu3OjWxsfHRzVr1nTa3A579uxRpUqVVKxYMS1YsEAZM2b822V8fHzUuXNnHTp0SBs3brxttfxbqbxdAAAAAAAASJkqVaqkyZMnO2HSzcybN0/PP/+8/vjjDz344INaunSpsmfPLkmKjo5Wjhw53NqnSpVKWbNmVXR0tNOmQIECbm2SgqXo6GhlyZLluteMjo52C5/+vMxftYmNjdWlS5d05swZJSQk3LDN7t27//L/efv27dcFSWZ2w7Yvv/yyKlWqpDlz5sjX1/cv15tckSJFJF0bS6pcuXK3vJwncAYUAAAAAADwiKFDh+q5555TRESEpk2bptKlS2vs2LHXtUsaY2nt2rWqU6eOmjRp4pExlO4mhQsX1pYtW9weCxYsuGHb+vXr6/vvv9dXX331j14jKdByuVz/c73/K86AAgAAAAAAHuHn56f+/furf//+atiwoerWrauIiAj5+Pi4DSLu5+enQoUKqVChQqpQoYIefvhhTZw4Ub169VJQUNB1YVR8fLxOnz6toKAgSVJQUJBOnDjh1ibpeVKbPwsKCrrubnV/XuZm6/X391f69Onl6+srX1/fG7a52esmSZMmjQoVKuQ2LVWqG8c0b775pkqWLKkXXnhBZqYmTZr85bqT7Nq1S5KuOzvMGzgDCgAAAAAAeFzmzJn1f//3f6pbt66+//77v2ybmJioK1euSJJCQ0N19uxZt3GMVqxYocTERJUvX95ps3r1al29etVps3TpUhUuXPiGl98lLbN9+3a3cGvp0qXy9/dXsWLFnDZ/vovc0qVLFRoaKulaiBQcHOzWJjExUcuXL3fa3C69e/dWv3791KxZM82aNetv2ycmJmrkyJEqUKCAypQpc1tr+TcIoAAAAAAAgEdERERo1apVOnfunBISEvTdd99p1apVCg4OliRdvHhRb7zxhtatW+cMlt2qVSsdPXpUzz77rCSpaNGiqlOnjtq0aaMNGzbohx9+UIcOHfT8888rZ86ckq7dSS9NmjRq3bq1duzYoVmzZmnEiBGKjIy8aW21a9dWsWLF9NJLL2nr1q1avHix3nrrLbVv315p06aVJLVr104HDhxQ9+7dtXv3bo0ZM0azZ89WRESEs57IyEiNHz9eU6dO1a5du/Tqq6/q4sWLatmy5W3/e7755pt699131axZM33++edu837//XdFR0frwIED+vbbb1WzZk1t2LBBEydO/EfjRnkKl+ABAAAAAACPyJs3ryIjI/XLL7/o4sWLWrlypVq1aqWOHTtKknx9fbV7925NnTpVp06dUrZs2fTYY4/p+++/V/HixZ31zJgxQx06dFCNGjXk4+Ojxo0ba+TIkc78gIAALVmyRO3bt1dwcLCyZ8+uPn36uF3mt3LlSlWrVk0HDx5U/vz55evrq3nz5unVV19VaGio/Pz81Lx5c73zzjvOMgUKFND8+fMVERGhESNGKHfu3JowYYLCwsKcNs8995xiYmLUp08fRUdHq3Tp0lq0aNF1A5PfLj179pSPj49eeuklmZkqVqwoSc6d+DJkyKB8+fKpWrVq+uSTT667zM9bXHazIdZx28XGxiogIEDnzp2Tv7+/t8v51wZtPuXtEv61nmWye7uEuxJ9mvLQpykT/Zry0KcpD32a8tCnKQ996j0tWrTQlClTvPb6kydP1oABA7Rz506lTp3aa3WkNLeadXAJHgAAAAAASPEWLFigAQMGED55CZfgAQAAAAAAj/Pm2U+SNGfOHK++/v2OM6AAAAAAAADgUQRQAAAAAAAA8CivBlAff/yxSpYsKX9/f/n7+ys0NFQLFy505l++fFnt27dXtmzZlDFjRjVu3FgnTpxwW8fhw4cVHh6uDBkyKEeOHOrWrZvi4+Pd2qxcuVJly5ZV2rRpVahQoRue9jd69Gjlz59f6dKlU/ny5bVhwwa3+bdSCwAAAAAAAK7n1QAqd+7cGjRokDZu3KiffvpJ1atXV4MGDbRjxw5JUkREhObOnas5c+Zo1apVOnbsmBo1auQsn5CQoPDwcMXFxWnt2rWaOnWqpkyZoj59+jhtDh48qPDwcFWrVk1btmxRly5d9Morr2jx4sVOm1mzZikyMlJ9+/bVpk2bVKpUKYWFhenkyZNOm7+rBQAAAAAAADfm1QCqXr16evLJJ/Xwww/rkUceUf/+/ZUxY0atW7dO586d08SJEzV06FBVr15dwcHBmjx5stauXat169ZJkpYsWaKdO3fq008/VenSpVW3bl29++67Gj16tOLi4iRJY8eOVYECBTRkyBAVLVpUHTp00DPPPKNhw4Y5dQwdOlRt2rRRy5YtVaxYMY0dO1YZMmTQpEmTJOmWagEAAAAAAMCN3TVjQCUkJGjmzJm6ePGiQkNDtXHjRl29elU1a9Z02hQpUkR58+ZVVFSUJCkqKkolSpRQYGCg0yYsLEyxsbHOWVRRUVFu60hqk7SOuLg4bdy40a2Nj4+Patas6bS5lVoAAAAAAABwY6m8XcD27dsVGhqqy5cvK2PGjPr6669VrFgxbdmyRWnSpFHmzJnd2gcGBio6OlqSFB0d7RY+Jc1PmvdXbWJjY3Xp0iWdOXNGCQkJN2yze/duZx1/V8uNXLlyRVeuXHGex8bG/s1fAwAAAAAAIOXxegBVuHBhbdmyRefOndMXX3yh5s2ba9WqVd4u67YYOHCg3n77bW+XAQAAAABAijZo8ylvl/Cv9CyT3dsl3DFevwQvTZo0KlSokIKDgzVw4ECVKlVKI0aMUFBQkOLi4nT27Fm39idOnFBQUJAkKSgo6Lo70SU9/7s2/v7+Sp8+vbJnzy5fX98btkm+jr+r5UZ69eqlc+fOOY8jR47c2h8FAAAAAAAgBfF6APVniYmJunLlioKDg5U6dWotX77cmbdnzx4dPnxYoaGhkqTQ0FBt377d7W51S5culb+/v4oVK+a0Sb6OpDZJ60iTJo2Cg4Pd2iQmJmr58uVOm1up5UbSpk0rf39/twcAAAAAAMD9xquX4PXq1Ut169ZV3rx5df78eX322WdauXKlFi9erICAALVu3VqRkZHKmjWr/P391bFjR4WGhqpChQqSpNq1a6tYsWJ66aWXNHjwYEVHR+utt95S+/btlTZtWklSu3btNGrUKHXv3l2tWrXSihUrNHv2bM2fP9+pIzIyUs2bN1dISIjKlSun4cOH6+LFi2rZsqUk3VItAAAAAAAAuDGvBlAnT57Uyy+/rOPHjysgIEAlS5bU4sWLVatWLUnSsGHD5OPjo8aNG+vKlSsKCwvTmDFjnOV9fX01b948vfrqqwoNDZWfn5+aN2+ud955x2lToEABzZ8/XxERERoxYoRy586tCRMmKCwszGnz3HPPKSYmRn369FF0dLRKly6tRYsWuQ1M/ne1AAAAAAAA4Ma8GkBNnDjxL+enS5dOo0eP1ujRo2/aJl++fFqwYMFfrqdq1aravHnzX7bp0KGDOnTo8D/VAgAAAAAAgOvddWNAAQAAAAAAIGUhgAIAAAAAAIBHEUABAAAAAADAowigAAAAAAAA4FEEUAAAAAAAAPAoAigAAAAAAAB4FAEUAAAAAAAAPIoACgAAAAAAAB5FAAUAAAAAAACPIoACAAAAAACARxFAAQAAAAAAwKMIoAAAAAAAAOBRBFAAAAAAAADwKAIoAAAAAAAAeBQBFAAAAAAAADyKAAoAAAAAAAAeRQAFAAAAAAAAjyKAAgAAAAAAgEcRQAEAAAAAAMCjCKAAAAAAAADgUQRQAAAAAAAA8CgCKAAAAAAAAHgUARQAAAAAAAA8igAKAAAAAAAAHkUABQAAAAAAAI8igAIAAAAAAIBHEUABAAAAAADAowigAAAAAAAA4FEEUAAAAAAAAPAoAigAAAAAAAB4FAEUAAAAAAAAPIoACgAAAAAAAB5FAAUAAAAAAACPIoACAAAAAACARxFAAQAAAAAAwKMIoAAAAAAAAOBRBFAAAAAAAADwKAIoAAAAAAAAeBQBFAAAAAAAADyKAAoAAAAAAAAeRQAFAAAAAAAAjyKAAgAAAAAAgEcRQAEAAAAAAMCjCKAAAAAAAADgUQRQAAAAAAAA8CgCKAAAAAAAAHgUARQAAAAAAAA8igAKAAAAAAAAHkUABQAAAAAAAI8igAIAAAAAAIBHEUABAAAAAADAowigAAAAAAAA4FEEUAAAAAAAAPAoAigAAAAAAAB4FAEUAAAAAAAAPIoACgAAAAAAAB5FAAUAAAAAAACPIoACAAAAAACARxFAAQAAAAAAwKMIoAAAAAAAAOBRXg2gBg4cqMcee0yZMmVSjhw51LBhQ+3Zs8etzeXLl9W+fXtly5ZNGTNmVOPGjXXixAm3NocPH1Z4eLgyZMigHDlyqFu3boqPj3drs3LlSpUtW1Zp06ZVoUKFNGXKlOvqGT16tPLnz6906dKpfPny2rBhwz+uBQAAAAAAAO68GkCtWrVK7du317p167R06VJdvXpVtWvX1sWLF502ERERmjt3rubMmaNVq1bp2LFjatSokTM/ISFB4eHhiouL09q1azV16lRNmTJFffr0cdocPHhQ4eHhqlatmrZs2aIuXbrolVde0eLFi502s2bNUmRkpPr27atNmzapVKlSCgsL08mTJ2+5FgAAAAAAAFwvlTdffNGiRW7Pp0yZohw5cmjjxo16/PHHde7cOU2cOFGfffaZqlevLkmaPHmyihYtqnXr1qlChQpasmSJdu7cqWXLlikwMFClS5fWu+++qx49eqhfv35KkyaNxo4dqwIFCmjIkCGSpKJFi2rNmjUaNmyYwsLCJElDhw5VmzZt1LJlS0nS2LFjNX/+fE2aNEk9e/a8pVoAAAAAAABwvbtqDKhz585JkrJmzSpJ2rhxo65evaqaNWs6bYoUKaK8efMqKipKkhQVFaUSJUooMDDQaRMWFqbY2Fjt2LHDaZN8HUltktYRFxenjRs3urXx8fFRzZo1nTa3UsufXblyRbGxsW4PAAAAAACA+81dE0AlJiaqS5cuqlSpkh599FFJUnR0tNKkSaPMmTO7tQ0MDFR0dLTTJnn4lDQ/ad5ftYmNjdWlS5d06tQpJSQk3LBN8nX8XS1/NnDgQAUEBDiPPHny3OJfAwAAAAAAIOW4awKo9u3b6+eff9bMmTO9Xcpt06tXL507d855HDlyxNslAQAAAAAA3HFeHQMqSYcOHTRv3jytXr1auXPndqYHBQUpLi5OZ8+edTvz6MSJEwoKCnLa/PludUl3pkve5s93qztx4oT8/f2VPn16+fr6ytfX94Ztkq/j72r5s7Rp0ypt2rT/4C8BAAAAAACQ8nj1DCgzU4cOHfT1119rxYoVKlCggNv84OBgpU6dWsuXL3em7dmzR4cPH1ZoaKgkKTQ0VNu3b3e7W93SpUvl7++vYsWKOW2SryOpTdI60qRJo+DgYLc2iYmJWr58udPmVmoBAAAAAADA9bx6BlT79u312Wef6T//+Y8yZcrkjKUUEBCg9OnTKyAgQK1bt1ZkZKSyZs0qf39/dezYUaGhoc5d52rXrq1ixYrppZde0uDBgxUdHa233npL7du3d84+ateunUaNGqXu3burVatWWrFihWbPnq358+c7tURGRqp58+YKCQlRuXLlNHz4cF28eNG5K96t1AIAAAAAAIDreTWA+vjjjyVJVatWdZs+efJktWjRQpI0bNgw+fj4qHHjxrpy5YrCwsI0ZswYp62vr6/mzZunV199VaGhofLz81Pz5s31zjvvOG0KFCig+fPnKyIiQiNGjFDu3Lk1YcIEhYWFOW2ee+45xcTEqE+fPoqOjlbp0qW1aNEit4HJ/64WAAAAAAAAXM+rAZSZ/W2bdOnSafTo0Ro9evRN2+TLl08LFiz4y/VUrVpVmzdv/ss2HTp0UIcOHf6nWgAAAAAAAODurrkLHgAAAAAAAFImAigAAAAAAAB4FAEUAAAAAAAAPIoACgAAAAAAAB5FAAUAAAAAAACPIoACAAAAAACARxFAAQAAAAAAwKMIoAAAAAAAAOBRBFAAAAAAAADwKAIoAAAAAAAAeBQBFAAAAAAAADyKAAoAAAAAAAAeRQAFAAAAAAAAjyKAAgAAAAAAgEcRQAEAAAAAAMCjCKAAAAAAAADgUQRQAAAAAAAA8CgCKAAAAAAAAHgUARQAAAAAAAA8igAKAAAAAAAAHkUABQAAAAAAAI8igAIAAAAAAIBHEUABAAAAAADAowigAAAAAAAA4FEEUAAAAAAAAPAoAigAAAAAAAB4FAEUAAAAAAAAPIoACgAAAAAAAB5FAAUAAAAAAACPIoACAAAAAACARxFAAQAAAAAAwKMIoAAAAAAAAOBRBFAAAAAAAADwKAIoAAAAAAAAeBQBFAAAAAAAADyKAAoAAAAAAAAeRQAFAAAAAAAAjyKAAgAAAAAAgEcRQAEAAAAAAMCjCKAAAAAAAADgUQRQAAAAAAAA8CgCKAAAAAAAAHgUARQAAAAAAAA8igAKAAAAAAAAHkUABQAAAAAAAI8igAIAAAAAAIBHEUABAAAAAADAowigAAAAAAAA4FEEUAAAAAAAAPAoAigAAAAAAAB4FAEUAAAAAAAAPIoACgAAAAAAAB5FAAUAAAAAAACPIoACAAAAAACARxFAAQAAAAAAwKMIoAAAAAAAAOBRBFAAAAAAAADwKAIoAAAAAAAAeBQBFAAAAAAAADyKAAoAAAAAAAAe5dUAavXq1apXr55y5swpl8ulb775xm2+malPnz568MEHlT59etWsWVO//PKLW5vTp0+rWbNm8vf3V+bMmdW6dWtduHDBrc22bdtUpUoVpUuXTnny5NHgwYOvq2XOnDkqUqSI0qVLpxIlSmjBggX/uBYAAAAAAABcz6sB1MWLF1WqVCmNHj36hvMHDx6skSNHauzYsVq/fr38/PwUFhamy5cvO22aNWumHTt2aOnSpZo3b55Wr16ttm3bOvNjY2NVu3Zt5cuXTxs3btQHH3ygfv366ZNPPnHarF27Vk2bNlXr1q21efNmNWzYUA0bNtTPP//8j2oBAAAAAADA9VJ588Xr1q2runXr3nCemWn48OF666231KBBA0nStGnTFBgYqG+++UbPP/+8du3apUWLFunHH39USEiIJOmjjz7Sk08+qQ8//FA5c+bUjBkzFBcXp0mTJilNmjQqXry4tmzZoqFDhzpB1YgRI1SnTh1169ZNkvTuu+9q6dKlGjVqlMaOHXtLtQAAAAAAAODG7toxoA4ePKjo6GjVrFnTmRYQEKDy5csrKipKkhQVFaXMmTM74ZMk1axZUz4+Plq/fr3T5vHHH1eaNGmcNmFhYdqzZ4/OnDnjtEn+Okltkl7nVmq5kStXrig2NtbtAQAAAAAAcL+5awOo6OhoSVJgYKDb9MDAQGdedHS0cuTI4TY/VapUypo1q1ubG60j+WvcrE3y+X9Xy40MHDhQAQEBziNPnjx/838NAAAAAACQ8ty1AVRK0KtXL507d855HDlyxNslAQAAAAAA3HF3bQAVFBQkSTpx4oTb9BMnTjjzgoKCdPLkSbf58fHxOn36tFubG60j+WvcrE3y+X9Xy42kTZtW/v7+bg8AAAAAAID7zV0bQBUoUEBBQUFavny5My02Nlbr169XaGioJCk0NFRnz57Vxo0bnTYrVqxQYmKiypcv77RZvXq1rl696rRZunSpChcurCxZsjhtkr9OUpuk17mVWgAAAAAAAHBjXg2gLly4oC1btmjLli2Srg32vWXLFh0+fFgul0tdunTRe++9p2+//Vbbt2/Xyy+/rJw5c6phw4aSpKJFi6pOnTpq06aNNmzYoB9++EEdOnTQ888/r5w5c0qSXnjhBaVJk0atW7fWjh07NGvWLI0YMUKRkZFOHZ07d9aiRYs0ZMgQ7d69W/369dNPP/2kDh06SNIt1QIAAAAAAIAbS+XNF//pp59UrVo153lSKNS8eXNNmTJF3bt318WLF9W2bVudPXtWlStX1qJFi5QuXTpnmRkzZqhDhw6qUaOGfHx81LhxY40cOdKZHxAQoCVLlqh9+/YKDg5W9uzZ1adPH7Vt29ZpU7FiRX322Wd666239MYbb+jhhx/WN998o0cffdRpcyu1AAAAAAAA4HpeDaCqVq0qM7vpfJfLpXfeeUfvvPPOTdtkzZpVn3322V++TsmSJfX999//ZZtnn31Wzz777P9UCwAAAAAAAK53144BBQAAAAAAgJSBAAoAAAAAAAAeRQAFAAAAAAAAjyKAAgAAAAAAgEcRQAEAAAAAAMCjCKAAAAAAAADgUQRQAAAAAAAA8CgCKAAAAAAAAHgUARQAAAAAAAA8igAKAAAAAAAAHkUABQAAAAAAAI8igAIAAAAAAIBHEUABAAAAAADAowigAAAAAAAA4FEEUAAAAAAAAPAoAigAAAAAAAB4FAEUAAAAAAAAPIoACgAAAAAAAB5FAAUAAAAAAACPIoACAAAAAACARxFAAQAAAAAAwKMIoAAAAAAAAOBRBFAAAAAAAADwKAIoAAAAAAAAeBQBFAAAAAAAADyKAAoAAAAAAAAeRQAFAAAAAAAAjyKAAgAAAAAAgEcRQAEAAAAAAMCjCKAAAAAAAADgUQRQAAAAAAAA8CgCKAAAAAAAAHgUARQAAAAAAAA8igAKAAAAAAAAHkUABQAAAAAAAI8igAIAAAAAAIBHEUABAAAAAADAowigAAAAAAAA4FEEUAAAAAAAAPAoAigAAAAAAAB4FAEUAAAAAAAAPIoACgAAAAAAAB5FAAUAAAAAAACPIoACAAAAAACARxFAAQAAAAAAwKMIoAAAAAAAAOBRBFAAAAAAAADwKAIoAAAAAAAAeBQBFAAAAAAAADyKAAoAAAAAAAAeRQAFAAAAAAAAjyKAAgAAAAAAgEcRQAEAAAAAAMCjCKAAAAAAAADgUQRQAAAAAAAA8CgCKAAAAAAAAHgUARQAAAAAAAA8igAKAAAAAAAAHkUABQAAAAAAAI8igPqHRo8erfz58ytdunQqX768NmzY4O2SAAAAAAAA7moEUP/ArFmzFBkZqb59+2rTpk0qVaqUwsLCdPLkSW+XBgAAAAAAcNcigPoHhg4dqjZt2qhly5YqVqyYxo4dqwwZMmjSpEneLg0AAAAAAOCuRQB1i+Li4rRx40bVrFnTmebj46OaNWsqKirKi5UBAAAAAADc3VJ5u4B7xalTp5SQkKDAwEC36YGBgdq9e/cNl7ly5YquXLniPD937pwkKTY21nOF3gGXL5z3dgn/WmxsGm+XcFeiT1Me+jRlol9THvo05aFPUx76NOWhT1Ome7VfU0KfJmUcZvaX7QigPGjgwIF6++23r5ueJ08eL1QDSbq+N3Cvo09THvo0ZaJfUx76NOWhT1Me+jTloU9TnpTUp+fPn1dAQMBN5xNA3aLs2bPL19dXJ06ccJt+4sQJBQUF3XCZXr16KTIy0nmemJio06dPK1u2bHK5XB6t914VGxurPHny6MiRI/L39/d2ObgN6NOUhz5NeejTlIc+TXno05SJfk156NOUhz79e2am8+fPK2fOnH/ZjgDqFqVJk0bBwcFavny5GjZsKOlaoLR8+XJ16NDhhsukTZtWadOmdZuWOXNmD1eaMvj7+7NxpzD0acpDn6Y89GnKQ5+mPPRpykS/pjz0acpDn/61vzrzKQkB1D8QGRmp5s2bKyQkROXKldPw4cN18eJFtWzZ0tulAQAAAAAA3LUIoP6B5557TjExMerTp4+io6NVunRpLVq06LqByQEAAAAAAPBfBFD/UIcOHW56yR3+d2nTplXfvn2vu3QR9y76NOWhT1Me+jTloU9THvo0ZaJfUx76NOWhT28fl/3dffIAAAAAAACA/4GPtwsAAAAAAABAykYABQAAAAAAAI8igAIAAAAAAIBHEUAB/9KcOXOUmJjo7TIAAMAtGjp0qPbu3evtMgAAuC8RQAH/wooVK/Tcc8+pf//+hFBACjR06FCtW7fO22UAuI2WL1+uCRMmqG/fvjpw4IC3ywFSJO5vBdybVq1apSVLlnj8dbgLHvAvTZ48WW3btlXv3r311ltvyceHPPdul5iYeMN+MjO5XC4vVIS70e7duxUcHKwGDRqoa9euKlu2rLdLAnCbTJo0SdOnT1dgYKAGDBigggULersk3IKbHb9xdzh79qz++OMP+fr6KjAwkM9V97h9+/ZpwoQJ+u2331SnTh29+OKL3i4JHmRmunz5skJCQpQ5c2a9++67ql69usdejz058C+1bNlS48aN09tvv6333nuPM6Hucsk/vC5cuFCfffaZpk+frsuXL/MhCW6KFCmiJUuW6Mcff9QHH3ygjRs3ersk3CL2w7iZpPdGq1at9OKLL+r48eN64403OBPqHpD8+P31119rxIgRmjBhgjZv3uzlyiBJO3bsUN26dRUWFqaHH35Y8+fPl8vl4kyoe9TWrVtVuXJlbdu2TadPn9bLL7+s6dOne7sseJDL5VL69Om1YMECxcfHa8CAAVq+fLnnXo8zoID/zaRJk9SmTRv17duXM6HuAV27dtXMmTPl5+enP/74Q6lSpdL06dNVsWJF+g6S/ntG3Jo1a9S8eXOVK1dOXbt2VXBwsLdLw19I/iX1008/1aFDhxQTE6OWLVuqQIEC8vf393KF8LaEhAT5+vpKkiZMmKDp06frwQcf5Eyoe0S3bt00ZcoUPfroo9q+fbsKFCigBg0a6K233vJ2afetLVu2qHLlymrXrp2qVKmipUuXasaMGTpw4ICyZMni7fLwD23btk0VKlRQRESE3nvvPcXHx6tly5bKly+f+vbtqzRp0ni7RHhIfHy8UqVKpcOHD+vpp59WlixZ1KtXL9WoUeO2vxbftoBbdLNf1lu1aqVPPvmEM6HuAdOnT9eUKVM0b948rVmzRps3b9ajjz6qJk2aaMeOHZIYuwByfrmtXLmypk6dqg0bNujDDz/kTKi7XFL41LVrV0VEROiHH37QkiVLFB4erlGjRik6OtrLFcIbkh+Tk8InSXrllVfUrFkzzoS6R3zzzTeaMWOG5s2bp++++04///yzatWqpf/85z8aOnSot8u7L+3cuVOhoaHq1auXPvzwQzVo0EAtW7ZU6dKldejQIa1bt4797j3k8OHDqlq1qp599ln1799fLpdLqVOn1h9//KHVq1frscceU7NmzfT11197u1TcJqdOnXL+nSpVKiUkJChv3rz6+uuvdebMGQ0cONAjZ0IRQAG3IPkv6998840mTpyoUaNGKSEhQZLUunVrJ4RiYPK7x5/74eDBg6pYsaJKly6tbNmyKXv27Jo7d66KFCmitm3bShKX492n/vxeSXofVK5cWZMnTyaEukcsWLBAn3/+uZYtW6b58+dr586datGihWbPnq3Zs2crISGBkPk+kvzYPXv2bPXu3VsjRozQypUrJUlt27Z1Qqg333yTEOoukrRPTtpef/nlF+XKlUshISGSpKCgIHXo0EFlypTRokWLdOXKFa/Vej86d+6c2rRp4/RDkv/85z9avXq1Xn75ZVWsWFHNmjXT2rVrvVgpbtXWrVuVO3duXblyRT///LMkadCgQVq0aJGeeOIJNWvWTCtXrtS7777LnURTgKlTp6pUqVJasWKFM83X1/fOhFAG4C8lJiY6/+7Ro4flzJnTHn/8cee/P/74o8XHx5uZ2cSJEy1NmjT2+uuvuy0H7zp16pSZmXXq1MkeeeQRZ/rly5fNzGz+/PmWP39+279/v1fqg3clJCQ4/544caL17NnTXn31VduwYYNduHDBzMxWrlxpBQoUsKZNm9rGjRu9VSr+JGnfm2TatGlWtGhRi4mJcZvXpUsXy5s3r128ePFOlwgvSX4M7tatm+XMmdOeeuopq169uj322GM2depUZ/4nn3xi1apVs9q1a9vRo0e9US6SSb5P3rVrl5mZTZgwwUqWLGlHjhwxs//275o1a8zlcrFf9oL333/fnnjiCWvZsqWZmY0YMcIyZ85sc+bMsZiYGFuyZImlT5/eXn/9dS9Xils1c+ZMq1atmj3//PPWsWNHy5Ejhy1evNiZv3HjRnO5XDZz5kwvVon/1dKlSy1XrlxWoEABCwwMtO+++85tftLnp0OHDlmZMmWsRo0atnz58tv2+pwBBfyNpDMhhg8frunTp2vu3LlatWqVRo4cqe+//16vvfaaNm7cqMTERLVq1UpDhgzR+vXrvVz1/W3ZsmUaNWqUJKl9+/Z64403JEkvv/yy4uPj1adPH0lS2rRpnf+mTZuWMaDuU0n93qNHD/Xs2VO///67Nm/erPbt22v8+PE6f/68nnjiCU2ZMkU//fSTevXqpT179ni5akj/vaQq6cy0hIQEnTlzRmnTppWvr68uXbokSXrrrbd09uxZrVmzxmu14s5KOnaPGTNGc+bM0Zdffqm5c+fqmWee0datW9WvXz+NHTtWktSmTRvVq1dPhQoVUlBQkDfLvu/NmTNH48aNkyRFRkaqTZs2unr1qsqWLat9+/bpk08+cbt5SMaMGVWiRAllyJDBm2XfV5LOTuvevbuefvpp/fLLLwoODlbv3r21YMECPfPMM8qePbtq1aqlOnXqaOPGjYqPj/dy1fgrSf3z3HPPqU2bNjp69Khzo6XatWsrPj5e8fHxypw5s4oVK6ZMmTJ5uWL8W+fPn9f333+vJ598UqtXr1aNGjXUqFEj58xgyf1MqG+++UanT5/WoEGDtHPnzttTxG2LsoAULCYmxrp06WLTpk0zM7Mvv/zSMmfObCNHjrTixYvbY489ZlFRUU5inPTLHGdB3XmxsbH28ssvW7ly5SwsLMwyZcpkP//8s5mZnT171t566y2rUKGCRURE2O+//267d++28PBwq1Wrltuvrri/jBs3zvLly+f8ir5gwQJzuVxWqlQpGzx4sJ0/f97MzJYsWWLPPPMM7xUv+89//mMvvfSSmZl17tzZatSoYZcvX7Y//vjDHn74YatTp45b+127dtnDDz9s69ev90a58JJLly7Za6+9ZoMHDzaza++bgIAA69u3rzVr1sxy5sxpU6ZMcdonHbPZvr3n3XffNZfLZWFhYebv729bt2515n366afmcrksIiLCFi5caD///LOFhYVZaGgofXaHxcXFOf9O+ixcq1YtO3PmjNv8hg0b2muvvWZXr171Rpn4C7///rtzJYCZe5/OmTPHnnjiCWvUqJHbNvjWW29ZoUKF7LfffrujteL2WrFihf3www9mdu2498ILL1jmzJltxYoVbu2S3hO//fab5cmTx9q2bXtbXp8ACriBPwdH8fHxtmjRIjt58qRt3brVChUqZCNGjDAzs1mzZpnL5bKCBQvajh07broO3DknTpywUqVKmcvlsjfffNNtXnR0tA0cONAeeughy5AhgxUuXNjKlSvn7GT5EHv/uXLlig0dOtQ+/PBDM3MPmJs2bWqBgYH24YcfOh+sk/Be8Y64uDibMmWKZcmSxcqWLWv+/v7OZTpmZsuWLbM8efJYlSpVbPny5bZ06VILDw+38uXLX3fJHlKW5MfdpH9HR0fb/v377ZdffrFChQrZsGHDzMzsm2++sXTp0pmfn5/NmjXrhuuAd5QoUcJ8fX2td+/eZua+r/3iiy/skUcescDAQCtSpIhVrlyZ4/cdsHPnTvv0009t8+bNN5w/YsQIq1SpkrVo0cKio6PNzKx3796WPXt2t/0z7g4HDx60jBkz2quvvmrdu3e3xMTE67afGTNmWLVq1axhw4a2f/9+e//99y1dunQ3fQ/g3pWQkHBdCHXq1CmbNm2asz2PGjXKypQpc91n4X/DZcZonMDNTJ8+XTlz5lSNGjWcwUzHjx+vGTNmaNasWQoMDNSsWbMUFRWlM2fOaNKkSW532cGdk3yw2bNnz6pdu3a6cuWKTp06peeff17t27d32l69elXx8fFavXq1MmfOrJCQEPn6+jq3IEXKZmZug82bmQ4cOKCMGTPqjz/+UP369dWqVStFRETol19+Ubly5ZQ1a1b17dtXL7/88nXL484zM4WHh2vRokVq2LChvvrqK2fe1atXtXXrVnXu3FmHDh1SxowZlTt3bi1cuFCpU6dWQkIC++kUbtSoUSpZsqQqV67sHBdmzJihESNGaOnSpQoICNDSpUs1btw41a1bVy1atOA94UXJj9/StcHhXS6XJkyYoNGjR6tdu3aS5Gy7x44dU2xsrC5cuKCyZcvKx8eH47cHnT9/XmXLllW6dOn00EMPKUuWLOrZs6fy5s2r9OnTO+2GDRumL774QqVKlVKaNGk0btw4/fDDDypbtqwXq8eNLFy4UOHh4RozZoz+85//6Pfff1edOnXUqFEjlS5d2mn36aefatq0adqxY4dOnTqltWvXKjg42HuF41/Ztm2bYmJi5O/vrzx58jiXmif/PJSQkKDmzZtr4cKFGj9+vN5//335+flp2bJl8vHxUcuWLXXs2DF98803btv9v/I/R1hACnXw4EGrWrWqVahQwb7//ntneo8ePeyhhx6yw4cP2+nTp+2pp56yIUOGOPP5hd27pkyZYjExMWZm9uuvv1qrVq2sQoUKNmrUKKdNYmKinT592m05+u3+079/f2cg4qRf/hYuXGhFixa1X375xczMVq9ebS+88IINGDCAX9e97M9ntwwZMsTeffddy5kzpzMIrpn7tnzw4EE7cOCA03dcBnJ/KFeunAUFBVlUVJTzvpk9e7YFBgbaN998YxcuXLCnnnrKIiIinPkcA7xv8uTJ9tNPPznP33nnHfPx8bGPP/7Yrd2fz8Bg3+x5L730klWqVMl27NhhtWrVslq1alndunXtxx9/dG70Ynbtcrx8+fKZn58fA8Pf5V566SXnLMOhQ4da+/btLVOmTNazZ0/78ssvnXZz5syxatWq2fbt271VKv4HEydOtAceeMCKFCliGTJksJo1azpDyphdv/989tlnnSEoks4uvXr1qtWvX99t//y/IIAC/r8bnXa/ePFia9SokVWuXNlWr15tZmbHjx+3oKAgCwwMtAIFCljJkiXdrpuG9xw4cMBKlChhZcqUca5P3717t7Vq1coqV65sw4YNs8TERKtZs6Z169bNy9XCm/744w9r166duVwumz17tjM96fKOTz/91A4cOGD16tWzTp06OfP5kup9Q4YMsVWrVpnZtTtZTpkyxYKCgtxCKLNrd8dK3l98SU2ZbtavderUsTx58jjjXPzyyy/WpEkTy5IlixUoUMBKlCjhHLu57M77/vjjDwsKCrJy5crZDz/84PTJu+++a6lSpbLhw4fb/v37rWHDhlavXj0zo9/uhKTta8eOHfbUU0/Zvn377PLly7Zu3Trr2rWruVwuq1+/vo0dO9ZZ5rPPPnN+xMHdJ2m7GTdunNWtW9ftOFmiRAnLmzev5c6d2+rWrWuTJ0+2uLg47iB7j/rxxx8tS5YsNnXqVDtz5owtX77cXnnlFXvwwQedy9HN/rudnzx50sqXL28VKlRwfrBLPk7Y7UIABfxJ0tkzSZYuXWoNGjSwypUrO196Tp06ZcOHD7eJEyc6Gyi/rN95N/rwuXDhQuc228lDqNdee83y589vBQoUsEcffZTQ8D6TdHBN/p6JiYmx7t27u91SODY21urWrWt58+a1nDlzWnBwMF9S7yJxcXH25JNPWoYMGWzNmjVmdq3Ppk6dag8++KA1a9bMoqOjrXbt2vbMM8/QZ/eRs2fPmpn7dlqrVi3LnTu3rV271szM9u3bZ4sWLbJp06Y5X7o4dnvHjbbNkydPWsmSJa1SpUq2Zs0ap83gwYPN5XJZ8eLF3YJD3DmnTp2yKlWqWI8ePZxp7dq1s6CgIOvUqZNlzJjRihcvbsOHD/dilfgrfw7rL1y4YHny5HHGv3z55ZctV65ctmbNGtu+fbtVrlzZypUrZ0ePHvVGubgNvvzySytTpoxbiHTw4EHr3bu3ZcuWzcaNG+dMj4uLs3fffdceeughtzOfPIEACkjm008/terVq193munixYutcuXKVrFiReeDbHKcFeFdf/4wumjRInviiSfssccecw6cR44csdWrV9vUqVP54nEfO3TokNvzmJgY51fczz77zMzMzp8/bytWrLDFixfzXvGyG53dEhsbay+++KIFBAQ4l0fHxsbarFmzLDAw0PLnz+8WHCLlmzBhguXNm9f2799vZu53s6tatao9/PDDHLvvUkmXwyf12cmTJ61YsWIWGhrqdibU+vXrbenSpeyTvWjBggVWsGBBO3jwoLVq1coefPBB27Ztm5ldC3c7dOjAmU93oaRt5vDhw9fNmzBhgjVt2tRq165tgYGBbpdNXr161e3yStx7Fi1aZJkzZ7ZNmza5Tf/tt9/s9ddft+DgYLd5O3fuvCP7WAIoIJkJEyZYlSpV7JlnnrGff/7Zbd7gwYMtderUVrhw4es2ZHjPlClTrFq1ahYbG+s2fdGiRRYcHGyVK1e2EydOXLccXzzuP3PnzjWXy2XLly93m37y5Elr27atuVwu+89//nPdcrxXvO/cuXNm9t8vqbGxsda0aVMLCAhwzoRKSEiwmJgYW758OV9S7zPHjh2z4sWLW3BwsB04cMDM/hteLliwwFwul2XOnJkxTO4yQ4YMsYoVK9revXvdpsfExFiBAgWsYsWKtnr16uuCaPbJnnP69GnbuHGjffTRRzZnzhy3uzsfPXrUnn32WcufP7899NBDtn79ejP7b39wmfPdZ//+/dajRw8rU6aMZc2a1R5//HEbMmSI01dr1661wMBACwoKcvuBjr68dyX/sWXPnj322GOPWa9eva4LEzdv3mwPPfSQzZgx47p1eLr/ff5+mHIgZUpMTLxuWuvWrdW2bVv9/vvv6t27t37++WdnXv78+RUWFqYWLVqoZMmSd7JU/In9/5t3mpmuXLmi2NhYtWjRQhcuXHDahIWFqW7duvrhhx9UqVIlnTp1ym0d3PHo/lOgQAG98MILatq0qb777jtJ195DDzzwgBo3bixJatiwoZYtW+a2HO8V75oxY4YefPBBHTp0SC6XS2amTJkyaezYsapWrZoaN26sDRs2yMfHR9mzZ1f16tXl6+urhIQE7oqVAt3o2P3ggw9qxYoVunr1qp5++mkdOHDAuatamjRp1L17d7Vq1UpFixa90+Xi/7Mb3HQ7PDxc27dvV2RkpPbt2yfpWv9mz55dQ4cO1bp16xQREeH2WUxin+wpu3btUtOmTdW6dWu9/fbbeu6559SkSRP1799fkpQzZ0499thjOnTokKZOnapy5cpJ+m9/JL+TIbxv+/btqlmzpo4fP646depoxIgRunz5sj744AO9+OKLSkxMVGhoqDp06KCsWbO63dmMvrw3ff7556pUqZIGDBggSXrkkUfUtGlTjRo1Sp999pnOnTvntC1durRy5sypjRs3XrceT/c/7y7cl8zM2bhmzZqliRMnaurUqZKkF198Ua1bt9bZs2fVq1cvff/99zpz5ow+//xzVaxYUT169HC+3ODOSgqYXC6X89+WLVuqS5cuOnr0qF566SXFxsY67QsXLqynn35aTZo0UZYsWbxSM7wj+ZfUpH8XL15c/fr1U1hYmJ555hmtWLHCeS/lyJFDbdu21aRJk1S1alVvlAy5h8tJKlSooODgYFWrVs0JoRITE+Xv76+WLVvq5MmTqlChgrZv3+62Lr6kpjzJj93Tpk1Tt27dNH36dO3bt085cuTQ0qVLZWZq0KCBFi1apJ07d+qjjz6SmWnIkCEcu73o6tWrbs/j4uJUuHBhbd68WT/88IM6deqkX375xenfxMREtWrVSkWKFFHx4sW9UfJ9ZevWrapSpYqKFCmijz76SL/++qu+//575c+fXyNHjlT37t0lSREREapSpYqWLFlyw1ARd4etW7cqNDRUTZo00ejRozVgwAC9+OKLWrJkiV588UWtXLlS7du3l5kpLCxMGTJk0OrVq71dNv4HY8eO1UsvvaQCBQpoy5Ytzj43IiJCHTt2VLdu3TRmzBgdPHhQknTu3DldunRJefLkufPFevT8KuAulHzgy27dupm/v7+VKlXK0qVLZ88995wzb9asWVavXj1zuVxWpEgRK168uHM5BwPb3nnTp0+3WrVq2ZgxY+zSpUtu8+Li4mzKlCkWGhpq4eHhduzYMTt16pQ9++yz1r9/f6cdp+3fH5Jvn2PHjrXIyEjr1auX/f7772Z2bQDGl19+2TJlymTTp0+3DRs2WP369a158+bOcly65R3R0dE3nH7w4EGrVq2a5cmTx3799Vdn+po1a6xz5842cOBA+iyFS75dv/nmm5Y5c2arWrWqZcuWzZo0aeJcWnv+/HmrUqWKZc2a1XLlysV4YHeBKVOmWNGiRe2TTz5xbuaS3C+//GJZsmSxp556yhYsWGBHjx61+vXr24gRI5w2HL89Z/v27ZY+fXrr16/fdfMOHDhgzZs3t5w5czqX6kRERFjp0qXtzJkzd7hS3Ir9+/dbhgwZ7PXXXzez/247SfvBM2fOWPPmzS1Pnjz2008/mZlZSEiIVa9enUvv7lHjxo2zVKlS2cqVK23jxo03HFKif//+9vDDD1twcLA1bNjQKlasaCVKlPDKZycCKNy3YmJirGrVqrZt2zY7efKkrVixwh544AFr0KCB0+bIkSO2YMECmz17trMD50PQnXfp0iWrV6+e1ahRwwoXLmyNGjWyiIgI+/33350d55UrV+zzzz+3cuXKmY+PjxUtWtSKFStGaHifSd7Pffv2NT8/P3v22WfNz8/PgoODnUGrf/vtN4uIiDCXy2WPPPIId7u7C0yZMsXSp09vffv2te++++66fti/f79Vq1bNcufObYsXL7bNmzfb008/bf/3f//ntCGESvk2btxoTZo0cca5WLRokVWvXt2eeuopW7p0qdNu5cqVtmbNGsYD86KkbTg8PNwyZMhg/fv3tzx58tjrr79uixcvdmu7d+9eK1GihOXKlYvg8A46efKkFS5c2MqWLetMi4+Pt8TERKf/9u7dawUKFHB+pP35558tb968zp2GcXcZNmyY5c6d23r06GEXLlwws+vH6Tp8+LBlypTJuQPe9u3brxuLDfeG6dOnm8vlsq+//trMrt3dsEGDBvbcc8/ZxYsX3fajK1assGHDhlnr1q3tnXfecY6Ld/q7rcuM8ydx/3n//fe1ePFiBQYGavz48cqYMaMkae3atWrYsKEqVaqkL7744rpLOBISErisw0v69++v3bt3a9KkSfryyy81ceJEHTt2TE899ZQaNmyo0NBQSdcu0/viiy+ULl06Pfvss84lF/Tb/eXQoUN6/fXX1b17d5UrV06XL19WpUqVJEnDhg1TlSpV5HK5tGPHDiUkJOjRRx+Vj4+P4uPjGTfIS/r06aMvvvhCBQsWVKpUqRQdHa0hQ4Yod+7cypcvnyTpxIkTeu211zRv3jzlzJlTWbJk0fr165U6dWovV487Ydq0aZo5c6YSEhL01Vdfyc/PT5K0dOlSDRo0SH5+furYsaNq1arlthzHAO9av369+vXrp/fee0+JiYnq16+fEhIS9Mcff+idd95RwYIFlTdvXsXExGjXrl06e/aswsPD5evryz7Zw2JiYtSrVy/t3btXderU0RtvvCHp2iWQyY+J77//vj7++GNt2rRJWbJk0YULF5QpUyYvV4/kkvrs8uXLGjJkiObNm6fHHntMAwcOlJ+fnzNfurZPfPjhh9WiRQv16dPHy5Xj3zAzXbp0SUOGDNFjjz2mOnXqOPNGjBihPn36aNu2bcqXL5+uXr16089JXtnH3tG4C7gLJCYm2vTp0+2BBx6wwoUL25UrV5zpZmY//PCDBQUF2RNPPMGvb3eBpH75448/rGDBgjZhwgRn3tixY83lclnatGntlVdesc8///y65Tlj7f4zbNgwK1SokD3++ON25MgRZ/r58+ctODjYQkJC7LvvvrvujAhOPfeu5cuXW8uWLW3nzp128uRJe+GFFyw8PNwqVqxon332mR09etRpu3btWlu/fj1nt9xnJkyYYIUKFbLAwEDbsGGD27wlS5ZY7dq1rWLFis5lJbg7HD582MLCwtyO37t37zaXy2Vly5a10qVL29SpU23Xrl1uy3H89pwLFy44dxeNjo62zp07W/ny5e29995z2iT/+7/22msWGhp6x+vErTl8+LDbNnTlyhV79913rUKFCtapU6frzoTasmWLlStXzlasWGFmnPl9L0rqyz/++MOZlrwfy5QpY82bN78rP9syCDlSPPvTSX4ul0uNGjXS2LFj9dtvv6lLly7OdEmqWLGiPv/8c2XMmJFfTO8CSQMOp0+fXm3btnUbJHHcuHFq2LChZs2apZiYGLVt21bt27d3W54+vP80adJE8fHxWrt2rQ4cOCDp2n4gY8aMWrVqlXx8fNS8eXNt27bNbTnu+uJd1atX1549ezRixAg98MADmjFjht566y2tX79er776qlq2bKnOnTvr4MGDKleunMqVK8fd7lKwPx+7pWt3qn3//feVI0cOjRw5Ulu2bHHm1apVSx07dlRISIjKlClzByvF38mTJ48aNGigN998U3/88Yck6bnnnlP16tXVv39/PfXUU2rRooVGjx7tthzHb8/Yu3evOnXqpNGjR+vMmTMKDAzUG2+8oQoVKmju3LnOHbSSzkA7d+6czp07pzp16siuDd/i5f8DJPfzzz+rTp06WrJkiXbs2CEzc+7++eSTT2rDhg164403dOHCBWebmj59utKmTatHH31U0n+/A+He8O2332rAgAG6dOmS290Lk/oxMTFRTz75pLZs2aLo6Ghn2l3Dm+kX4GnJU98TJ05YTEyM8/zKlSs2a9YsS58+vbVv3/6W1gHv2rBhgwUGBtqCBQusXLlyVqVKFWfQ4jNnztiGDRv4xfQ+c7Pt88SJE5YrVy6rXLmy7dy5021ebGystWrVivfKXSSpL77//nsLDQ21gwcPmplZyZIlrV69erZmzRobOnSoZcuWzRo3buzFSnEnJN+uDx8+bHv37nX7lXfatGkWHBxsLVq0sC1btvztOuA9Sb/Inz592ho3bmzjxo2z4sWLW6VKlez06dNOu61bt7JPvgO2bdtmOXPmtJYtW9rcuXPN7L99dOLECevUqZOVK1fO7UyoXr16WcGCBW3fvn1eqRk39/PPP1uWLFmsa9euznEzucuXL9vbb79t5cuXt06dOpmZ2cCBAy0gIMC2bdt2h6vF7TBhwgTLlCmTDRs2zA4fPuxMTzrmJW3Pv/32mwUEBNg777zjlTr/CgEUUqzkHz4HDBhgISEh9uijj1qlSpWc0CIhIcFmzZplGTJkcHbMuDsl7VC7du1qLpfLqlWr5hYoJseH2PtD8m187969tmXLFrt06ZLzXjl69KhzOe2fQ6gkvFfuLkeOHLHKlSvbBx98YGXKlHELmc2ufZimz1K25Nt17969LSQkxLlL7fjx4515U6dOtZCQEGvVqpX9+OOP3igV/1DHjh3N5XJZeHi4c/mXmftlI2zfnnPgwAF78MEHrWfPntfdTTjJ8ePHrXPnzlauXDkbOnSo9e3b1zJkyGCbN2++s8Xib50/f96efPJJi4iIcJseHx9vZ8+edQKppMvxqlSpYkWKFLG0adNymfI9au3atRYYGGjTp083s2t3NoyPj79ue07aj7755pv26KOPut09+G5AAIUU780337SgoCCbPHmyRUVFWaFChaxs2bK2ceNGM7v2YXf27Nnmcrls6NChXq4Wf2fhwoWWO3duW7lypZnxYfV+lfwLS+/eva1QoUL24IMPWv78+W3GjBlOaHH06FHLmTOnVa9e3bZu3eqtcvEPTJ482Vwul1WqVMnOnz/vTE8eTLDdp3x9+/a1HDly2DfffGNbt261GjVqWNGiRZ27Npldu/tP3rx5rX///l6sFH8n+VlQ5cqVo7+85P3337dGjRq57UuPHDliK1assMGDB9uaNWvM7NqZUBERERYYGGhp0qQhrLhL/f7771a8eHH79NNPnWnLly+3Hj16WM6cOS1nzpzWu3dvM7v2402vXr2sdOnSNz1rFHe/iRMnWr169czMbOfOnfbUU0/ZY489ZgUKFLCJEye6/WBnZjZ79myrVavWXXdGMANeIEVbtWqVFi5cqJkzZ6pFixY6ffq0YmJidPbsWTVs2FCbN2+Wj4+PGjVqpGXLlqljx47eLvm+davXJtepU0fFihVT//79JTFGxP0q6Tr3d955RxMmTNCwYcN07NgxPfLII3rrrbc0c+ZMnTx5Ujlz5tSPP/6o7777Tp988omXq8atqF27tmrWrKkGDRooY8aMzr4h+RhdbPcpU3x8vCQpKipKX3/9tWbPnq0GDRrozJkz+uGHH/TAAw9oypQp+uijjyRJL774osaNG6cePXp4s+z73t8dv10ul8xM6dOnV0hIiH788UddvXqVsYTusJMnT+rUqVO6fPmyJGnWrFmKiIjQM888ozFjxqhKlSqaNGmScuTIoa5du6p169batm2bgoODvVw5biQ2NlZ+fn46ePCgjh07phEjRigiIkK7d+9WmzZtFBkZqf79+2vy5MlKmzat3n77bS1btkylSpXydun4l06fPq20adPqzJkzql27tvLnz6+2bdvq6aefVrdu3TR58mQlJiYqISFBkvTss89q8eLF8vHxYQwowFPWr1/v9ktN0rghZmaLFy+27Nmz28cff2wxMTGWP39+Cw4OtnXr1rmtg7sp3XnJz2b58ssv7cyZMzdsl5TgL1y40HLkyGHLli27E+XhLrVt2zarXLmyzZs3z8zMFi1aZP7+/lalShXLnDmzDR8+3I4fP25mZjExMZw142U3+gXuZnfe6dKliz388MPcifQ+sWDBAmdbTUxMtJiYGBs5cqRdvnzZli5datmzZ7eJEyfamTNnrHDhwvbQQw9Znz593NbB9u0dybfradOm2XffffeX7Tdu3Ggul8vmz5/v4cpgZs7dz8zMPvjgAytdurS9/vrr1rp1a8uePbt16NDBFi1aZPHx8datWzfLnj272zAVuLvs3r3bxo4d6zzv2bOn5c2b13LlymV+fn42cuRI27NnjzO/UqVK1rZtW2+UCg+YPHmyZc2a1WbPnm0tWrRwO+59+OGHlj59ejtw4ICZuX++utvuckgAhRRj/vz55nK57KWXXrL169c7048ePWpXr161OnXqWI8ePczs2gG5atWqliZNGqtfv763Soa5f8D57bffzOVyWdu2bW8aQpld61MGkb7/zJs3z2bNmuU8P3z4sH366acWFxdnq1atssDAQOeDWfXq1e2hhx6y9957z06dOuUsw3vGO5J/+JkxY4Z9/fXXzrTk85L2B2fOnDF/f38ui74PLF261FwulwUFBdnRo0fN7NoPQRcuXLCEhAR79tlnrVevXs6PQ02aNLESJUpYp06d7roP1feb5H//Hj16WL58+eydd96xM2fO3LBvEhIS7OrVq/bhhx/yY98dsGPHDsuXL58zXoyZ2SuvvGK1a9e2MmXK2Ny5c92Oj5988omVKlXKbXwu3D1OnTplAQEB5nK53AaJ/+6772zJkiXO/jPJ+fPnrWbNmjZs2LA7XCk86fHHH7f06dNb+fLlnTGgzK59vs2XL5998cUXXq7w73HfYqQYmzdvliTt2LFDEydOlCSVK1dOOXPm1IkTJ3TgwAG1aNFC0rXLN3LmzKktW7aocOHC3ir5vmdmzmU1/fr105kzZ5QrVy6NHz9eFy9e1JgxY+Tv7++2TGJionLmzOn0cUJCApfj3AfWrVunevXqKW/evIqLi9OLL76oPHnyKCwsTKlTp9aECRP09NNPq3Xr1pKkXLlyaf/+/dq+fbuyZs3qrIf3yp2XmJjobOe//vqrIiMj9eijj8rPz081a9Z0Ls9xuVxOu9SpU6t///569dVXvVk67oBUqVIpf/78MjOVLl1aP/30k/LmzatUqVIpMTFRhw8fVp48eZQqVSrFx8fL19dXb775ppo0aeL23sGdl/R3f//99zVx4kQtWrRIZcuWvWl/+Pj4yMfHR6+//rqka5dcpkrFVxFPiI+P1/Dhw3X48GH16tVLly5dUps2bTR+/HhduXJFLpdLadKkcVtm586dypcvH8fJu9TFixdVvHhxpU6dWtOmTdP58+c1aNAgVa1a9br9YGJiot5//33t27dP9evX92LV+F/c6PgWERGh/v3769dff9W+fftUtGhRSVJMTIwCAgLcPvPerdjrI8V4/fXXFRUVJV9fX0VFReny5ctKlSqVypYtq8DAQGXPnl39+/fXmTNn9Pnnn+uPP/5Q4cKF5ePjQ4jhJck/vH700Uf68ssv9cwzz+jXX39Vx44dFR8fr08++cQthEo+DoxEoHC/OHv2rDJnzqwSJUrok08+UVxcnFq1aqXs2bPr6tWriomJUfbs2Z32V69e1Zw5cxQSEsKXVC9L2ma7d++umJgYBQUFaf369erWrZsGDx6sWrVqufWRmcnPz08dOnSQRMic0j300EPKnDmzwsLCdOTIEQUHB2vTpk3KkyePYmNjVaJECW3atEmvvfaa9uzZo99//12ffvqpXC6XW7gJ7zh37pzWrl2rQYMGKTg4WAcPHtTPP/+scePGqXjx4mrTpo0KFSp0w2UJnzwnVapUCgkJ0apVq/TUU09pwIAB8vHxUevWrZU2bVpdvXrVaRsTE6OhQ4dqypQpWrNmjfz8/LxYOW4mb968CgkJ0dy5c9WhQweNGTNGadKk0TvvvOP2+WbFihX66quvNHPmTC1dulQFCxb0YtX4N3777Tc98MADSps27XWfX8PDwxUXF6d+/fqpWrVqeu+995Q+fXrNmjVLfn5+evzxx71Y+a3hqI0UIS4uTj4+PipWrJhCQkI0bNgwbdiwQSNGjNCGDRskSZ9++qmyZs2qyZMnK1OmTFq7dq0zKBtfbrwnISFB69evV6tWrVS1alVVqVJFL730kr7++mvNnz9fnTt31tmzZ71dJrysTp06qlChgmJiYlSyZEl9/PHHmjZtmqRrZ8vkzp1bs2bNUtu2bVWhQgVt3brV+SU+MTGR8MnLxo0bpwkTJqhjx46aO3eutm3bpvj4ePXp00fLli1zC5/+3Ffsn1OmpAFR8+TJo/bt22vu3Llq3ry5goODFRISosOHDytz5sxq3769HnnkEf3yyy/Knj27fvzxR+fYTfh059mfBg4PCAjQqVOnNGvWLC1evFjt27fX4MGDFRAQoI8//lhDhgzxUqX3r6QBiF988UW5XC7FxsbqhRdeUN++fTV16lRJ146b0rUfAF9//XXNmTNH3333nYoXL+61unFzSX3at29fPfLII0qfPr1eeeUVTZo0Sf369XPaffHFF+rfv78OHTqk1atXq0yZMl6qGP/WmjVrVLNmTX3xxReKi4tzPhtJ1/a/qVOnVuPGjfXVV1+pTp06GjRokIYPHy6Xy6VVq1bJ19fXeb/ctbxw2R9wW2zcuNF++OEHt2kbNmwwf39/27Ztm61atcqKFStmL730km3cuNFpc/LkSWdsAsYg8L64uDgLCQmxl19+2ZmWdD3z66+/bi6Xy1q3bu3MY8yP+8+VK1fM7NqNBF588UWbO3eutWzZ0sqUKWOTJ0922r322mvWtGlTa968uTN4NWM+3R26dOliTz75pJn9d5ynEydO2EMPPWRly5a1hQsXsm3fJxYsWGCbN292G2fml19+sQYNGtiSJUvs8OHD9sQTT9gDDzxgv/76q5ldG8vEzDh230VmzZrl3ABiyZIlVrp0aQsICLA333zTVq9ebWZmgwcPtvr16zv7cHhW0naS3Pjx4+3//u//bNOmTdaxY0fLmTOnTZ061Znfu3dv6927t+3bt+9OlopbsGfPHhs2bJhduHDBLl++bGZmZ8+etRdffNF69eplCQkJ1r9/f8udO7f17dvXWW7z5s12+vRpL1WN/9XVq1etevXqFhISYjNnznT6Pun49+ebA8TExNi5c+fuqeMjARTuSV9//bW5XC4LDAy01q1bW1RUlMXExJiZWdeuXS0iIsJpV7x4cWvRooWtWbPGbR182bnzbnZHlbFjx1ru3Lnt22+/dZs+YsQIa9q0qWXKlMkZQB73h8WLF9v48ePN7L8h0t69e61w4cI2Y8YMO3nypLVs2dLKli1rEydOdJZLHjjdCwfhlC6pP9q1a2dVqlRxpl+6dMnMrt310tfX1+rUqXPdPhopz/Lly50Bx1999VUbMmSIMy8iIsIqVKhgZmb79++3GjVqWFBQkHNHnyQcu73v119/tZCQEAsLC7NVq1aZ2bVtPSkwTFKjRg1r3769N0q87+zatcvy589vb775pq1bt84J/davX2+5cuWyNWvWWGxsrHXq1Mly5sxpU6ZMcZYlILz7nDx50h544AFzuVzWtGlT69Spk/38889mZrZlyxZ74IEHbN26dXb27FkbMGCAFSxY0Pnug3vT3r17nYHk4+PjLTw83EqVKuUWQiX/HhUTE2NRUVHO56k/z7+bce4y7kmHDh1S9uzZFRwcrHXr1umjjz5SWFiY1qxZowceeEBr1qzRyZMn1bBhQw0aNEjz5s3Td99957YOLsm5s5JfLrFq1Sp9+eWXOn78uBITE1WnTh1VrlxZH3zwgb755htJ0pkzZ7Rs2TJVr15d7733nmbOnKlff/31utP/kfJ8//33qlOnjtq2bauXX35Z/fv317Fjx/Twww+rb9++zqnGr7/+usqUKaOxY8dqzJgxkv57uZaZMb6IFyRdVpUkqT9eeuklrVmzRsOHD5ckpUuXzmnz/PPP69dff9XAgQPvWJ3wjrRp06pkyZI6f/68ihYtqjFjxujJJ5/UoEGD9OqrrypDhgzOmCVjxoxRUFCQOnbs6LYOjt133p+Pu/ny5XO21/fff1+LFy+Wr6+v8uXLp/Pnz2vJkiWqW7euTp486WzzHLs958qVKxo2bJgOHTqkiRMnauLEiXr88cf1448/6rHHHlO3bt00cOBApUmTRh07dlTTpk3Vrl07ffbZZ5J03WDk8L7z58+rUaNGyp49uy5fvqysWbOqcuXKioyM1O7du9WyZUutXr1aAQEBatmypZo1a6alS5fq1KlTbGv3oM8//1yPPfaYPv/8cx07dky+vr76z3/+ozx58mjgwIH65ptvdPnyZed71MmTJ1W7dm0NHTrU7fPUPXNZulfjL+B/8MEHH1i1atUsMjLSFi5caO+9954FBwfbCy+8YC6Xy/r06eO0XbNmDZfi3CW6du1q2bNnt+zZs1uuXLls1KhRduXKFdu6dau9/PLLljFjRitatKg99NBD9uijj5qZ2eeff26PPPIIpxTfJ5YtW2b169e34sWL2zPPPGMdOnSwbNmy2QcffGAfffSRvfjii7Zy5UozM9u2bZs1atTIWrZsyZkRXpb87//555/bgAED7Ouvv3Z+0Rs4cKClTp3a+vfvb0eOHLEjR45YeHi4jRw50n766SdzuVzXXVaNlCUhIcGioqLs4Ycftvr169vvv/9uH3/8sT355JOWNWtWc7lc1rNnT6f94cOH75lfdO8H0dHRbs+XLVtmNWvWtKeeespWrFhhZmarV6+2Fi1aWL169ZxLoTkb1fOioqKsdevWljVrVps9e7b16dPHypQpY08++aQ9//zz9vjjjztnqO3Zs8d69eple/fu9XLV+Cu7d++2Tp06WebMmW316tW2adMmi4yMtIcffthcLpflz5/fLl68aGbXzpg6deqUlyvGP5X0ualhw4bmcrnskUcesWHDhtnx48fN7NqZUE899ZRzJlRcXJydPXvWqlSpYkWLFnX2sfcaAijcc5J/GO3fv7+FhIRYZGSkXblyxfbu3Wtz5syxihUr2vbt269blhDqzkv+pfS7776z8uXL2+rVq+3UqVPWoUMHK1KkiA0aNMguXbpkFy9etDVr1th7771nEyZMcHasnTp1spo1a7qNGYKUbenSpfbCCy9YcHCwbd261ebPn2+vvPKKFSlSxFwulzVo0MBpu3//fme/QAjlHcn/7t26dbMHHnjAihcvbg8//LA9++yztn//fjMz++ijjyxjxoyWO3duy5Url5UqVcouX75sW7dutYIFC/KF6D6QmJhoUVFRljNnTqtfv75zXJ42bZozVs2fcey+8/68L500aZI9/fTTbmNqml3bV5csWdJq1Khh69atM7NrY3ol7ZMJn+6cH3/80Ro0aGD58+e3kydP2qFDh2zChAmWM2dOc7lctmTJEqftvfrFNSWLj4+/rl/27Nljr7zyigUEBDhjq/3222/WvXt3mz17tjfKxG2UtJ/dtGmTPfXUU1anTh3LkiWLffjhh07gnxRClS5d2j755BOrWLGiFSlS5J4O+AmgcE9KHkINGjTISpYsaZGRkXbkyBEz+++BlV9O7x7Tpk2zzp07W2RkpNv0rl27OiHUyZMn3ebt27fPOnfubAEBAbZt27Y7WS68JPmXnqVLl1q9evUsJCTE9uzZY2Zm27dvt9dee822bt163bJs7963bds2e+aZZ2zjxo2WmJho06dPtxo1alidOnXsl19+MbNrgeHcuXNt0aJFTrDQo0cPK1WqlJ04ccKb5eMOioqKsty5c1u1atWcaX8ebBXe8+c+mDhxopUqVcpatmx5XUg4atQoy5Qpk1WoUMF+/PFHZzr7ZM85deqUbd261Xbv3u02BsymTZusTp06li9fPtu1a5eZmR06dMg5ZrJt3Z12795t7dq1s5o1a9rbb79tO3bscObt27fPCaH+85//mNm9GTrgxhISEuzo0aPWoEED++abb2zUqFGWMWPG60KoBg0amMvlstKlS9/T4ZMZARTuYX8OoUqXLm2vv/66HTp0yMw4yN5twsPDzeVyWY0aNZwvGUm6du1qJUqUsDfeeMPOnj1rZtcGKf7oo4+sXr16NwwbkHIl33aXL19uTz31lAUHB9v69evN7L8HXL7c3F0+//xze/zxxy08PNztC9Hs2bOdEGrnzp1uy+zatctat25tWbJksS1bttzpkuFlUVFRljdvXqtevfpN7/CDO2/BggXWuXNn69y5s3399dfO9FmzZjl3rU1+JtT06dMtLCzMuTMXPGv79u1WqlQpK1y4sLlcLuvWrZtzlqnZtbughYeHW+7cuZ2Bq+mXu1fSoOJPP/20M4xI06ZN3Yad2L9/v7Vp08YCAgJswYIFZsb3nHvZwYMH7dixY27TPv74Y8ufP79duXLFBg0aZAEBATZkyBC3EKpv377OZ+B7NXwyI4DCXe7vDpjJ57///vsWEhJirVu35ld0L7vZQfGVV16xXLly2fjx4+3ChQtu89q0aWPNmjVzW/bixYtOIIX7y59DqPr161tISIj99NNP183H3WHgwIFWrFgxy5Mnj/3+++9u82bPnm21a9e2kJAQO3z4sJldO1N16dKl9tprr93wkmncu/7Jl92oqCgrUKCAlSpVynMF4ZZ98sknFhAQYC+++KIVK1bMHn/8cefSOjOzGTNmWEhIiL344ou2YMECi42NtYYNG9rIkSMJEe+ArVu3mp+fn3Xt2tV+/PFH6927t6VKlcqmT5/u1m7Tpk0WHh5uBQoUcEIo3H22bdtm/v7+buPWduvWzVwu13VnGu7du9deffXV6y6nxL1l2rRpljZtWqtVq5YNGzbMYmNjnbPB69evbzNmzDAzszfffNOyZMliQ4cOdcbSTHIvh09mBFC4iyX/gvnll1/amTNnbtgu+Qedt956y1q0aMGXUy9K3h9Hjhyx48ePuwWCTZo0saJFi9rkyZOdwROTJPVbYmIifXgfuNGXlOT9/ucQ6umnn7a8efPa7t2770h9uLmbfcEcN26cFS1a1Jo1a3bdB6apU6da586d3ZaNj4+/7oxI3NuS9++0adPsu++++9tlVq1aZY0aNSK48LLx48ebr6+vffnll2Z27dKtwMBAW7hwoVvfzJw50+rUqWOZMmWyQoUKWYkSJZwvRBy7Pefnn3+29OnTW/fu3Z1px44ds8yZM9uzzz573d9+48aNVqlSJStevLjFxcXRN3eRxMREi42NtfTp01uJEiXczhr+v//7P3O5XLZixQrbv3+/W78dOHDAOnbsyOege1DSPvT55583l8tl4eHhli1bNmvatKn93//9n505c8Y6d+5stWrVcpZ5++23zeVy2eeff+6tsj3CZca9GnH3SUxMdG4lefToUeXJk0dt2rTR+++/r8yZM/9lezOTy+Vym4Y7I+lvL0l9+/bVwoUL9euvv6p48eKqX7++IiIiJElNmjTRjh071KNHDzVq1EgZM2a84TqQciXv588++0wZMmRQgwYN5HK53OYl//fChQu1atUq9e/fX76+vl6r/X6XfN+6adMm+fj4KD4+XiEhIZKkMWPGaMaMGXr44Yc1cOBAPfjgg9etIyEhgT5MgZJvrz179tTMmTPVunVrdezYUQEBAbe0b+e94R1ffPGFmjRpoi+//FJPP/20Mz04OFhBQUGKjY1Vnjx5NGPGDLlcLu3atUtHjx7V77//rmeeeUa+vr70nYd9+OGH6t69u2bMmKGGDRsqffr0evfdd9W3b1+Fh4erVKlSCg0NVVBQkIKDgyVJ+/btU5o0aZQ3b14vV48bGTNmjLp06aK33npLffr00QcffKDevXvr0UcfVUhIiKZMmaInn3xSDz/8sJ5++mmVKVNGqVOn5vvNPejXX39V/vz5JUlNmzbV8ePH1bhxY6VLl06LFy/W3r17ValSJY0bN06zZ8/WM888I0maNGmSXn75ZaVKlcqL1d9mXou+gJtInvT37dvXOnXqZLlz5zaXy2XNmjW76Z3QbnbmBO68d955x7JmzWpfffWVTZ482Xr06GFp06Z1O8W4adOmljVrVudadtw/kv+SfvDgQQsMDLQaNWrYkiVL3M6CS3Kj7Zm7YnlH8r7o0aOHFSxY0B588EHLmjWrtWnTxmJjY83s2t3uKlWqZC1btnRuDoH7x6BBgyx79uz2008/cTy+R8yYMcNcLpcNHjzYmdaoUSPLlSuXDRkyxCIjIy1z5sxWo0aNGy7PPvnOeP311y1NmjT29ddf27vvvmuZM2e2jz76yKZPn26dO3e28uXLW65cuax69eo2efJkb5eLG9i9e7eNHj3a2TeOHTvWXC6XPfHEExYYGGjLly935q1du9aGDh1quXPntpIlS9rx48e9WTr+pZUrV1qpUqXcruapV6+elStXzrnkbvbs2fbGG29Ynjx5nBvvJHevX3aXHAEU7lqDBg2yrFmz2nfffWerV6+2adOmWUBAgD333HM3DaHgfWfPnrXq1avbJ5984kw7f/68ffzxx5YxY0ZnR2t2LWDkQ+v9q1u3btaiRQsrVaqUZcyY0UqVKmWLFy++YQiFu8vw4cMtW7ZstmbNGlu/fr19++23FhAQYA0bNnTajBw50h555BF77733vFgp7rSzZ89a/fr1bcKECWZ27ZKRb7/91sLDw6179+7O3RBx95k8ebL5+PjY4MGD7dlnn7VHH33UbXDrwYMHW4YMGWzz5s3eK/I+c+nSJTtz5ozbkAVdunQxl8tl6dKls3nz5rm1P3TokC1evNjq169ve/fuvdPl4m9s3rzZUqVKZcOHD3ebPmnSJHO5XPbCCy9cNzyF2bUf7gif7l2zZ882f39/50e6JA0bNrSiRYvarFmznDvbJX3HTcmfgQmgcFeKj4+3p59+2rp27eo2fcWKFZYxY0Zr0aLFTceEgnedPn3aHnjgARs0aJDb9DNnzliDBg0sIiLiutCJEOr+M3bsWMuSJYtt3LjRDh8+bAcOHLDixYtb+fLlb3omFO4ezZo1s4iICLdp27Ztu+5Mxy+++ILtO4W70TZasWJFq1Wrli1atMjq1q1rlStXthdeeMEyZcpk7dq180KVuFUTJ060VKlSmZ+fnxM+JW3DX375pRUtWtR+/fVXb5Z439izZ4+98sorVqtWrev2pX369DGXy2XTp093u6kLx8671+bNm83Pz8969ep1w/njx483l8tl/fr1c/uOk5LOfLmfJCYmOtvswYMH7aGHHnLC+6Swyczs6aeftuLFi9uMGTPsjz/+cJZNybiAFHelxMREHTlyRCdPnnSmJSQkqFq1avq///s/TZ06VV27dnXmGUOZec2f//ZZsmRRgwYNtGHDBu3bt8+ZnjlzZmXJkkUHDx68bowIxoy4/+zevVuhoaEqW7ascuXKpQIFCmjFihU6deqUevbsqcWLFzMe2F3q6tWr2rt3r2JjY51pcXFxKlGihN544w0tWbJEZ86ckSQ1btzYGRsGKVPSNjp79mzNnz9fktSvXz/FxMToueeeU9myZTVgwADNmDFDvXv31rFjxxQXF+fNkvEXWrVqpenTp+vSpUuaOXOmrl69Kl9fXyUmJmrixIkqXLgw4wndAdu3b1ft2rWVPXt2tW3b1tmXHj9+XJL09ttvq1OnTmrdurVmz56tS5cuSRLHzLvU9u3bVbFiRXXt2lUDBgxwpn/11Vdat26dJOmVV17RuHHj9Pbbb+ujjz7S6dOnJSlljf1zH3G5XM73m1y5cikxMVErVqyQJKVOnVpXr16VdO09ULhwYQ0ePFgzZsxQXFxcit+OCaDgdYmJiddNS506tV555RWtWLFCc+fOlfTfkCJv3rx6/vnnNXv2bPXs2VMSB1xvSDowJg0anVyNGjW0a9cuTZw4UXv37pUknT9/Xr/++qseeuihO14r7h5JQcTly5d1/vx5SZKPj48uX76sHDlyaPDgwdq6datGjBihtWvXerPU+17Sdv3nfXTq1Kn18ssva/HixVq2bJkkKU2aNJKk9OnTy9fXV5kyZXJbhpA5ZTt06JA++OADffTRR1q9erVq1aqln376SVu3btV7772nKlWqSJIWL16sPHnyOO8XeMeft+k/H8Off/55jR8/Xr1799YHH3yghIQE1atXT/v379fs2bOdG73AM/bv36/atWurSZMmGjBggDMY8ahRo9SlSxetWbNGkjR8+HC9+uqr6tixo6ZMmaLLly876+Bz8d3j+PHjqlOnjipVqqR+/fo50wcMGKBmzZopffr0zrQ2bdpo/Pjx6tu3r8aPH892do/69ttvFRoaqr59+2ry5Mnavn27Hn30Ubcf41KnTu38+8svv1RAQIBWrVp1XxwfuQsevCr53ZRWrVqlU6dOqWLFigoMDNSRI0fUs2dPHT16VJGR/6+9Ow+oKf//B/68bYoKFRJC1ihKio+xZovKnmxjCy32bNkZpgyRJZKyptUyliY7xdiXyL6EKC1K+6buff3+6NeZe2XmM5/vjG7q9fhnuqwbEUIAAHDiSURBVGeb93Xu+5z3eZ33+/V2xZAhQ5Ceno4JEyZg0KBByMvLw6ZNmxAZGYnGjRvzzbYcXbhwATt27ICrqyt++OEHAGVnr9uxYwd27twJkUiE+vXrIyMjA7m5uYiOjoaSkhL3bqki/mw2ymvXrqFr167YtGkT5syZIyw/evQojh49irt376JZs2YIDw8vx9IyaXFxcWjcuDGAsvX74cOHWLNmDVJTU7Fo0SL0798fGRkZGD16NGrXri3MlMUqp69dv8+fPw9PT08oKipi1qxZ6N+/P4CSlw/Xr1+Hl5cXEhIScO/ePb4HyJH0NfnVq1do3rz5n267b98+ODo6QlVVFQ0bNsT9+/ehrKyM4uJi7pXxjRAR5s2bh9evXwszxALA8uXL4eXlherVq6Nnz56YM2cOunTpAgBwdHTEsWPH8OLFC9SsWVOexWdfkZycjLFjx0JBQQHjxo3D+PHjsXHjRqxbtw6BgYHo168fANnr6p49e9C5c2e0adNGnkVn/wcSiQT+/v64ffs2Pn36hKioKDRs2BAxMTFQVVXFkiVLoKGhgV69eqFhw4ZQV1cXgk5VZgZ3OQz7Y6yM+fPnk46ODuno6FCDBg3I29ubCgsL6cGDBzR+/HhSV1cnQ0NDatasGRkZGRERUXBwMLVs2ZI+ffok59JXPb/++isZGxvT2LFj6fr168JyiUQiM8NZVFQU7dixg6ZOnUpr164VxrHzePaqQXoMe3BwMLm7u9Ovv/5KCQkJRETk4eFBysrK9PPPP9P79+/p/fv3ZG1tTVu3bqU7d+6QSCSiq1evyqv4Vdrdu3epcePG5OfnJyz7MifBpUuXaMyYMVS9enUyNDSkNm3aULt27YTcBpU9hwEjSkpKkvl8/vx56tOnD9nY2NDFixeJiOjy5cs0ceJEsrW1FX4bfA+Qj7CwMKFOz507l7p37y6TP+hr/P39qUePHnzuylHnzp3J1dWViEqSTycnJ5ORkRFdv36doqOjqVWrVjR8+HCKjIwU9klOTpZXcdlfKG0Tx8fH0+DBg6lPnz40YsQI0tLSkjl/pU6fPs11rJJJSkqihIQEcnFxIZFIRHZ2dtSwYUNq0qQJ1a5dm9q0aSNM2kEkO1N0ZcUBKCYX0g8mly5dok6dOtHly5cpNTWVZsyYQa1bt6Z169ZRfn4+5ebm0u+//05r164lf39/oRE0a9Ys6tOnD8+IJyfh4eFkYWFBo0aNkglCicVi4fzm5OTQu3fvZPbjhMRVg3QdX7BgAdWpU4fatm1LLVq0IDs7OyG57bZt20hdXZ0aNmxIDRo0oPbt21NBQQE9ePCADAwMeBYfOXn8+DFNmTKFjIyMZKbylkgkMuc2OTmZrly5Ql5eXrR//36hfnMDuvL5MqC4Z88eGjp0KN29e1dm+blz56hdu3bUu3dvunHjBhERvXz5UmhU829DfkoTV1tZWZGGhgbFxMT8T/vzufv2CgoKqFWrVsIkPKX1Tnr2rDt37lC1atXIw8NDWMYB/4pF+nyU3hffv39PQ4cOJQ0NDZlJlkqvjcuWLaMGDRpQfHx8+RaW/etKz6n07+DChQvUvXt3SklJoeLiYoqLi6Pg4GDy9vauctdWDkAxuTpw4ADNnj1beNNTav78+UIQKiUlRWbdq1evaPbs2VSzZs3/ufHE/jnpi+mJEye+GoQiIkpMTKSePXuSm5tbeReRVSAxMTE0YsQIunv3LkkkEgoICKDevXuTlZWVMB17bGwsnTx5kk6fPi001BYtWkTt27fnt7py9PTpU5o+fTq1atVKJggl/XYuJSWFbt26JbMfB5krpy8fcHfv3k3t27enSZMm0b1792TWeXt7k4aGBnXu3Jlu374tLK8Kb3YrOiMjI1JSUqJVq1bJuyjsKz5//kw//PADde7cmT5+/CgsL61/YrGYsrKyyMbGhg4ePCivYrK/8Pr1azpy5IhM78LS++KHDx9oyJAh1LNnT9q3b5+wfvny5VStWjW6c+dOuZeXlY8XL15Q9erV6cqVK19dX5WCUDyAm8lVaGgoIiIiYGlpicLCQlSrVg0AsGHDBgBAYGAgsrKysHDhQtSsWRMFBQU4deoUXr9+jcuXL8PY2Fiexa+SSpOOi0Qi2NraAgDWrl2LLVu2AAA6d+4szH4UHx+Ps2fPyrO4TI5CQkLg4+MDDQ0NtGnTBiKRCOPGjUO1atXg6+uLmTNnYtOmTTA0NISBgQGAktnxPD09cfToUVy6dAl169aV87eoulq3bo3p06cDANatWwcAmDhxopCfIDk5GXZ2dlBXV8dvv/0m5K7ghOOVz6lTp3DmzBkAQM+ePTFkyBBMnjwZ6urq2LBhAzZv3ozZs2ejQ4cOAICaNWuiS5cu6NChg7AMQNXIbVFBleYWadeuHTp16oQ1a9agQYMGmDJliryLVqWRVN4fIoKysjKWLVsGW1tb/Pzzz/Dw8ICKigoUFBSEc+ju7o63b9+iR48eci49+9KLFy9gamqKwsJCBAQEYOjQoVBVVRVmg61fvz62bduGGTNmYO/evahRowYePnyIDRs24OrVqzAzM5P3V2DfgFgshp6eHpo1aybMEvxlvqcqlVdPzgEwVoX8WffgKVOmUIMGDcjPz69MLoKpU6fS2LFjZfbNzc2ljIyMb1pW9t99rSfUmDFj6LfffiNLS0syNDTknBFVnIeHB7Vp04YaNWpEaWlpMuvCwsKoX79+1LFjR2GY5ufPn+ncuXPk4uJCDx8+lEeR2Vc8efKkTE+olJQU6tatG7Vq1Uqo56xy2rVrF9WsWZPGjRtHbdq0oe7duwtD64iIAgMDqWPHjjRu3DiKiIigrKwsGjJkCG3dulWm1wYrf9J1Mz8/X2bd8uXLSVFRUSbPGxHRgwcPyqVs7Os9ZYhK2rmrVq0iRUVFmjJlCv3+++9ERHTjxg2aO3cuqaurU3R0tBxKzP5KRkYGDR06lBwcHGjChAmkpqZGBw8elKl70sPxhg8fTjo6OqSmpsY9n75T/+vQV2tra5o6deo3Ks33gwNQrFxINz7fv39PiYmJMkNrRo4cSYaGhrR3717Kzc2V2be0cn+Ze4TJn/T5OHnyJHXu3JlUVFSobdu2HHyqYv7sAdPX15cMDQ1p7NixQvLxUvv376fZs2fL7FtcXEwFBQXftKzsf1cahDI0NKQtW7ZQv379OMhcBfj5+ZGioiIdOXKEiIji4uKoXr16dOrUKZl6GxISIuQVat68ORkbGwu/Cb5vl7+HDx/K/Ltv376dHBwcyNXVlR49eiSsW7FiBSkrK5O3tze9efOGhgwZQoMHD5ZTqauW58+fU/Xq1UlRUZGCgoLKBAhTUlJo69atpKGhQdWrV6fq1atTy5YtqWPHjnT//n05lZr9lXfv3tHy5cvp5MmTRETk4uLyl0GouLg4mjBhAj1+/Fgu5WX/jPQ98Ms20Jdt4tJr7ujRo2ny5MnfvnAVnIiISN69sFjlRlLdi1euXIlTp07h7du3aNu2LQYNGoS5c+cCAEaOHInHjx9j0aJFGDZsGNTV1b96DFY+/mwqULFYLDPERvrcHD9+HEePHsXu3buhpKTEUzVXEdK/lXv37kFBQQHFxcXo2LEjAGDHjh0IDAxEixYt4OHhgfr165c5xpe/K1bxPHv2DDt27IC3tzdatWqFmJgYnpK9Ejt8+DBGjhyJI0eOYOjQocJyMzMz6OrqIisrC40aNUJgYCBEIhGePn2KhIQEpKWlYcSIEcKQE67X5WvevHmIjIzExo0b0bNnT6xbtw4///wz7OzscOLECbRq1QqzZs2CnZ0dFBQU8PPPP2P58uXCMOl79+5BWVlZ3l+jUsvMzMSkSZOgpaWF4uJihIWFwc/PD8OHD4eqqqrMtm/fvsWtW7eQkpICc3NzNG3alIemV2Bv376Fvr6+0CZycXHBvn37sGvXLtjZ2aFatWoQi8XIzMyElpYWXyMrgW3btiEyMhJNmzZFnz59YGVlBeDrz1Fv3rxBo0aNqnybqWp/e1YuSoMTa9asgbe3N/z9/ZGZmYlnz55h8eLFyMjIwOrVqxEWFoYxY8Zg7ty5qFOnDgYMGFDmGKx8SF80T5w4gU+fPiE/Px/Ozs5lbpTSOaEGDx6MwYMHAwA/lFYRRCT8Vtzc3HDo0CHk5+ejsLAQw4cPx8aNG+Hi4gKJRIKQkBAsXboUP/30Exo2bChzHG6Alb8/CzL/mdatW2Pq1Klo0qQJZs2axUHmSu7z588AgFevXgnLhg8fjuTkZIwdOxYJCQnYs2cP+vbti/Pnz8PQ0BCGhobCtvxgJR9OTk64dOkS3N3dkZubi5iYGJw+fRo//PADcnJyMGLECHh7e4OIMHLkSCxduhS9evVCTk4OevfuDUVFRa7X31hWVhaMjIxgYWEBGxsb1KhRA1OnTgUAmSCUWCxGkyZN0KRJEzmWlv2VDx8+oEaNGqhZsyYACOeqqKgIysrK2LFjB4gI06ZNg0gkgo2NDdavX4/c3Fx4enryNfI7JP3i3cPDA+vXr8eIESNw/vx5XLt2DbGxsZg+fbpM3rZSTZs2BcD3Rx6Cx8pFRkYGWVpa0q5du4Rl2dnZ5OPjQ+rq6hQYGCgsX7lyJc+iJEfS3fYXLVpE+vr6ZGFhQS1atKBOnTrR69ev5Vg6VlFt3ryZtLW16ffff6ebN2/SiRMnqGbNmjRkyBBhm61bt1LLli1p7dq1ciwpI5LtHr53715avnw5OTk50fPnz//2EEgedlf57d27lxQUFGj9+vVkZ2dHRkZGFBsbK6xfv349Va9enfPRVBCldfL169dkbGxMPXr0IAsLC3r79q2wTUpKCllZWVHXrl0pKCioTHuL21/l482bNzLXYWdnZ1JTU6OAgADhGlxcXMw5TyuwN2/ekKKiIvXo0UOYsVC6/kj/7ezsTJqamtS9e3dSVFTkXGuVwK1bt2jOnDl06dIlIiJ6+fIlubi4kKmpKW3btk3YjnMglsUBKFYuPn36RHXq1KF169bJLE9PT6fBgwfT3LlzuRFUwWzatInq168vJEYMCAggkUhEZmZm9Pz5czmXjlU0Y8eOpblz58osi4mJoWrVqtGKFSuEZYcPH+a6XYEsWrSI6tatS2PGjKFOnTpRy5Ytad++fZSVlSXvorEKYvfu3aSkpEQ1atQQgk+ldfjIkSNkaGgoE+Bg8vHlQ87Lly/J3NycVFVVKSwsTGZdamoqWVtbU6tWrejcuXPlWcwqKyEh4avBJOlE8U5OTkLOoIyMDFqyZAnNnj2bg/0V1N27d6lBgwbUt29f6tevH6WkpBDRn+cGMjAwIG1tbc7hVQn8+uuv1K5dO2rbti29efNGWP7y5UuaPn06dejQgbZv3y6/AlZwPB8u+yboi9RitWvXxuDBg3Hr1i2Z7vy1atVC7dq18ebNmzJdEat010Q5EIvFwt9paWl49uwZvLy8YGZmhuPHj2P69OlYv349xGIxxo4dixcvXsixtKwiKSoqwosXL5CVlSUs+/z5M4yNjbFkyRKcPXtWmHZ2+PDhQm4YJl++vr4IDg7GmTNnEBgYiA0bNuDly5dwd3dHWFgYcnNzAZS9nrOqZfLkyQgICEB+fj5CQkJQVFQERUVFSCQS7N69G61atYK+vr68i1nllQ7zuHTpEuLi4tC8eXOEhYWhdevW2LlzJy5duiRsq62tjT179sDa2hq9evWSV5GrjNK8QIMHD0ZqaiqAP9pcysrKwt8+Pj6YOHEiXFxcMGjQIPzyyy+YPHkyD4esoFRVVaGmpgYbGxvk5+dj3LhxyM7OhoKCgnCelZSUUFhYCBcXF7x9+xaRkZFo3769nEvO/qm6devCwMAAcXFxiIyMFJY3b94cc+bMwQ8//AB3d3ccOXJEfoWswDgAxf5Vnz59AvBHXiBpvXv3xtOnT7F7924heJGdnY23b9+iWbNm5V5WJqs04Pfw4UNoa2tjyJAh6NGjB6Kjo+Hq6gp3d3fMnz8fM2bMwN27d9G3b1+8f/9ezqVm5am0TkskEpnlysrKGD9+PM6cOYPz588DAFRUVAAAampqUFRUhIaGhsw+HGAuf9JBv6KiImRnZ2PRokUwMTHB0aNHYWtrCz8/P5iYmMDNzQ0hISHIzMzkHHxVwJd1+sv796hRo+Dn54fly5djw4YNEIvFsLW1RWxsLMLCwiASicocg5UP6X/3ixcvwtnZGTt27EBSUhKaNGmCw4cPIzU1FR4eHjIPSnXr1sXGjRv5hUA5+PTpE3R1daGiooKxY8fi48ePQhAXgJB3CyiZtENHRwePHz/G3bt30a5dO3kWnf0JiUSChg0bwsjICPb29pgzZw4KCgowbtw4DBkyBF5eXigoKAAAFBYWokaNGrh58yaMjIzkXHL2v/rava1Lly5YsWIF+vXrh127duHQoUPCuubNm8PFxQWurq4YMmRIOZb0OyLX/lesUjl//jwNGzaMfv/9d2HZl9Mvb9++nYyNjaldu3bUv39/6tSpExkZGfF0zXJ07NgxcnJyIiKi2bNnU79+/WSmi925cyf16dNHGN8eEhJCzs7O5OTkxEOpqhjpYTZf1tWYmBiys7OjXr160enTp4moZIitlZUVjR49mut2BbJ582Z6+/YtxcTEUFJSEr18+ZLatGlDXl5eRET05MkTUlNTI11dXTpx4oR8C8u+OenhIi9fvvzLbffu3UsqKiqkqalJbdq0EYYP8RAh+ZC+rnp7e9PChQtJR0eHatWqRUuWLKH4+HgiKjmvJiYmZGVlRadOnZJXcausx48fU/PmzWnLli3UrVs36tevnzDMubRtRURUUFBAzs7OpKCgQA8fPpRXcdmfKK1v0tfMPn360PHjx4mIKDw8nHR1dUlBQYHOnj0rsy1fI79P0uf65MmTtGfPHvL19aX09HQiIoqOjiY7Ozvq2rVrmaHOpfhZqSzuAcX+NdnZ2Xj58iV8fHxw48YNAH/0hCqNHru4uMDb2xtOTk7Q19eHra0toqOjhdmU+E17+SoqKkJycjICAwPRqVMn7N27F5s3b5aZBvj169d4/vw5qlevjoyMDAQFBaF+/frw8fHhN6dVyL1799CjRw/4+/sDKNvL0djYGC4uLqhfvz6GDRuGNm3a4IcffsCHDx+wf//+r/aKZOVD+u2dv78/5s6di8zMTBgbG6NevXp4+fIllJSUMHDgQADAx48fMWHCBDg6OgrLWOV06NAh7NmzBwDg6uoKBwcHYejl10ycOBE7duyAqakp7t+/D2VlZZ4xTY6kZxlesmQJOnXqhJCQEAwbNgxHjhyBt7c3Pnz4gObNm+Pw4cN48OABzpw5I+dSVy3cU6ZyePToESZPngygZLhraY81bW1tJCUlAQBCQkJQWFiI9u3bY9u2bUhJSRGGxvI18vtUev7mz58PR0dHeHp6Yt26dWjVqhXOnj0LExMTLFq0CA0aNMCOHTuwf//+MsfgHv9fIecAGKtkwsPDycLCgkaNGkXXr18XlovFYuHNQU5ODr17905mP44Oy49YLKY+ffqQSCSiMWPGCMtL39YkJCRQ48aNSUdHh5o3b05GRkYySTNZ1fD48WOaMmUKGRkZ0d69e4XlEolE5i18cnIyXblyhby8vGj//v1C3ea3f/J35swZ8vHxKfOWLiAggPT09OjUqVMUGxtLtra2NGvWLGE9X58rrxUrVpBIJCIrKyvS0NCgmJiY/2l/rtfl7+bNm8LfEomE0tPTyczMjDw9PWW2c3NzI11dXVqyZAklJCQQEVF8fDzX53LAPWUqlwcPHlDt2rVJJBJRUFCQzLo9e/aQh4cHjRs3Tpi458iRI2RkZEQjRozg+lYJBAUFkY6ODkVHR9OnT58oIyODRo8eTbVq1RKuxzdv3qQ+ffqQi4uLnEv7feAAFPtXSD+Anjhx4qtBKCKixMRE6tmzJ7m5uZV3EdmfyMvLI3d3d1q+fDnVrVuXpk+fLqwrnQo4OTmZtm7dSjt37hQaR9xIqnqePn1K06dPp1atWskEoaQb2SkpKXTr1i2Z/bgBJh/S5+XevXukrKxMioqKQgNa+rz07NmTdHR0qGHDhtShQwcOMlchRkZGpKSkRKtWrZJ3Udh/sXDhQpo6dapMmysvL486d+5Mq1evJiLZe3O/fv1IT0+Pli5dSklJScJyviZ/Ow8fPqSJEycKn0vPh729Pfn6+hIR0bhx46h27dpkampKtra2lJycLJeysv/u/v37pKqqSs7OztS/f38aP348Ef3x3LN//34SiUTUuHFjunv3rrDuyJEjMrOjse/XL7/8QlZWVkQke+20tbUlY2Njob307NmzMrORsq/jABT71/y3IFRKSgp1796dDAwM+OFGjv7s4lhYWEi+vr6kra0tE4QiIrpz547MZ268Vl1Pnjz5ahCKiCgpKYm6detGAwYM4JxPciY93feDBw+IiMjHx4d0dXXpxx9/FNaVBpmJiCIiIuj06dPca62KKL0XjBkzhhwcHEhRUZH8/PzkXCr2V27fvi3Uy9jYWGG5nZ0dtW/fnnJycojoj3v0rFmzyMLCgjp06ECBgYFExLk2vyXuKVO53L17l2rUqEGLFy8mIqJDhw6RgoKCTK5bIqJNmzbR7du3iYjr1/fua89IixYtIn19feFzabvp/PnzpK+vT0+fPv2vx2CyOADF/lVfC0KNGTOGfvvtN7K0tCRDQ0NOWipH0hdFPz8/mjdvHtnb29PZs2cpIyODxGIx7dq1i+rUqUNTp06ltLQ06t+/P9nb2/NNlQm+FoRKSUmhbt26UatWrTjALGcnTpwgR0dHSktLoxkzZpCysjLl5eVReno67dy5k9TV1Wn27NnC9tJBqFL8MFQ5SddN6ckmiIiWL1/+1SBUaQCTVRyhoaHUoUMHCg8PJyKi1NRUatKkCfXp04dSUlKEc2tnZ0dnzpyhYcOGkampqTyLXOlxT5nKJS0tjVq1akWurq7CsoSEBOrcuTMtWLCAJBIJt3UqscjISKHX6KNHj6hFixY0f/58mW2uXLlCLVu2pBcvXsijiN81DkCxf510oOLkyZPUuXNnUlFRobZt23LwqYKYP38+6ejo0MiRI6lHjx6kpaVFrq6uFBcXR0VFRXTgwAHS0tIiAwMDMjU15ZssK6M0CGVoaEhbtmyhfv36cYC5gggKCiJtbW3q0KEDaWtr06NHj4R1mZmZtHPnTtLR0aE5c+YIy/mNXeX28OFDmXvz9u3bycHBgVxdXenRo0fCuhUrVpCysjJ5e3vTmzdvaMiQITR48GA5lZr9mTNnztDAgQOpb9++FBERQUQlAZBmzZqRgYEBde3alUxMTKhZs2ZEROTr60smJiZfDTazf457ylQuRUVFVFhYWKb3P1FJbrV69epRWloaEfF5rCyk20APHjwgkUhEa9asobS0NCooKKC1a9dSp06dyNHRkRITE+nhw4dkbW1NlpaW3H76P+AAFPuf/Fkl+/JtufQF+dixYzR+/HjOHVRBXLx4kRo2bCi8gSMqeRgxNjam5cuXC291Pnz4wMNx2F96+vQpzZw5k0QiEbVu3ZqDT3ImfX0eMWIEKSgo0KhRo4QExKUyMzPJ19eX6tWrJ5OrhFVOrq6u1KFDB7p06RIREXl4eJC6ujpNmjSJtLW1qUuXLhQSEiL8ftauXUsikYjatm3Lk07I2V893EZGRpKtrS1ZWloKiaw/f/5M7u7utHjxYlq1apVwLZ4wYQJZW1tzAOob4J4ylcvDhw9p2bJllJ2dLbO89Pr48eNHMjQ05Fy2lYj0ddbDw4O2bt1KGhoapKamRkuXLqXPnz9TZmYmeXl5UevWralatWrUunVr6ty5s1C3OQj1vxER8bzY7O+RSCTCdJQnTpzAp0+fkJ+fD2dn569uT0TCFMGleLrm8id93gDgt99+w8yZM3Hp0iU0atRIWLdp0yasXr0ajx49QqNGjWSOIRaLeRrRKuDL38rf8fDhQ5w7dw6zZs2CkpIS1/EKoKioCL6+vsjPz8e2bdtga2uL2bNno2XLlsJ1OTMzE/7+/jh37hwiIiL+5/POvh8vX76Evb09dHR0MHv2bAQGBmL69On44YcfkJOTgxEjRiA3NxfTp0/HyJEjoaCggGvXriEnJwe9e/eGoqIi12s5+fjxI+rUqSPTnpL+OzIyEps2bUJubi7mzZuHgQMHyuz/7t07bNy4EQcPHkRUVBSMjIzK/TtUZsXFxZBIJHj48CHMzMxk1i1evBh79+7FkydPoKWl9dU2MatYHjx4AFNTU6xevRrLly//6jafP3+Gk5MTnj17hitXrkBRUZHPbSWxdu1abNq0CUFBQSgqKsKDBw+wYsUKuLm5YeXKlVBRUYFEIsGlS5ego6ODdu3aQUFBge+P/xfyi32x74l0dLg0GZuFhQW1aNGCOnXqRK9fv5Zj6djfER8fT0RER44coVq1agnnLC8vj4hK8oHUq1ePQkND5VZGJj/Sb2/27t1Ly5cvJycnJ3r+/PnffmvOPZ/kz8vLixwdHYXPQUFB1KBBA3JxcZHJU3Djxg0i+vp04azyKK2Tr1+/JmNjY+rRowdZWFjQ27dvhW1SUlLIysqKunbtSkFBQWV6NHM+MPm4ffs2iUQiOnfuHBHJtsOk/7506RINGjSI+vbtS8eOHROWJycnk4+PD5mamtL9+/fLr+BVBPeUqVyio6OFHi/SpO+NpfXu2bNnVK1aNWFWQ/b9y8/Pp27dugmziZby9fUlkUhEK1asoMTExDL78f3x/4ZfebK/pTSy7+XlhQMHDuDo0aO4efMmVqxYgVu3bsHOzg4vXryQcynZn9mzZw/69esHABg2bBiMjIwwePBgFBUVQU1NDUDJm1ZNTU1oaWnJs6hMTkp7wLi5uWHRokWIjY1FdHQ0bG1tERISguzs7P96DH4DJH+PHj1CWlqa8Hn06NHw9PTEyZMnsWHDBvz2228YOHAghg8fLry1JSLuAVUJSSQSoU42bdoUR48eRV5eHmJiYnDr1i1huzp16uDgwYOoWbMmVq9ejUuXLskch3u/ykfTpk0xZswYDBs2DJcuXRLqKlDSJpNIJACAnj17Yv78+cjOzsaFCxeE/evWrQt7e3ucP38e7du3l8t3qKwePHiAdu3aQUVFBerq6jLrSq+lmpqa6Ny5M6KioiAWiwFAOH+sYnn8+DG6du2KRYsWYe3atcLy7du34/Tp02XqXYsWLdCzZ09cuHABhYWF8io2+5cQEYqLi5GamgplZWUAf/RunDZtGsaOHYtffvkFu3fvRn5+vsy+fH/8P5Jn9ItVfNKR3dTUVJo2bRqFhIQQUUluJ01NTdqwYQOZmJhQx44d6fnz5/IqKvsLsbGx1KBBAwoICCAiojt37pCpqSkZGBhQaGgohYaG0sCBA8nMzIyj+VXYzp07SV9fn6Kjo4mI6PLlyyQSiahly5bk7+8vTPHNSTcrhq/V1YCAADIzM6PMzEyZvCOHDh0iExMTatu2LXXr1o1zklQhFy9eFHo8vXnzhkxMTMjS0pIuXrwos11ycjK5urryPaACSUtLo8mTJ5Oqqqpwvr68/n78+JE+fPhA8fHxQm8NvkZ/O9xTpnL59OkT1atXjywsLCgzM1NYvm7dOlJQUKCoqKiv7nfs2DGe/ew79WfXx7lz55Kenh7FxsYS0R9trMWLF5OlpSWJRCIKDAz8y2Owv4cDUOxviYmJISKiiIgISkxMpHv37pGBgQF5e3sTEZG/vz+JRCLS19end+/eybOoVd6XF8Xi4mLKyMigoUOHkrOzMxGVDMt4+fIljRw5kpo2bUrGxsZkbW0tPJTyA0jVIH2eP3/+TBs2bKDt27cTUclQzZo1a5K/vz+NHDmSdHR0yN/fnzIyMuRVXPYnAgIC6OrVq/Ty5Uvy8/OjZs2aUWpqapntYmNj6enTp8KDEg+ZrJykH4QvXLhArVq1ooULFwrDB169ekXt2rWjvn37ConJv8T3gIrjr4JQycnJ1K5dOzI1NRW25+G0386jR4+oRo0atGrVKpnl3t7e9Ntvv8m0v8RiMYnFYurfvz+NHDmSE8BXYEuWLKFmzZrRunXriIjI09OTtLS0hOT+rPKQvj5mZWVRSkqK8PnZs2fUt29fsrCwENKUfP78mQYPHkxXrlyhuXPnkoGBAbeD/wUcgGJfdezYMXJyciIiotmzZ1O/fv0oPz9fWL9z507q06cPffz4kYiIQkJCyNnZmZycnLjhWkF8OfPVsWPHSElJiS5fviyzPD4+nlJTU4WGEz+UVj2bN2+mt2/fUkxMDCUlJdHLly+pTZs25OXlRURET548ITU1NdLV1aUTJ07It7CMfvvtN7pw4QIRleQhadasGbVo0YLU1NSoZ8+eJBKJaNCgQbR//346ceIEJSYmCtfqUvyQWjlJPwB7e3vTwoULSUdHh2rVqkVLliwRcgG+fPmSTExMyMrKik6dOiWv4rK/KS0tjaZMmSIThPrw4QN169aNjI2NuUdjOeCeMpXb8uXLqUmTJtS/f3+qXbu2cD6lr6mHDh2iBw8eyKuI7B+Sbvf8/PPP1K1bN9LT0yMHBwd69OgRERFFRUVR//79qXr16tSrVy9q3bo1tW7dmoqLi2nbtm1kamrKz0n/Ag5AsTI+f/5Mvr6+pKGhQRYWFqSpqUlPnjyR2WbhwoXUqFEjys3NpfT0dBo0aBD99NNPwnoOQsmXn58fmZubk5ubG6WkpAhv3uzs7Gju3LlUUFAgNFi/fGPHKj/p8+zn50cikUimURUREUHt2rUThtRGRUWRk5MTrVy5kuu2nO3YsYNUVFTo2rVrRPRHwDgzM5Oio6Pp9OnTpKWlRcbGxmRiYkLq6uqkq6tLo0aNkmexWTn76aefSFNTk44cOULnz5+nyZMnU6tWrcjNzU14OfHq1SuqX78+zZkzR86lZX9nOEdaWho5ODiQmpoaHT58mPr160eGhobCvZwfir497ilTOaSkpND9+/fLJOdfu3Ytqaio0OTJkyk9PV1m3ZIlS6h27do86VIlsGzZMtLV1aUdO3ZQZGQk1alTh2xsbIQX9JmZmbRz505avHgxeXh4CNdYJycnsra2ptzcXB6C9w9xAIp9lVgspj59+pBIJKIxY8YIy0sbOAkJCdS4cWPS0dGh5s2bk5GREb+Bk6MvL4SRkZHk6ekpzFY4adIkiouLo7Vr11Lbtm0pKyvrq/uxquXMmTPk4+NDYWFhMssDAgJIT0+PTp06RbGxsWRra0uzZs0S1nMQSj527txJysrKdOTIkTLrSutyTk4OderUifbv309ERElJSXT79m0+Z5XYzZs3hb8lEgmlp6eTmZkZeXp6ymzn5uZGurq6tGTJEiEIFR8fz78NOZN+IfDf2lFpaWnk6OhIIpGIWrVqxcEnOeCeMt+3mJgYatu2LbVp04ZEIhGtWbNGZv3q1atJX1+f3N3dKSkpiYhKzrmamhrdvn1bHkVm/6KzZ8+SoaEhXblyhYhKZgSuVq0a1a9fnzp37vzVnowfPnygmTNnUq1atejhw4flXeRKiQNQ7Kvy8vLI3d2dli9fTnXr1qXp06cL60p70yQnJ9PWrVtp586dQuOHG0Hl78s8PtIN2Ly8PPL29iZra2tq0KABzZgxg0QiES1fvlweRWVyJv2gc+/ePVJWViZFRUUKCgoiItnfUs+ePUlHR4caNmxIHTp04ACznPn5+ZGysrLMNOtERIGBgWWG27q4uNCPP/5Y5hgcaKh8Fi5cSFOnTpV5+M3Ly6POnTsL00lL35f79etHenp6tHTpUuHhioh/G/IifU3esGEDubq6fjV/m7TExETy8fHhdlc54J4ylUt0dDRVr16dFi1aRPfv3xd6gL969Upmu6VLl1KjRo1oy5YtNHfuXFJVVaU7d+7IqdTsn5C+xhYXF9OdO3fIx8eHiEjoMR4QEECJiYmkoaFBNjY2MqkmkpOTycvLi3r27ClM0MP+OQ5AMSL686FXhYWF5OvrS9ra2jJBKCIqczHmBmz5K+3JRFTSFXzUqFFkampKGzZsoOvXrxPRH2/lDh48SK6urqStrU0WFhaUnZ0tlzIz+ZBOmlj6ZtbHx4d0dXVlghXSiVIjIiLo9OnTQt3mBx35OHPmDIlEIvr5559llltbW5OpqWmZhJhr1qyhdu3alWcRmZzcvn1bqJelM/cQlQy3bt++vTBzZWkdnjVrFllYWFCHDh14Np8KZMGCBaSnp0ebN28W8nT9HXxN/na4p0zl8uTJE1JRUSEPDw9hWWZmJnXp0oWOHTtGgYGBdOPGDWHdihUrSCQSkbq6Ot29e1ceRWb/omnTptGSJUsoIyODEhMTKScnh3r37k2rV68miURCxcXF1LFjR1JSUiJXV1eZfZOSkujTp09yKnnlxAEoViYfzLx588je3p7Onj1LGRkZJBaLadeuXVSnTh2aOnUqpaWlUf/+/cne3p4brnJ04MAB4Q33okWLSEtLi1atWkU//vgjWVhYUNeuXYVExdKePHlCNWrU4GmBq5ATJ06Qo6MjpaWl0YwZM0hZWZny8vIoPT2ddu7cSerq6jR79mxh+6/N1sMBZvmJiIigNm3a0IQJE+jevXtERDR8+HBq164dvXnzhohkgwgHDx4kGxsbvj5XIaGhodShQwcKDw8nIqLU1FRq0qQJ9enTh1JSUoRJROzs7OjMmTM0bNgwmZnTmPycOnWK9PT06OrVq/IuCvv/uKdM5ZKbm0ujRo0iVVVVmYTwa9asIZFIRN27dyc1NTVq2bIl+fv7C+u3bdtGjx8/lkeR2T8k3f558uQJGRgYyMz6+unTJzIxMRHOd35+Pk2bNo2uXr0qtHe5DfXtcACKCebPn086Ojo0cuRI6tGjB2lpaZGrqyvFxcVRUVERHThwgLS0tMjAwIBMTU15SI4c7dy5k0QiEZ06dYpevHhBrVq1EmbGISK6ePEijR49mvr06SPzVrz0bamTkxNNnTq13MvN5CMoKIi0tbWpQ4cOpK2tLcz2QfRHskUdHR2ZZMSckL5iOXnyJFlYWNCPP/5IPXr0oPbt21NcXBwRyTaSbt68SYWFhcL54/NYNZw5c4YGDhxIffv2pYiICCIiun//PjVr1owMDAyoa9euZGJiQs2aNSMiIl9fXzIxMeGp4ctZ6cyi0nbt2kVdu3al4uJiob6W1ml+ACp/3FOmcjp58iQNGjSILCwsKDk5mby9val27dp07Ngx+vz5M7148YKMjY1pwIABZYZVsu/Xxo0bycnJqcxkGx8/fiRDQ0MaMmQIbdmyhfr160dmZmbCNZdfun5bHIBiRFQSsGjYsKHMzXP79u1kbGxMy5cvJ4lEQp8/f6YPHz7wkBw5O3DgACkrK9Nvv/1GRCW5fGrVqiXM3lDq1KlT1KRJk68m1BswYAANGzaML7CVnHTwYcSIEaSgoECjRo0qkzMoMzOTfH19qV69ejRx4sTyLib7C9IPoCdOnCBTU1PS0tKio0ePltl24MCB1K9fv6/uyyqHvzqnkZGRZGtrS5aWlsKsXJ8/fyZ3d3davHgxrVq1SrhnT5gwgaytrTkAVY7OnTtHHTt2LHPf3bx5M+nq6goPvdIPQKdOnaK0tLTyLmqVxT1lKh/pa2ZpoL5hw4ZUvXp1YahkaZ1ctGiRzEQ97Pvy5f0xNTWVJk6cSMrKyjRkyBBhm9LzHR0dTe3atSMLCwvq16/fV2cHZ98GB6CqqC/fioeHh1PTpk3p7du3Mus2btxImpqa9O7duzLH4OBF+du7dy+JRCLq27evsOzhw4fUsmVLCggIICLZC2fLli3L5C149eoVGRoacjfxKuTz58+0bds2Wr9+PTVq1IhcXFzo+fPnRPTH7yUjI4M8PT2pf//+3GumgpGu06dPnyZzc3MaM2aMzJCdgQMHUrNmzbhnaiWXkpJCRLK/Cem/L126JAShSl9SSIuLi6NZs2aRlpYWz+ZTzsRisXBtPXPmjLD8woUL1KpVK1q/fj19/PhRWJ6bm0vdu3cXEuay8sE9ZSqfL4NQ1tbW1KpVK6EdVBqYnzRpEo0YMYLy8vLkUk72z+Xk5Mjka3r9+rUwAVPpizuxWCy0lTIyMigjI0P4jXDHivLBAagqrjTZ5ZEjR6hWrVrCrB2lF9/8/HyqV68ehYaGyq2MrMSuXbtIQUGBpkyZQnp6ejRz5kxh3bhx46hu3boyD6Sl45v37dsnc5yioiLKzMwst3Iz+fLy8iJHR0fhc1BQEDVo0IBcXFxk3vCWDikovQlzEKpi+bInlIWFBY0dO5auX79OgwcPppYtW/KU7JXc7du3SSQS0blz54jor4NQgwYNor59+8rMmpicnEw+Pj5kampaZlYv9u1MnTqVbt26JXx+9OgRiUQicnFxEZY5OTmRsbExzZ8/n27evElXrlwhKysrMjMz4/pcTrinTOX2tSCUhYUFxcTEEFFJAvlatWrJpChg348LFy7QokWLqHnz5tS2bVuys7Oj27dvk0QioaSkJHJwcCANDQ1hhjuxWFymIwW3e8sPB6CqsN27d1ObNm2Ez127diVjY2OZN+jv3r2jFi1aCA1eJh9eXl4kEomE3B6lOXukZya0trYmbW1tmjt3Lrm7u1Pfvn3J2NiYG69VnIODA40YMUJmWXBwMDVq1IimTp1K4eHhNGDAAGrQoAHnHangpM/LyZMn6T//+Q9Vr16dDA0NOfhUBaSmptLYsWNJQ0NDyPkn/ZuQbjxfvnyZOnfuLPOigqjkxQQP6So/BQUFZGpqSo0bNxam8C4uLqbAwEBSV1eXCUItXbqUunbtSiKRiExMTKhXr15CveYe5+WDe8pUDtLXwj8L1JcGGbt160aTJk0iNTU1Hhnwndq7dy81bdqUJk2aRAsWLKCFCxdSw4YNqWHDhnTw4EESi8UUHx9Pjo6OVKtWLTp58qS8i1zlcQCqCouNjaUGDRoIQ7fu3LlDpqamZGBgQKGhoRQaGkoDBw4kMzMzbvzIWWRkJAUHBwufMzIyyNfXt0wQys3NjaytralLly40fvx4brxWMV87zwEBAWRmZkaZmZkyweVDhw6RiYkJtW3blrp168ZDt+Tsz968fXlOpRvQv/76K40fP154KOLgU+WXlpZGkydPJlVV1a8GoYhKkqt++PCB4uPjyyS1ZuUvJyeH+vfvT40aNRKCUGKxmIKDg0lVVVUmCJWVlUV3796l2NhY4dxxvS5f3FPm+5WXl0f5+fn06tUrmXun9N/S5/fs2bPUtWtX0tDQ4ATy3ylfX19SUVGh4OBgys7OFpanpqZShw4dqF69esKQ55cvX5KLiwuJRCL6/fff5VVkRkQiIiKwSo+IIBKJhM9isRg5OTmYNGkSdHV1sWPHDhQXF+Pt27dYunQpbt++DXV1dejr6+PXX3+FsrIyxGIxFBUV5fgtmPR5zMrKQkhICJYuXQp7e3t4e3sDAPLy8qCgoABVVVUAQHFxMZSUlORWZlb+Dh48CAMDA9StWxeRkZFYt24dbt68CW1tbZntXr9+jc+fP6Nly5ZQUFDg34qcSCQSKCgoAABOnDiBT58+IT8/H87Ozl/d/svrOcD1vCr59OkTFixYgKCgIERERKBXr17CbyIlJQV9+/aFoqIi7t27B0D298XkIzc3F0OHDsXTp09x8uRJmJiYQCKRICwsDJMmTcKUKVOwbdu2Mvvxufu2pP99pa+r0n+fPXsWW7ZsQXZ2Npo3b46QkBBcuXIFZmZmcis3K+vp06dYvnw5nj59ijdv3qB169bo168f3N3dy7RvpM/vpUuX0Lx5czRq1EiexWf/B3v27MHUqVNx6NAhDBs2TKjPpec6JycHFhYWqFOnDqKiogAAL1++xPHjxzFnzhxuM8kRB6CqmA8fPkBPT0/4fPz4cYwYMQIXL15Et27dhOUJCQlQVVWFlpYWRCIRP9xUUKVBqGXLlmH06NHYsmWLzPqvPaiyyiciIgKqqqqwtLTEo0ePMGTIECgoKCA+Ph6dOnVCVFQUbG1tMXz4cNSuXRvm5uZQUlKCjo6OcAx+0JEP6Trq5uaG4OBg6OrqIj09HVpaWggODkbTpk3lXEpW0Xz69AmLFi3CwYMHhSBUYmIi7O3tkZGRgbt370JZWVnexayyvnbvzc3NxeDBg/HixQucOHFCJgg1ZcoUjBgxAvv27ZNPgauY/Px8iEQiJCQkoEmTJsLLVekXrdLn8Ny5c/jpp5/w4MEDREZGokOHDnIrOyvr4cOH6NatG8aNG4f27dujQYMG8Pb2xo0bN2BkZITIyEgoKCj86fll3ycbGxtERETg5s2bMDExkbnnlZ7rgwcPwtHREb///jtMTU1l9udnWzkq/05XTF78/PzI3Nyc3NzcKCUlRZh+2c7OjubOnUsFBQVfnYKSk7JVbJmZmbRr1y4SiUS0efNmeReHlbMdO3aQiooKXbt2jYj+GK6RmZlJ0dHRdPr0adLS0iJjY2MyMTEhdXV10tXVpVGjRsmz2OwLmzZtovr16ws5KAICAkgkEpGZmZmQf4RVHX9nyFxaWho5ODiQmpoaHT58mPr168f5wCoA6TZTamqqMHMhEVFhYSFZWlqWGY63Z88e6tWrF7e3ysGTJ09o+PDh1KZNG1JTUyNTU1NatGjRV4c8StfDixcvfnVGaCZfKSkpZGpqSm5ubjLLs7KyyNPTk2rWrEmDBg3iYciVVN++falhw4Z04cKFr6ahuHLlColEIrp586YcSsf+DAegKrEvL7aRkZHk6elJ+vr6ZGFhQZMmTaK4uDhau3atzGwefJH+/qSnp9OxY8c411MVs3PnTlJWVqYjR46UWVdaj3NycqhTp060f/9+IiJKSkqi27dv829FzqT//VNTU2natGkUEhJCRETHjh0jTU1N2rBhA5mYmFDHjh05CFWFSAch/ltutrS0NHJ0dCSRSEStWrXi4JMcHTp0iFJTU4XPS5YsIXNzc6pduzY5ODhQYGAgEZWcU0tLS9LX1xdmI5Q+5xyE+nZiYmKoZs2aNH36dNq1axf99ttvNGDAAKpduzZ169ZN+Lf/s5xBrOKJjo6m9u3b06NHj4TzVvrf7OxsWrx4MdWpU4fCw8OJiM9nZSF9j7O0tCwThJJIJCSRSGj37t3Uo0cPnv27guEAVCUlffP8/PmzTCM2Ly+PvL29ydramho0aEAzZswgkUhEy5cvl0dR2b+MHzyqBj8/P1JWVpaZZp2IKDAwkBISEmSWubi40I8//ljmGByEkr/SxLYRERGUmJhI9+7dIwMDA/L29iYiIn9/fxKJRKSvr89v36sA6eDDhg0byNXVVSao8TWJiYnk4+PDyejl6PTp0yQSiWjNmjVUUFBA27dvp7p165Kfnx95eXmRtbU1mZqa0pYtW4ioZHa8/v37k7KyMr148ULOpa8auKdM5RQQEEBKSkqUk5Mjs7z0PCYlJZGWlhb99NNP8ige+4b+LAhV+sybnZ1NAwcOJGdnZ3kVkf0JTvhRCWVnZwtjnDdu3Ijx48ejU6dO8PT0xI0bN6CmpgYXFxeEh4fjl19+gYqKCrS0tHDmzBnk5OTIufTsn+LxzJXf2bNnMW3aNKxatQqDBw8WltvY2MDT0xM1atSQ2b5+/fp48OBBmePwpALl7/jx40Jy8Tlz5mD+/PkoKCjAgAEDoKuri1u3bsHAwAD29vYAAHV1dTg5OWHgwIEy+ftY5VSah23hwoXw8vKCvr4+CgoK/nIfXV1dODk5QUlJiXNayEn//v2xY8cOrFy5Et7e3oiLi8OmTZswZcoUzJkzB15eXujVqxcCAgIQFRWFatWq4fDhw5g+fToMDAzkXfwqISEhARKJBOPGjYNYLAZQkidGQ0MDjo6OcHFxwfXr1xEREQGgJEcQq/h0dXWhpKSEixcvQiKRCMtL8zvVq1cPTZs2RXp6uryKyL6R0nseAFy4cAEtW7bEhAkTcP36dRQXF2P06NFITEzE1q1bAXCdrkg4AFXJBAQEwMvLC0BJQlt3d3e0bt0aRkZGOHToEBYsWICLFy8KF+axY8di48aNuHLlCh4/foygoCB5Fp8x9jeIxWIYGhrixYsXiI6OBgCMGDEC79+/x9GjR1GzZk2ZG23Tpk2hr6/PN185KyoqQnJyMgIDA9GpUyfs3bsXmzdvFmasBEpmJnz+/DmqV6+OjIwMBAUFoX79+vDx8YGioqLw4MQqr9OnTyMwMBCHDh3C7Nmz0aBBg7+9Lwefyl9pnXRycsKWLVuwYMECbNy4EdnZ2cI2LVq0gLOzM3JycoRrtrq6Ory8vLhel5NHjx7h8ePHMknHFRUVQURQV1fH7NmzIRaLhdkjOUF1xfThwwdEREQgISEBANC5c2fUrVsXO3fuRFZWlrBdaTAqIyMDampqaN++PQAOQlQ2XwahWrVqhfHjx8PCwgKvXr3CzZs3oaSkBLFYzHW6AuEAVCXi6+uLCRMmwMLCAi9fvsSxY8dw+PBhrFy5EgcOHMC6devQqFEjeHh44PXr18J+xcXFMDQ0xI8//og7d+7I8Rswxv6OAQMG4JdffsHTp0/h5eWFnj174tWrVzh58iSaNGkiM7vLrVu3YGdnh+PHj0MkEsm8IWTlS1lZGVOmTEGnTp1w+/Zt2NjYwNDQEACEBtTs2bOhoKCAxo0bw9zcHK9fv4abm5twDO61Vrls3ry5zLL379/DwMAAnTp1Eupr6UMTPzxVLEQkUydnzJiBvXv3QiKR4PLly0hKShLWNW/eHIaGhrhz506Z88j1+tvjnjLfv8ePH2PgwIEIDQ3Fo0ePIJFIoK6uDk9PT0RGRsLR0RFxcXEA/uhN6unpiffv36Nnz54AOLD4vfmzNqv0NVQ6CHX+/Hk0aNAAmZmZiImJgbKyMoqLi/kaW8Hwq7JKIiAgADNnzkR4eDisrKwQHR2N5ORkmbehvXr1QmFhIZydnREfHy90+y7dJi4uDmpqajLTlDLGKpbS4JKNjQ2ICCtXrkRcXBz8/f2hr68P4I8GlrW1NYqLi3HmzBlh39JGGZOPwsJCWFpa4j//+Q98fX0xY8YMeHt7Q0lJCYWFhdDT08OtW7cQGhoKFRUVODg48NCqSur8+fMIDAzEzJkzZe65eXl5ePXqFbKzs1GrVi2hzovFYpw7dw4WFhbQ0tKSY8lZqdJr7cGDByEWizF+/HhMmDABBQUFcHZ2RrNmzeDo6IiGDRsiJycHb968Qf/+/fkhuBx8+PAB9+/fR/v27dGgQQOZnjLdunVDrVq1AJQ84CooKHy1pwyfp4rj8ePH6Nq1KxwcHDB58mS0adNGWNe/f39s2LABbm5uuH//Prp06QJdXV28ffsWZ86cwYULF9C4cWM5lp79X5TWTQAIDw9HUVERNDU10bt37zJ1U7qddPXqVWFfbjtVUOWedYr96/bu3UsikYj69u0rLHv48CG1bNmSAgICiEh21oeWLVvSmjVrZI7x6tUrMjQ0FKYAZ4xVXNL1+fTp02Rubk5jxoyhq1evCssHDhxIzZo1+6+zaLFv689mtCosLCRfX1/S1tam6dOny6z78jrMyeIrJ7FYLPw+zpw5Iyy/cOECtWrVitavX08fP34Ulufm5lL37t3Jx8en3MvK/lxOTg6Zm5tTly5dKDQ0VLg+e3t7k0gkoo4dO9LUqVNp8ODB1L59e74ml4NHjx5R+/btafz48XT69GmhnoWFhVH16tVp5MiR9PbtW5l9li5dSo0bNy6znMlfeno69ezZkxYsWFBmXU5OjjCL9507d8jGxobMzMyoS5cuNGPGDHr69Gl5F5f9C6TbufPnzydNTU1q2bIlKSsr08qVK/90P+n2Es8oWnFxAOo7t2vXLlJQUKApU6aQnp4ezZw5U1g3btw4qlu3rsxD6adPn8jExIT27dsnc5yioiKeopKx74j0zfnEiRNkYWFBY8eOpevXr9PgwYOpZcuWPCW7nEk3fvz8/GjevHlkb29PZ8+epYyMDBKLxbRr1y6qU6cOTZ06ldLS0qh///5kb2/PMzFVYlOnTqVbt24Jnx89ekQikYhcXFyEZU5OTmRsbEzz58+nmzdv0pUrV8jKyorMzMy4PsvZ1+pmYmIiWVlZUffu3Sk4OFjYpnQWSxMTEwoLCxMejvgcfjuPHj2iWrVq0bx58+jx48cy6zIzM2n79u2koaFBLVu2pIkTJ5KbmxuNGjWKateuTffu3ZNTqdlfiY+PJyMjIzp16pSw7MqVK7R27Vpq0aIFtWvXjvbs2UNEJfWzqKiIiouL+T5aCbx79446dOhA9+/fp9jYWNq/fz+pqKjQvHnz5F009g9wAOo75uXlRSKRiCIiIoiIaOfOnaSjoyPzNt3a2pq0tbVp7ty55O7uTn379iVjY2Nu/DBWCUg3rk6ePEn/+c9/qHr16mRoaMjBpwpk/vz5pKOjQyNHjqQePXqQlpYWubq6UlxcHBUVFdGBAwdIS0uLDAwMyNTUlHtIVGIFBQVkampKjRs3pujoaCIqeWMbGBhI6urqMkGopUuXUteuXYUARq9evYTfBveKk793797JfE5MTKS+fftS9+7dKSwsTLg+b9q0ibp27Sp85nP37XBPmcrp3r171KRJEwoMDKT8/HzasWMHdezYkfr27UvTp08nJycnEolE9Ntvv8m7qOxf9PPPP9OPP/5Ijo6OMtfN0NBQUlFRofnz58uxdOyf4ADUdywyMpKCg4OFzxkZGeTr61smCOXm5kbW1tbUpUsXGj9+PDdgGfsO/FnX4S/rrXQQ6tdff6Xx48cLQScOPsnfxYsXqWHDhnT37l1h2fbt28nY2JiWL19OEomEPn/+TB8+fKDTp09zD4kqICcnh/r370+NGjUSglBisZiCg4NJVVVVJgiVlZVFd+/epdjYWOGawL8N+fP396dOnTpRZGSkzPIPHz5Qx44dydjYWCYI9eV/2bfBPWUqj5cvX8oMtRo3bhypq6tT06ZNSVVVlTw9PenRo0dERJSWlkZt27alVatWyam07N9WVFREP//8MykpKVGXLl3KrA8NDaXq1avTlClT5FA69k9xVq7vWI8ePQD8kSixZs2aGDVqFABg6dKlAABvb294eHggLy8PCgoKwnTfnJSNsYpLOvHiiRMn8OnTJ+Tn58PZ2bnMBAEikUi4BgwZMgRDhgwBwHVcXqTPHVCSUFpZWRna2trCOhcXFxQUFGD16tWYOnUqGjVqhPr166N+/foASqZ153NXedWoUQNHjhzB0KFDYWtri5MnT8LExAQjR44EAEyaNAkKCgrYtm0bNDQ00KFDB2FfiUTCvw05uHbtGqKjo6GkpIQePXrAysoKXl5e+OWXXyASidC9e3cAQP369bFx40ZYW1vD3d0dtWrVQt++fQFwUuvykJKSgpycHHz69AkFBQXYu3cv9uzZg9q1a6Nfv34Qi8VwcHBAvXr1MHDgQK5LFRQR4fLly/jpp5+Qk5MDT09PBAQEICwsDGKxGP/5z3/QpEkTmX1q1aolTMTCvj9ftp2UlJQwZ84caGhoYM6cOdi4cSPmzZsnrB85ciTy8/Oxd+9evrZ+j+Qa/mLfRGZmJvn6+lKdOnVo1qxZZdbzmx7GKi7p+rlo0SLS19cnCwsLatGiBXXq1Ilev34tx9Kxvys+Pp6IiI4cOUK1atUSzlteXh4REeXn51O9evUoNDRUbmVk5edr992cnBzq3bv3V3tC1ahRgyZMmFC+hWRf5e/vTzo6OtS+fXtSUFAgY2Njunr1KiUkJFC7du3IyspKpidUREQEjRs3jubMmcNJcMsB95SpnD59+kQ+Pj6kpaVFc+bMEZZ/WackEgktW7aMmjdvzgnkv1PS5/T+/ft09uxZevnyJWVnZxMR0S+//EIikYi8vLz+9Bj8bPt94QBUJZWZmUm7du0ikUhEmzdvlndxGGP/o02bNlH9+vWFGdECAgJIJBKRmZkZPX/+XM6lY39l9+7d1KZNG+Fz165dydjYWCa307t376hFixZ07tw5eRSRlSPpxnVqaiqlpKQInwsLC8nS0rJMEGrPnj3Uq1cvDmDImZ+fH6moqNChQ4coKyuLrly5Qm3atBFmHX727BkZGxvTgAEDaPfu3fT69WuytbWltWvXCsfgc/jtSCQS2r17N4lEIpmkxKGhoRQUFERv3ryR2T4tLY1++OEHYRgeq3ik60t6ejpt376dtLS0vpp0+vr16zR79mzS1tbmBPLfKenAkZubGxkaGlKDBg2oW7duZGNjQwkJCSSRSMjT05MUFRVpy5Ytciwt+7dwAKoSS09Pp2PHjnGuJ8a+A9L1NDU1laZNm0YhISFERHTs2DHS1NSkDRs2kImJCXXs2JGDUBVYbGwsNWjQgAICAoioJOGtqakpGRgYUGhoKIWGhtLAgQPJzMyMr8+V2KFDhyg1NVX4vGTJEjI3N6fatWuTg4MDBQYGEhHR58+fydLSkvT19en+/ftEJPsQxgEM+Thz5gyJRCIhmFR6Hjw8PEhXV5cSExOJiOjVq1dkbW1NjRo1ogYNGpC5ubkQbOa38t8e95SpHNLS0igjI4OI/jwItXjxYmH5gQMHyMTEhHr37k0PHz4s9/Kyf076+rh582aqU6cOXb58mYiIZs2aRaqqqnT+/HkiKpnAw9PTk0QiEfccrwQ4AFVFcNJSxr4PMTExRFQyjCMxMZHu3btHBgYG5O3tTUR/TOutr69fZhYmVv6+fMAsLi6mjIwMGjp0KDk7OxNRyfX35cuXNHLkSGratCkZGxuTtbU1TwhRiZ0+fZpEIhGtWbOGCgoKaPv27VS3bl3y8/MjLy8vsra2JlNTU+FtbkFBAfXv35+UlZXpxYsXci49Iyq5Brdp04YmTZpEv//+u7B81apV1KJFC0pKShLqblpaGkVHR9OFCxd4IoFywj1lKo+UlBTq1asXLVq0iNLT04lI9vxmZGTQ5s2bSV9fn/z9/YXl165dk+lRyr4PT548Ef4uLi6mwsJCGjlypDBiJzw8nNTV1WnXrl1EVJKyIC8vjyQSCQUFBfG1tRLgABRjjMnRsWPHyMnJiYiIZs+eTf369aP8/Hxh/c6dO6lPnz708eNHIiIKCQkhZ2dncnJy4sBFBZKQkCDz+dixY6SkpCS8zSsVHx9PqampQuCKG1KVl4+PDykoKJCnpyctXLiQDh48KKx78eIFubq6UseOHYX8QdnZ2TRnzhyu1xXIyZMnycLCguzt7Sk2NpbOnDlD1apVo6NHjxJRSQD6a72c+Bx+O9xTpnJydHSkTp060erVq+nTp09EJHt+k5OTafTo0TRlyhSuX9+xNWvWkJmZmUzbSCKRkK2tLUVERFBERASpq6uTj48PEZX0EPbz86Pjx4/LHIfbTt83hf+eppwxxti3UFRUhOTkZAQGBqJTp07Yu3cvNm/eLMxWCQCvX7/G8+fPUb16dWRkZCAoKAj169eHj48PFBUVIRaL5fgNGAD4+/tjyJAhWLx4MT5+/IjCwkIMHjwYQ4cOxa+//orCwkIUFRUBAPT09KCtrQ2RSMQzmlVSpXXSyckJW7ZswYIFC7Bx40ZkZ2cL27Ro0QLOzs7IyclBdHQ0AEBdXR1eXl5crysAIgIA2NjYYNmyZXj79i0mTpyIwYMHY9euXRg6dCjEYjFEItFXZ1/6crZS9u/4+PEjRowYAQ8PD2RkZEBBQQESiQRAySxoY8eOxYoVKxAYGIjdu3cDAH788Ufs2LEDwcHBMDIykmfx2Rfu3buHlStXAgB27tyJrl274sSJE9i2bRvS09OhoKAgXAvr1q2LBg0a4MmTJ0L9ZN+fNm3aoF69enB3d0dUVJSwXFVVFXPmzMGYMWOwceNGODk5AQBSU1MRGhqK+Ph4meNw2+n7xgEoxhiTE2VlZUyZMgWdOnXC7du3YWNjA0NDQwBAcXExAGD27NlQUFBA48aNYW5ujtevX8PNzU04Bj/olL8vG78tWrSAvb09goKCYGNjA2dnZ7x79w7t27fH2bNn8fnzZygrK5eZKlh6ymFWORCRTJ2cMWMG9u7dC4lEgsuXLyMpKUlY17x5cxgaGuLOnTtlflNcr+VLJBIJ58TW1hYrVqxAVlYW2rVrhzZt2gAoOUf8IFy+6tSpg5YtWyIyMhJbt24VghSlQaiaNWti9OjR+OGHH3Djxg0hePGf//wHderUkWfR2RdiYmJgbm6O3NxcYZmnpyd69OghBKE+fvwIRUVFoT2UlZUFU1PTrwZ92fdh2LBhmDt3LtTV1bFu3TpcvXoVIpEI3t7eUFFRgZ6eHsaOHYvs7GykpqbCwcEBeXl5cHR0lHfR2b+IW7+MMSZHhYWFsLS0xLJly3D+/HnMmDEDQMnbncLCQujp6eHWrVtYsWIF5s+fj+joaCgrKwsNMla+Sns9ACU92IqKitCjRw/MmzcPz549w/jx45GSkoIuXbogKSkJT548wYYNGwCAG81VQOk5PnjwIPbv3w8iwoQJE+Dj44OQkBBs375deJObk5ODN2/eoGHDhvzbqICkg1ADBw6Eu7s7AGDTpk24ceOGsA379rinTOXy4MEDdO7cGW5ubvD09JRZt3HjRvTo0QPh4eFYtWoV4uPj8eHDB6xcuRLHjh2Di4sLB+i/Q6VBYqAkeF+7dm3cvn0by5cvx9WrV1G3bl14e3sjNTUVHTp0QOfOnTF48GAkJycjMjKSewZXMiLiqzNjjJUbiUTy1Z4vnz9/xr59+7BkyRKMGjUK3t7ewrq7d+/CzMxM+CwWi7kBJgfZ2dnQ0NAAUNJIvnPnDp4/f44xY8aga9eu6Ny5s9DLKTAwEPfu3cP+/fvRrFkzXLhwAerq6nL+Bqw85ObmolevXlBWVsbs2bNhZ2cHkUiE7du3Y+bMmTAzM4OpqSlSUlLw9u1b3L59G8rKyvIuNvsT0j0Xw8PD4e7uDg0NDWzatAlt27aVc+kqv5iYGJiammLu3LkywYp58+YhKioKgwYNgrOzM+rUqYPi4mIoKSnB0dERysrK2LJlC98rK5hXr17B2NgY8+fPx5o1a4T6FRAQgIYNG6JXr14AAA8PD5w8eRI3btxAp06dkJOTg4MHD6J9+/Zy/gbsf/Flz29XV1ccP34cw4cPR3JyMs6fP4+2bdti1apV6NKlC7Kzs4Vew/Xr18eIESOEXnA87K4SKfesU4wxVkVJJ9T08/OjefPmkb29PZ09e5YyMjJILBbTrl27qE6dOjR16lRKS0uj/v37k729PU/nLWcHDhyg1atXExHRokWLSEtLi1atWkU//vgjWVhYUNeuXenChQtl9nvy5AnVqFGDfH19y7vIrJx8rW4mJiaSlZUVde/enYKDg4VtSmexNDExobCwMJ4xTc6kr8nSvkxyLH2Ow8LCaMqUKX+6L/v33L9/n9TU1GjJkiVfXe/q6krm5ubk4uJC79+/p7i4OFqxYgXVrVuXHj9+XM6lZf+NWCymxYsXU506dcjLy0tYvmbNGqpTpw7dunVLZvukpCQ6efIk3blzhxITE8u5tOzfUno9vX37NjVs2FCYeIOI6OjRo2RpaUm9e/emq1ev/uX+rPLgHlCMMVbOFixYgH379sHS0hLJycl4+PAhJk6ciNmzZ0NPTw/BwcGYM2cOatWqhZo1a+LmzZvcQ0KOfH194ezsjIiICDRr1gy2trbw8fER3tReunQJfn5++PjxI3x9fWFgYAAAwhs7Z2dniMVi7Nq1S55fg31j79+/R6NGjYTPSUlJGD9+PAoLCzFjxgyMGDECIpEIXl5eOHr0KC5fvgyRSMQ9GuVEujfqiRMn8OnTJ+Tn58PZ2fmr29MXb/K/PAb7d3FPmcrpw4cPWL9+PW7cuIGJEyciKysLnp6e2L9/PwYMGADg63WNfV9mzZoFFRUVmV6L9+/fh6WlJU6cOIGuXbsKy8PCwjBhwgR069YNCxcuRJ8+feRRZFaO+K7JGGPl6NKlSwgJCcGZM2cQGhqKyMhIrFmzBufOnYO/vz8UFRUxatQoPHr0CDt27BCG53DOJ/kICAjAzJkzER4eDisrK+Tk5CA5OVmmK3ivXr0wfvx4vHr1SmamltJt4uLikJaWxvkLKrHdu3fDzs5OZlYfXV1d7N+/H3l5eVizZg0OHz4MIsLcuXOF4BN9kbSclQ8iEgJHbm5umDlzJnx8fODl5YXOnTvjzZs3Zfb52gMxB5++DYlEgj179kBDQwPa2toASv79165di3nz5skMZ168eDF+/fVXnDhxAt7e3jh37hwHnyowPT09uLm5wdzcHJs3b8bSpUsREhKCAQMGCPdIDj5939LT06GkpIRTp05hzZo1wnJlZWXUrVsXr1+/BvDHhC4jR45E27Zt8fr1a5w+fVouZWbliwdTMsbYN/TlG/K8vDwoKytDW1tbWOfi4oKCggKsXr0aU6dORaNGjVC/fn3Ur18fQEnOJx77Xv727duHyZMno0+fPhg4cCCAPxpQcXFx6Natm/Cm1srKCioqKrh8+TK6d+8uHCM2NhZv375FQEAABxoqkWvXriE6OhpKSkro0aMHrKys4OXlhV9++QUikUj4DdSvXx8bN26EtbU13N3dUatWLfTt2xcAv+WXp9J/dy8vLxw4cAAnT56EmZkZDh48iPHjx8POzg5BQUFo2bKlnEtaNSkoKGDGjBnIy8tDSEgIVFVVkZWVha1bt2L//v0wNzcH8EcdqlevHmxsbORcavZ36erqYtmyZVBQUEBkZCSio6NhaWkpJJrme+X3rXbt2pg/fz5q1qyJoKAgSCQSrFy5Em3btkW3bt0wd+5c6Ovro0ePHgCAjx8/wsDAADY2Nhg3bpycS8/KA7+6YYyxb6g0+JSQkACgZNa79PR0IfiUn58PAHBxcYGamhquX79e5hjcGCt/fn5+cHBwgIODAx4/foxZs2YBAIyMjGBhYYF58+bh2rVrwoNseno6qlevLjMECwAaN26MGzduyCSRZ9+33bt3Y/DgwfDz84OLiwtGjhyJuLg4nD17FgkJCfDw8JDpCZWbm4shQ4agZ8+e6N27N4CSAAgHn8qfdC/EtLQ0PHv2DF5eXjAzM8Px48cxffp0rF+/HmKxGGPHjsWLFy/kWNqqjXvKVG716tXD4sWL0b17dxw6dAi//PILgJL2jvSMaez7pKenh2nTpsHe3h4hISFYvnw5gJK2Va9evTB06FDMnz8f69evx8iRI5GYmIhx48ZBQUGBz39VIJ/UU4wxVnXs3r2b2rRpI3zu2rUrGRsb0+fPn4Vl7969oxYtWtC5c+fkUUQmxcvLi0QiEUVERBAR0c6dO0lHR4emT58ubGNtbU3a2to0d+5ccnd3p759+5KxsTEnk67k/Pz8SEVFhQ4dOkRZWVl05coVatOmDfXt25eIiJ49e0bGxsY0YMAA2r17N71+/ZpsbW1p7dq1wjE4ebX8xcTEEBFRREQEJSYm0r1798jAwIC8vb2J6I9k8fr6+vTu3Tt5FrXKS0pKolmzZlG7du3I09NTWM6JiSuHxMREmjFjBv3www+0YsUKeReH/QOl9zbpSRvevXtHK1eupFatWtHy5cuF5StWrCBra2vq2LEjDRs2TGgP8/2xauAk5Iwx9o29fv0a3bt3x7p16zBu3DjcvXsXU6dORWZmJjw8PAAA+/fvR3JyMm7evMk9nuQsKioKiYmJGDVqFAAgMzMToaGhWLp0Kezt7eHt7Q2gJPfIw4cPkZ6ejubNm8Pf3x/Kyso8hKCSOnv2LKysrLBmzRosXbpU6MW4bt06bNmyBdHR0dDV1UVsbCxmz56NmJgYSCQS6Onp4erVq1BWVuZhd3Jy/PhxnD59Gj4+PpgzZw6ePn2K48ePQ1VVFUDJRAOHDx9GcHAwdHR0EBoaiqioKBARvL29uT7LWVJSEn7++Wfcvn0bQ4cOxaJFiwBwEvjKIikpCYsXL0Z8fDxCQkKEvF/s+yFdF9+9ewcA0NbWRo0aNZCSkoIdO3YgJCQEdnZ2Ql6o3NxciEQiqKmpQSQSCRO3sMqPzzJjjP2LvnzAFIvF0NbWhoWFBa5du4Zx48ahffv2CAsLw9KlS+Hm5gZ1dXXo6+vj+vXrnAOhAijNS1B6LmvWrCkEo5YuXQoA8Pb2hoeHB/Ly8qCgoCA8yHIDqvISi8UwNDREbGwsrl69ih9++AFAybBaDQ0NYUa7Zs2a4cCBA3j37h0+ffqEHj16QFFRkX8bclJUVITk5GQEBgbi3r17ePbsGW7cuCHUWaDkJcHz589RvXp1ZGRkICgoCB07dhSGjfA1Wb50dXWxdOlS/Pzzzzh58iTy8vKwevVqDj5VErq6uli3bh0AcPDpO0RSkzqsWLEChw8fRm5uLgBgzZo1sLe3F9IYhIWFQVFREatWrUKNGjVkjsH3x6qDe0Axxtg38OHDB+jp6Qmfjx8/jhEjRuDixYvo1q2bsDwhIQGqqqrQ0tLiN0AVXFZWFkJCQrBs2TKMHj0aW7ZskVnPvVsqv/DwcKxZswZNmzaFu7s7Xr16hUGDBiE4OBhDhw4VZvX58nfAAQz5kkgk6N+/Py5cuIDRo0cjMDAQwB8B4w8fPqBLly7Izc1FrVq1oKqqinv37kFZWVnOJWfSuKcMYxWXh4cHNm7ciF27dkFDQwOnTp3Cnj17sGjRIixevBiJiYnw8/PDli1bsGHDBkyePFneRWZywgEoxhj7l/n7+2PXrl3o3bs3XF1doampiWrVqmHkyJFo2LAhPDw8oKCgUGZIDg8nqPiysrIQGhoKR0dHeHl5Yfbs2fIuEisH0vX05MmT+Pnnn6GiooLbt2/D19cX48eP5yBTBZafn4/NmzcjPz8fvr6+sLOzE4bSFhYWolq1akhJSUFoaChUVFTg4OAAJSUlfiFQASUnJwMoSWLNGJM/iUSCgoICDBgwALa2tpg/f76wbv369Vi1ahVOnDiBPn364N27dzh//jwmTJjA98sqjANQjDH2D33Z8yUqKgp37tzB1q1boauri7Zt22LVqlUICAhAcHAwrl+/Dg0NDe4x853KyMhAVFQUbGxsuAFVhUjX14iICCxZsgTVqlXD9u3b0bFjxzLbMPn5s2D+58+fsW/fPixZsgSjRo0SglAAcPfuXZnZKjmgyBhjX/flvS4rKwvm5uaYO3cunJychMA+AAwZMgRFRUUIDw8vk6KCr7FVE79qZ4yxf0AsFgs31KKiIhQVFaFHjx6YN28enj17hvHjxyMlJQVdunRBUlISnjx5gg0bNgDgKaS/V7Vq1cLgwYOFvD6sahCJRMIQu4EDB8Ld3R0AsGnTJty4cUPYhsmXdPDJ398f8+fPx6hRo3Du3Dnk5+djypQp8PDwQFhYGKZNm4ZPnz7BysoKGzZsgPQ7WX4wYoyxsi5fvoxNmzZh06ZNSElJAQBoamqiffv22LFjB/Lz81GtWjV8/vwZANCgQQOoq6uXuT/yNbbq4gAUY4z9H2VnZws30I0bN2L8+PHo1KkTPD09cePGDaipqcHFxQXh4eH45ZdfoKKiAi0tLZw5cwY5OTlyLj37N/DwnKrlyyDU8uXL8fbtW6xcuRKPHz+Wc+kYACH4tGDBAixevBjv379HUlISRo0ahZ9++gnx8fGYNGkSNm7ciCNHjsDc3BwpKSkICAjgACJjjP2FAwcOYOrUqYiPj4e6ujrq1q0rrFu0aBFUVFRgZ2eHgoICqKiogIjw5MkTztfGZPAQPMYY+z8ICAjAmzdvsGLFCri5ucHPzw+zZs1CbGwsnj9/DhUVFaxevRqWlpYy+z19+hTm5ubYtGkTpk2bJqfSM8a+5s+Gbn05VEB6+MGhQ4dw9uxZ+Pr6cg63CuLSpUsYP348jh8/jg4dOgAAduzYgZ07d2LIkCFYvXo1iouLkZqaipiYGPTp04dnKmSMsb8QEBAAR0dHBAQEwMbGRhhi5+XlhRYtWsDGxgbHjx/H6tWrkZiYCFNTU6SkpCA/Px8PHjyAkpISD1NnADgAxRhj/zNfX184OzsjIiICzZo1g62tLXx8fNCrVy8AJQ8/fn5++PjxI3x9fWFgYADgjxmXnJ2dIRaLsWvXLnl+DcaYFOng04kTJ/Dp0yfk5+fD2dn5q9t/rSHNEwnIx5f/7r/99htmzpyJS5cuoVGjRsK6TZs2YfXq1Xj06BEaNWokcwzOR8IYY1/39OlT2NvbY/r06XB0dBSWjxw5EocPH0bfvn0xf/589O3bF0lJSfD19RVmFV24cCFP6sBkcCuJMcb+BwEBAZg5cybCw8NhZWWFnJwcJCcny9xUe/XqhfHjx+PVq1eIj48XlpduExcXh7S0NIjF4nIvP2OsLCISghRubm6YOXMmfHx84OXlhc6dO+PNmzdl9vnaW1wOPslH6b97QkICgJKZ7dLT04XAVH5+PgDAxcUFampquH79epljcPCJMca+7v3798jOzkaPHj0gkUgAANOnT0d0dDTCw8MhkUjg5eWFEydOQFdXFytXrsT69euxZMkSKCkpQSwWc/CJCbilxBhjf9O+ffswYcIE9OzZEwMHDgQAKCsro27duoiLiwMAIT+MlZUVVFRUcPnyZZljxMbG4u3bt1iyZAk/8DBWQZQGk7y8vHDgwAEcPXoUN2/exIoVK3Dr1i3Y2dnhxYsXci4l+yt79uxBv379AADDhg2DkZERBg8ejKKiIqipqQEAPn78CE1NTWhpacmzqIwx9l25ffs2srOz0bp1ayHgv2zZMly6dAkDBw7E1q1bkZWVhV9++QXv3r0rsz+3d5k0DkAxxtjf4OfnBwcHBzg4OODx48eYNWsWAMDIyAgWFhaYN28erl27JjzIpqeno3r16mWGeTRu3Bg3btyQme6bMSYf0r0Q09LS8OzZM3h5ecHMzAzHjx/H9OnTsX79eojFYowdO5aDUBVYz549kZmZiYMHDwIANm/eDCUlJbRu3RphYWEICwuDk5MTNDU1heHSjDHG/rvmzZsjPz8f586dE5bVr18fDRs2hEQigaGhIQYNGoRatWpxwnH2X3EAijHG/ovNmzfD0dER4eHh8PPzw4oVKxAcHIwZM2YAKBmWZ25ujkGDBsHV1RUeHh6wt7cXHlqlKSkpQVNTUx5fgzH2hdK3sg8fPoS2tjaGDBmCHj16IDo6Gq6urnB3d8f8+fMxY8YM3L17F3379sX79+/lXGr2ZfpSsVgMbW1tWFhY4Nq1awCA9u3bIywsDB07doSbmxvWrl0LkUiE69evQ1FRkYdAM8bY32Rubg4lJSX4+voKPf5LKSgoIDs7G1euXEGrVq1Qo0YNOZWSfS84CTljjP0XUVFRSExMxKhRowAAmZmZCA0NxdKlS2Fvbw9vb28AwOLFi/Hw4UOkp6ejefPm8Pf3h7KyMie3ZayCOX78OE6fPg0fHx/MmTMHT58+xfHjx6GqqgqgZKKBw4cPIzg4GDo6OggNDUVUVBSICN7e3lyfK4gPHz5AT09P+Hz8+HGMGDECFy9eRLdu3YTlCQkJUFVVhZaWFkQiESfDZYyx/1FwcDAmTZqE4cOHY8GCBTAxMQFQktd06tSpSElJwZ07d3i2O/Zf8d2XMcb+ix49egD4Y9armjVrCsGopUuXAgC8vb3h4eGBvLw8KCgoCA+y/KDDWMVSVFSE5ORkBAYG4t69e3j27Blu3Lgh1FkAeP36NZ4/f47q1asjIyMDQUFB6NixI5YvXw6AZ0yrCPz9/bFr1y707t0brq6u0NTUxODBgzF06FD8+uuvsLCwgIKCApSVlaGnpyc8DEkkEr4mM8bY/2jkyJHIzc2Fi4sLLl++DCMjIxQXFyM7OxtASZ6o0oTjfH9kf4V7QDHG2P9RVlYWQkJCsGzZMowePRpbtmyRWc9vgBirmCQSCfr3748LFy5g9OjRCAwMBPBHwPjDhw/o0qWLMI20qqoq7t27B2VlZTmXvOr68noaFRWFO3fuYOvWrdDV1UXbtm2xatUqBAQEIDg4GNevX4eGhgZfhxlj7F90//59+Pv748WLF9DX10eHDh3g6OgIRUVFfunK/hYOQDHG2D+QlZWF0NBQODo6wsvLC7Nnz5Z3kRhj/0V+fj42b96M/Px8+Pr6ws7OThhKW1hYiGrVqiElJQWhoaFQUVGBg4MDlJSUuHEtJ9Jv1IuKigBACAbm5+djz549OHXqFO7fv4+hQ4di+/btWLZsGX766Se5lZkxxqoS7vnE/i4OQDHG2D+UkZGBqKgo2NjY8M2XsQpIIpEIU0dL+/z5M/bt24clS5Zg1KhRQhAKAO7evSszWyU3ruUjOzsbGhoaAICNGzfizp07eP78OcaMGYOuXbuic+fOQi+n0mGV+/fvR7NmzXDhwgWoq6vL+Rswxljlwj1L2T/BASjGGPsXcQ8JxioW6eCTv78/nj17hvj4eDg4OMDCwgIaGhrYvXs3li5diiFDhmDdunUYM2YMatWqheDgYG5ky1FAQADevHmDFStWwM3NDX5+fpg1axZiY2Px/PlzqKioYPXq1bC0tJTZ7+nTpzA3N8emTZswbdo0OZWeMcYYY1/iABRjjDHGKr0FCxZg3759sLS0RHJyMh4+fIiJEydi9uzZ0NPTQ3BwMObMmYNatWqhZs2auHnzJud8kiNfX184OzsjIiICzZo1g62tLXx8fNCrVy8AwKVLl+Dn54ePHz/C19cXBgYGAP54CeDs7AyxWIxdu3bJ82swxhhjTAq/pmeMMcZYpXbp0iWEhITgzJkz6NChAwBgx44d2LlzJ2rUqIHVq1dj1KhR6NOnD2JiYtCnTx9OqCpHAQEBmDlzJsLDw2FlZYXo6GgkJyfLnItevXqhsLAQzs7OiI+PFwJQpdvExcVBTU2Nh04yxhhjFUjZhAiMMcYYY98xiUQi8zkvLw/KysrQ1tYW1rm4uGDixInYsmUL4uPjoaysjPr166N///5QVFSEWCzm4JMc7Nu3DxMmTEDPnj0xcOBAACUJx+vWrYu4uDgAJflHAMDKygoqKiq4fPmyzDFiY2Px9u1bLFmyhINPjDHGWAXCASjGGGOMVSqlOZ8SEhIAlMxsl56eLuSDys/PB1AShFJTU8P169fLHIMDF+XPz88PDg4OcHBwwOPHjzFr1iwAgJGRESwsLDBv3jxcu3ZNyMuVnp6O6tWro1GjRjLHady4MW7cuCGTRJ4xxhhj8scBKMYYY4xVOnv27EG/fv0AAMOGDYORkREGDx6MoqIiqKmpAQA+fvwITU1NaGlpybOoDMDmzZvh6OiI8PBw+Pn5YcWKFQgODsaMGTMAlAzLMzc3x6BBg+Dq6goPDw/Y29tDLBZj7NixMsdSUlKCpqamPL4GY4wxxv4CB6AYY4wxVun07NkTmZmZOHjwIICSAIeSkhJat26NsLAwhIWFwcnJCZqamkJiayY/pqamCAoKwoABAwAAo0aNws8//4zQ0FAhCBUeHo6pU6fixYsXCA8PR/369XH37l0oKSlBLBbLs/iMMcYY+xt4FjzGGGOMfdeISBiWBQBisRg5OTmYNGkSdHV1sWPHDhQXF+Pt27dYunQpbt++DXV1dejr6+PXX3+FsrIyJ6uuIKTPZVZWFkJCQrB06VLY29vD29sbQElOLwUFBaiqqgIAJ4tnjDHGvhMcgGKMMcZYpfDhwwfo6ekJn48fP44RI0bg4sWL6Natm7A8ISEBqqqq0NLSgkgk4gBGBVYahFq2bBlGjx6NLVu2yKz/MvjIGGOMsYqLh+Axxhhj7Lvn7++PIUOGYPHixfj48SMKCwsxePBgDB06FL/++isKCwtRVFQEANDT04O2tjZEIhEkEgkHnyowTU1NYTjetm3bygSgOPjEGGOMfT+4BxRjjDHGvjtf9nyJiorCnTt3sHXrVujq6qJt27ZYtWoVAgICEBwcjOvXr0NDQ4N7zHynMjIyEBUVBRsbGx4qyRhjjH2nOADFGGOMse+KdL6m0l5NysrKAID8/Hzs2bMHp06dwv379zF06FBs374dy5Ytw08//SS3MrN/Dw+ZZIwxxr5PHIBijDHG2HcjOzsbGhoaAICNGzfizp07eP78OcaMGYOuXbuic+fOQi+nwMBA3Lt3D/v370ezZs1w4cIFqKury/kbMMYYY4xVTRyAYowxxth3ISAgAG/evMGKFSvg5uYGPz8/zJo1C7GxsXj+/DlUVFSwevVqWFpayuz39OlTmJubY9OmTZg2bZqcSs8YY4wxVrVxAIoxxhhjFZ6vry+cnZ0RERGBZs2awdbWFj4+PujVqxcA4NKlS/Dz88PHjx/h6+sLAwMDAH8M13J2doZYLMauXbvk+TUYY4wxxqosngWPMcYYYxVaQEAAZs6cifDwcFhZWSEnJwfJyckyeYB69eqF8ePH49WrV4iPjxeWl24TFxeHtLQ0iMXici8/Y4wxxhjjABRjjDHGKrB9+/ZhwoQJ6NmzJwYOHAigJOF43bp1ERcXB6BkRjwAsLKygoqKCi5fvixzjNjYWLx9+xZLlizhGdQYY4wxxuSEA1CMMcYYq5D8/Pzg4OAABwcHPH78GLNmzQIAGBkZwcLCAvPmzcO1a9cgEokAAOnp6ahevToaNWokc5zGjRvjxo0bMDMzK/fvwBhjjDHGSnAOKMYYY4xVOJs3b4arqyt+++03DBgwAL6+vli2bBns7e3h7e0NALCxscGNGzcwfvx41KlTB5cuXUJSUhLu3bsnMzyPMcYYY4zJHwegGGOMMVbhREVFITExEaNGjQIAZGZmIjQ0FEuXLpUJQi1evBgPHz5Eeno6mjdvDn9/fygrK0MsFvNwO8YYY4yxCoQDUIwxxhirsIhIGGKXlZWFkJCQMkGovLw8KCgoQFVVFcAfM98xxhhjjLGKg1tnjDHGGKuwSoNPAKCpqSn0iFq2bBkUFRWxZcsWVK9eXdiGiDj4xBhjjDFWAXELjTHGGGPfjdIglEgkgqOjIwwMDDB79mxhvXTAijHGGGOMVRw8BI8xxhhj352MjAxERUXBxsaGcz0xxhhjjH0HOADFGGOMse8a53xijDHGGKv4OADFGGOMMcYYY4wxxr4pBXkXgDHGGGOMMcYYY4xVbhyAYowxxhhjjDHGGGPfFAegGGOMMcYYY4wxxtg3xQEoxhhjjDHGGGOMMfZNcQCKMcYYY4wxxhhjjH1THIBijDHGGGOMMcYYY98UB6AYY4wxxhhjjDHG2DfFASjGGGOMMcYYY4wx9k1xAIoxxhhjrIqIjIyESCRCRkbG396nSZMm2Lx58zcrE2OMMcaqBg5AMcYYY4xVEBMnToRIJIKTk1OZddOnT4dIJMLEiRPLv2CMMcYYY/8QB6AYY4wxxiqQRo0aISQkBPn5+cKygoICBAUFQV9fX44lY4wxxhj7v+MAFGOMMcZYBdKhQwc0atQIR48eFZYdPXoU+vr6MDU1FZYVFhZi1qxZqFu3LlRVVdG1a1fcvn1b5lgRERFo2bIl1NTU0KtXL7x9+7bM/+/3339Ht27doKamhkaNGmHWrFnIzc39Zt+PMcYYY1UTB6AYY4wxxiqYyZMnY+/evcLnPXv2YNKkSTLbLFy4EEeOHMH+/ftx7949NG/eHP3798enT58AAO/fv8ewYcNga2uL+/fvY8qUKXBzc5M5RmxsLKysrDB8+HDExMQgNDQUv//+O2bMmPHtvyRjjDHGqhQOQDHGGGOMVTDjxo3D77//jri4OMTFxeHq1asYN26csD43Nxc+Pj7YsGEDBgwYgDZt2sDPzw9qamrYvXs3AMDHxwfNmjXDxo0b0apVK4wdO7ZM/igPDw+MHTsWc+bMQYsWLdClSxds3boVBw4cQEFBQXl+ZcYYY4xVckryLgBjjDHGGJNVp04dWFtbY9++fSAiWFtbQ0dHR1gfGxuLoqIi/PDDD8IyZWVlWFhY4OnTpwCAp0+folOnTjLH/c9//iPz+cGDB4iJiUFgYKCwjIggkUjw5s0bGBoafouvxxhjjLEqiANQjDHGGGMV0OTJk4WhcNu3b/8m/4+cnBw4Ojpi1qxZZdZxwnPGGGOM/Zs4AMUYY4wxVgFZWVnh8+fPEIlE6N+/v8y6Zs2aQUVFBVevXkXjxo0BAEVFRbh9+zbmzJkDADA0NMSJEydk9rtx44bM5w4dOuDJkydo3rz5t/sijDHGGGPgHFCMMcYYYxWSoqIinj59iidPnkBRUVFmXY0aNeDs7IwFCxbg9OnTePLkCaZOnYq8vDw4ODgAAJycnPDy5UssWLAAz58/R1BQEPbt2ydznEWLFuHatWuYMWMG7t+/j5cvX+L48eOchJwxxhhj/zoOQDHGGGOMVVCamprQ1NT86rp169Zh+PDh+PHHH9GhQwe8evUKZ86cQe3atQGUDKE7cuQIjh07hvbt22Pnzp1wd3eXOUa7du0QFRWFFy9eoFu3bjA1NcWKFSugp6f3zb8bY4wxxqoWERGRvAvBGGOMMcYYY4wxxiov7gHFGGOMMcYYY4wxxr4pDkAxxhhjjDHGGGOMsW+KA1CMMcYYY4wxxhhj7JviABRjjDHGGGOMMcYY+6Y4AMUYY4wxxhhjjDHGvikOQDHGGGOMMcYYY4yxb4oDUIwxxhhjjDHGGGPsm+IAFGOMMcYYY4wxxhj7pjgAxRhjjDHGGGOMMca+KQ5AMcYYY4wxxhhjjLFvigNQjDHGGGOMMcYYY+yb4gAUY4wxxhhjjDHGGPum/h/38E85dQroxwA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TW" altLang="en-US"/>
          </a:p>
        </p:txBody>
      </p:sp>
      <p:sp>
        <p:nvSpPr>
          <p:cNvPr id="10" name="TextBox 28">
            <a:extLst>
              <a:ext uri="{FF2B5EF4-FFF2-40B4-BE49-F238E27FC236}">
                <a16:creationId xmlns:a16="http://schemas.microsoft.com/office/drawing/2014/main" id="{D4959236-A4F8-4BC9-B3BC-28395854E219}"/>
              </a:ext>
            </a:extLst>
          </p:cNvPr>
          <p:cNvSpPr txBox="1"/>
          <p:nvPr/>
        </p:nvSpPr>
        <p:spPr>
          <a:xfrm>
            <a:off x="428238" y="795202"/>
            <a:ext cx="7932943" cy="307777"/>
          </a:xfrm>
          <a:prstGeom prst="rect">
            <a:avLst/>
          </a:prstGeom>
          <a:noFill/>
        </p:spPr>
        <p:txBody>
          <a:bodyPr wrap="square" lIns="0" rIns="0" rtlCol="0" anchor="b">
            <a:spAutoFit/>
          </a:bodyPr>
          <a:lstStyle/>
          <a:p>
            <a:pPr lvl="0" algn="ctr">
              <a:defRPr/>
            </a:pPr>
            <a:r>
              <a:rPr lang="en-US" altLang="zh-TW" sz="1400" b="1" dirty="0">
                <a:solidFill>
                  <a:prstClr val="black"/>
                </a:solidFill>
                <a:latin typeface="Calibri" panose="020F0502020204030204" pitchFamily="34" charset="0"/>
              </a:rPr>
              <a:t>Electric Light Bus Price Comparison</a:t>
            </a:r>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2420" y="1101567"/>
            <a:ext cx="4467018" cy="4044401"/>
          </a:xfrm>
          <a:prstGeom prst="rect">
            <a:avLst/>
          </a:prstGeom>
        </p:spPr>
      </p:pic>
    </p:spTree>
    <p:extLst>
      <p:ext uri="{BB962C8B-B14F-4D97-AF65-F5344CB8AC3E}">
        <p14:creationId xmlns:p14="http://schemas.microsoft.com/office/powerpoint/2010/main" val="9882090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p:cNvSpPr>
            <a:spLocks noGrp="1"/>
          </p:cNvSpPr>
          <p:nvPr>
            <p:ph type="sldNum" sz="quarter" idx="12"/>
          </p:nvPr>
        </p:nvSpPr>
        <p:spPr/>
        <p:txBody>
          <a:bodyPr/>
          <a:lstStyle/>
          <a:p>
            <a:fld id="{2CF79176-4570-41BD-A306-9B768E284BF0}" type="slidenum">
              <a:rPr lang="zh-TW" altLang="en-US" smtClean="0"/>
              <a:t>7</a:t>
            </a:fld>
            <a:endParaRPr lang="zh-TW" altLang="en-US"/>
          </a:p>
        </p:txBody>
      </p:sp>
      <p:sp>
        <p:nvSpPr>
          <p:cNvPr id="3" name="TextBox 28">
            <a:extLst>
              <a:ext uri="{FF2B5EF4-FFF2-40B4-BE49-F238E27FC236}">
                <a16:creationId xmlns:a16="http://schemas.microsoft.com/office/drawing/2014/main" id="{D4959236-A4F8-4BC9-B3BC-28395854E219}"/>
              </a:ext>
            </a:extLst>
          </p:cNvPr>
          <p:cNvSpPr txBox="1"/>
          <p:nvPr/>
        </p:nvSpPr>
        <p:spPr>
          <a:xfrm>
            <a:off x="428238" y="795202"/>
            <a:ext cx="7932943" cy="307777"/>
          </a:xfrm>
          <a:prstGeom prst="rect">
            <a:avLst/>
          </a:prstGeom>
          <a:noFill/>
        </p:spPr>
        <p:txBody>
          <a:bodyPr wrap="square" lIns="0" rIns="0" rtlCol="0" anchor="b">
            <a:spAutoFit/>
          </a:bodyPr>
          <a:lstStyle/>
          <a:p>
            <a:pPr lvl="0" algn="ctr">
              <a:defRPr/>
            </a:pPr>
            <a:r>
              <a:rPr lang="en-US" altLang="zh-TW" sz="1400" b="1" dirty="0" smtClean="0">
                <a:solidFill>
                  <a:prstClr val="black"/>
                </a:solidFill>
                <a:latin typeface="Calibri" panose="020F0502020204030204" pitchFamily="34" charset="0"/>
              </a:rPr>
              <a:t>EV</a:t>
            </a:r>
            <a:r>
              <a:rPr lang="zh-TW" altLang="en-US" sz="1400" b="1" dirty="0" smtClean="0">
                <a:solidFill>
                  <a:prstClr val="black"/>
                </a:solidFill>
                <a:latin typeface="Calibri" panose="020F0502020204030204" pitchFamily="34" charset="0"/>
              </a:rPr>
              <a:t> </a:t>
            </a:r>
            <a:r>
              <a:rPr lang="en-US" altLang="zh-TW" sz="1400" b="1" dirty="0" smtClean="0">
                <a:solidFill>
                  <a:prstClr val="black"/>
                </a:solidFill>
                <a:latin typeface="Calibri" panose="020F0502020204030204" pitchFamily="34" charset="0"/>
              </a:rPr>
              <a:t>Light Bus and Diesel Bus Price Comparison and Government Funding</a:t>
            </a:r>
            <a:endParaRPr lang="en-US" altLang="zh-TW" sz="1400" b="1" dirty="0">
              <a:solidFill>
                <a:prstClr val="black"/>
              </a:solidFill>
              <a:latin typeface="Calibri" panose="020F0502020204030204" pitchFamily="34" charset="0"/>
            </a:endParaRPr>
          </a:p>
        </p:txBody>
      </p:sp>
      <p:sp>
        <p:nvSpPr>
          <p:cNvPr id="4" name="文字方塊 3"/>
          <p:cNvSpPr txBox="1"/>
          <p:nvPr/>
        </p:nvSpPr>
        <p:spPr>
          <a:xfrm>
            <a:off x="89587" y="1134628"/>
            <a:ext cx="9144000" cy="3600986"/>
          </a:xfrm>
          <a:prstGeom prst="rect">
            <a:avLst/>
          </a:prstGeom>
          <a:noFill/>
        </p:spPr>
        <p:txBody>
          <a:bodyPr wrap="square" rtlCol="0">
            <a:spAutoFit/>
          </a:bodyPr>
          <a:lstStyle/>
          <a:p>
            <a:pPr>
              <a:lnSpc>
                <a:spcPct val="150000"/>
              </a:lnSpc>
            </a:pPr>
            <a:r>
              <a:rPr lang="en-US" altLang="zh-TW" sz="1600" dirty="0"/>
              <a:t>Government Financial </a:t>
            </a:r>
            <a:r>
              <a:rPr lang="en-US" altLang="zh-TW" sz="1600" dirty="0" smtClean="0"/>
              <a:t>Incentives</a:t>
            </a:r>
            <a:endParaRPr lang="en-US" altLang="zh-TW" sz="1200" dirty="0"/>
          </a:p>
          <a:p>
            <a:pPr marL="171450" indent="-171450">
              <a:lnSpc>
                <a:spcPct val="150000"/>
              </a:lnSpc>
              <a:buFont typeface="Arial" panose="020B0604020202020204" pitchFamily="34" charset="0"/>
              <a:buChar char="•"/>
            </a:pPr>
            <a:r>
              <a:rPr lang="en-US" altLang="zh-TW" sz="1200" dirty="0"/>
              <a:t>The New Energy Transport Fund (NETF) </a:t>
            </a:r>
            <a:r>
              <a:rPr lang="en-US" altLang="zh-TW" sz="1200" b="1" dirty="0"/>
              <a:t>ceased accepting applications as of April 1, 2025</a:t>
            </a:r>
            <a:r>
              <a:rPr lang="en-US" altLang="zh-TW" sz="1200" dirty="0" smtClean="0"/>
              <a:t>.</a:t>
            </a:r>
            <a:endParaRPr lang="en-US" altLang="zh-TW" sz="1200" dirty="0"/>
          </a:p>
          <a:p>
            <a:pPr marL="171450" indent="-171450">
              <a:lnSpc>
                <a:spcPct val="150000"/>
              </a:lnSpc>
              <a:buFont typeface="Arial" panose="020B0604020202020204" pitchFamily="34" charset="0"/>
              <a:buChar char="•"/>
            </a:pPr>
            <a:r>
              <a:rPr lang="en-US" altLang="zh-TW" sz="1200" b="1" dirty="0" smtClean="0"/>
              <a:t>Pilot </a:t>
            </a:r>
            <a:r>
              <a:rPr lang="en-US" altLang="zh-TW" sz="1200" b="1" dirty="0"/>
              <a:t>Scheme for Electric Public Light </a:t>
            </a:r>
            <a:r>
              <a:rPr lang="en-US" altLang="zh-TW" sz="1200" b="1" dirty="0" smtClean="0"/>
              <a:t>Buses </a:t>
            </a:r>
            <a:r>
              <a:rPr lang="en-US" altLang="zh-TW" sz="1200" dirty="0" smtClean="0"/>
              <a:t>is the current funding for EV light bus. </a:t>
            </a:r>
            <a:r>
              <a:rPr lang="en-US" altLang="zh-TW" sz="1200" dirty="0"/>
              <a:t>The second phase of applications concluded on August 26, 2024, with five vehicle models receiving approval designation</a:t>
            </a:r>
            <a:r>
              <a:rPr lang="en-US" altLang="zh-TW" sz="1200" dirty="0" smtClean="0"/>
              <a:t>.</a:t>
            </a:r>
            <a:endParaRPr lang="en-US" altLang="zh-TW" sz="1200" dirty="0"/>
          </a:p>
          <a:p>
            <a:pPr marL="628650" lvl="1" indent="-171450">
              <a:lnSpc>
                <a:spcPct val="150000"/>
              </a:lnSpc>
              <a:buFont typeface="Arial" panose="020B0604020202020204" pitchFamily="34" charset="0"/>
              <a:buChar char="•"/>
            </a:pPr>
            <a:r>
              <a:rPr lang="en-US" altLang="zh-TW" sz="1200" dirty="0"/>
              <a:t>The forthcoming subsidy framework will provide capital expenditure support </a:t>
            </a:r>
            <a:r>
              <a:rPr lang="en-US" altLang="zh-TW" sz="1200" b="1" dirty="0"/>
              <a:t>equivalent to 80% of the vehicle acquisition cost</a:t>
            </a:r>
            <a:r>
              <a:rPr lang="en-US" altLang="zh-TW" sz="1200" dirty="0" smtClean="0"/>
              <a:t>.</a:t>
            </a:r>
          </a:p>
          <a:p>
            <a:pPr>
              <a:lnSpc>
                <a:spcPct val="150000"/>
              </a:lnSpc>
            </a:pPr>
            <a:r>
              <a:rPr lang="en-US" altLang="zh-TW" sz="1600" dirty="0"/>
              <a:t>Market Price Analysis: Electric vs. Conventional </a:t>
            </a:r>
            <a:r>
              <a:rPr lang="en-US" altLang="zh-TW" sz="1600" dirty="0" smtClean="0"/>
              <a:t>Powertrains</a:t>
            </a:r>
            <a:endParaRPr lang="en-US" altLang="zh-TW" sz="1200" dirty="0"/>
          </a:p>
          <a:p>
            <a:pPr marL="171450" indent="-171450">
              <a:lnSpc>
                <a:spcPct val="150000"/>
              </a:lnSpc>
              <a:buFont typeface="Arial" panose="020B0604020202020204" pitchFamily="34" charset="0"/>
              <a:buChar char="•"/>
            </a:pPr>
            <a:r>
              <a:rPr lang="en-US" altLang="zh-TW" sz="1200" dirty="0"/>
              <a:t>GMI Thor </a:t>
            </a:r>
            <a:r>
              <a:rPr lang="en-US" altLang="zh-TW" sz="1200" dirty="0" smtClean="0"/>
              <a:t>is the </a:t>
            </a:r>
            <a:r>
              <a:rPr lang="en-US" altLang="zh-TW" sz="1200" dirty="0"/>
              <a:t>market-leading model with a unit price of HKD 1.38 million, representing the market-validated price point for </a:t>
            </a:r>
            <a:r>
              <a:rPr lang="en-US" altLang="zh-TW" sz="1200" dirty="0" smtClean="0"/>
              <a:t>EV category.</a:t>
            </a:r>
            <a:endParaRPr lang="en-US" altLang="zh-TW" sz="1200" dirty="0"/>
          </a:p>
          <a:p>
            <a:pPr marL="171450" indent="-171450">
              <a:lnSpc>
                <a:spcPct val="150000"/>
              </a:lnSpc>
              <a:buFont typeface="Arial" panose="020B0604020202020204" pitchFamily="34" charset="0"/>
              <a:buChar char="•"/>
            </a:pPr>
            <a:r>
              <a:rPr lang="en-US" altLang="zh-TW" sz="1200" dirty="0"/>
              <a:t>Alternative models submitted for subsidy consideration may exceed optimal price thresholds for market acceptance</a:t>
            </a:r>
            <a:r>
              <a:rPr lang="en-US" altLang="zh-TW" sz="1200" dirty="0" smtClean="0"/>
              <a:t>.</a:t>
            </a:r>
            <a:endParaRPr lang="en-US" altLang="zh-TW" sz="1200" dirty="0"/>
          </a:p>
          <a:p>
            <a:pPr marL="171450" indent="-171450">
              <a:lnSpc>
                <a:spcPct val="150000"/>
              </a:lnSpc>
              <a:buFont typeface="Arial" panose="020B0604020202020204" pitchFamily="34" charset="0"/>
              <a:buChar char="•"/>
            </a:pPr>
            <a:r>
              <a:rPr lang="en-US" altLang="zh-TW" sz="1200" dirty="0"/>
              <a:t>Market analysis indicates the appropriate price positioning </a:t>
            </a:r>
            <a:r>
              <a:rPr lang="en-US" altLang="zh-TW" sz="1200" b="1" dirty="0"/>
              <a:t>should range between HKD 1.3-1.5 million</a:t>
            </a:r>
            <a:r>
              <a:rPr lang="en-US" altLang="zh-TW" sz="1200" dirty="0"/>
              <a:t>. However, when compared to conventional diesel alternatives (HKD 700,000), the electric variants maintain a significant price premium</a:t>
            </a:r>
            <a:r>
              <a:rPr lang="en-US" altLang="zh-TW" sz="1200" dirty="0" smtClean="0"/>
              <a:t>.</a:t>
            </a:r>
            <a:endParaRPr lang="en-US" altLang="zh-TW" sz="1200" dirty="0"/>
          </a:p>
          <a:p>
            <a:pPr marL="171450" indent="-171450">
              <a:lnSpc>
                <a:spcPct val="150000"/>
              </a:lnSpc>
              <a:buFont typeface="Arial" panose="020B0604020202020204" pitchFamily="34" charset="0"/>
              <a:buChar char="•"/>
            </a:pPr>
            <a:r>
              <a:rPr lang="en-US" altLang="zh-TW" sz="1200" dirty="0"/>
              <a:t>This substantial price differential is directly reflected in market penetration metrics, with electric variants accounting </a:t>
            </a:r>
            <a:r>
              <a:rPr lang="en-US" altLang="zh-TW" sz="1200" b="1" dirty="0"/>
              <a:t>for </a:t>
            </a:r>
            <a:r>
              <a:rPr lang="en-US" altLang="zh-TW" sz="1200" b="1" dirty="0" smtClean="0"/>
              <a:t>0.21% </a:t>
            </a:r>
            <a:r>
              <a:rPr lang="en-US" altLang="zh-TW" sz="1200" b="1" dirty="0"/>
              <a:t>of total market share</a:t>
            </a:r>
            <a:r>
              <a:rPr lang="en-US" altLang="zh-TW" sz="1200" dirty="0"/>
              <a:t> during the period from July 2018 through March 2025.</a:t>
            </a:r>
            <a:endParaRPr lang="zh-TW" altLang="en-US" sz="1200" dirty="0"/>
          </a:p>
        </p:txBody>
      </p:sp>
    </p:spTree>
    <p:extLst>
      <p:ext uri="{BB962C8B-B14F-4D97-AF65-F5344CB8AC3E}">
        <p14:creationId xmlns:p14="http://schemas.microsoft.com/office/powerpoint/2010/main" val="21193106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p:cNvSpPr>
            <a:spLocks noGrp="1"/>
          </p:cNvSpPr>
          <p:nvPr>
            <p:ph type="sldNum" sz="quarter" idx="12"/>
          </p:nvPr>
        </p:nvSpPr>
        <p:spPr/>
        <p:txBody>
          <a:bodyPr/>
          <a:lstStyle/>
          <a:p>
            <a:fld id="{2CF79176-4570-41BD-A306-9B768E284BF0}" type="slidenum">
              <a:rPr lang="zh-TW" altLang="en-US" smtClean="0"/>
              <a:t>8</a:t>
            </a:fld>
            <a:endParaRPr lang="zh-TW" altLang="en-US"/>
          </a:p>
        </p:txBody>
      </p:sp>
      <p:sp>
        <p:nvSpPr>
          <p:cNvPr id="3" name="TextBox 28">
            <a:extLst>
              <a:ext uri="{FF2B5EF4-FFF2-40B4-BE49-F238E27FC236}">
                <a16:creationId xmlns:a16="http://schemas.microsoft.com/office/drawing/2014/main" id="{D4959236-A4F8-4BC9-B3BC-28395854E219}"/>
              </a:ext>
            </a:extLst>
          </p:cNvPr>
          <p:cNvSpPr txBox="1"/>
          <p:nvPr/>
        </p:nvSpPr>
        <p:spPr>
          <a:xfrm>
            <a:off x="428238" y="795202"/>
            <a:ext cx="7932943" cy="307777"/>
          </a:xfrm>
          <a:prstGeom prst="rect">
            <a:avLst/>
          </a:prstGeom>
          <a:noFill/>
        </p:spPr>
        <p:txBody>
          <a:bodyPr wrap="square" lIns="0" rIns="0" rtlCol="0" anchor="b">
            <a:spAutoFit/>
          </a:bodyPr>
          <a:lstStyle/>
          <a:p>
            <a:pPr lvl="0" algn="ctr">
              <a:defRPr/>
            </a:pPr>
            <a:r>
              <a:rPr lang="en-US" altLang="zh-TW" sz="1400" b="1" dirty="0">
                <a:solidFill>
                  <a:prstClr val="black"/>
                </a:solidFill>
                <a:latin typeface="Calibri" panose="020F0502020204030204" pitchFamily="34" charset="0"/>
              </a:rPr>
              <a:t>Key Customer </a:t>
            </a:r>
          </a:p>
        </p:txBody>
      </p:sp>
      <p:sp>
        <p:nvSpPr>
          <p:cNvPr id="9" name="矩形 8">
            <a:extLst>
              <a:ext uri="{FF2B5EF4-FFF2-40B4-BE49-F238E27FC236}">
                <a16:creationId xmlns:a16="http://schemas.microsoft.com/office/drawing/2014/main" id="{2FF8E26A-573B-1E6C-67BA-F523CCE13798}"/>
              </a:ext>
            </a:extLst>
          </p:cNvPr>
          <p:cNvSpPr/>
          <p:nvPr/>
        </p:nvSpPr>
        <p:spPr>
          <a:xfrm>
            <a:off x="390128" y="2585598"/>
            <a:ext cx="3984312" cy="2101732"/>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矩形: 圓角 31">
            <a:extLst>
              <a:ext uri="{FF2B5EF4-FFF2-40B4-BE49-F238E27FC236}">
                <a16:creationId xmlns:a16="http://schemas.microsoft.com/office/drawing/2014/main" id="{DC10BE10-1A1B-DA9C-6DDE-2A40E4B609F7}"/>
              </a:ext>
            </a:extLst>
          </p:cNvPr>
          <p:cNvSpPr/>
          <p:nvPr/>
        </p:nvSpPr>
        <p:spPr>
          <a:xfrm>
            <a:off x="436192" y="2493583"/>
            <a:ext cx="2011596" cy="233943"/>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000" b="1" dirty="0" smtClean="0"/>
              <a:t>Main Operators</a:t>
            </a:r>
            <a:endParaRPr lang="en-US" altLang="zh-TW" sz="1000" b="1" dirty="0"/>
          </a:p>
        </p:txBody>
      </p:sp>
      <p:sp>
        <p:nvSpPr>
          <p:cNvPr id="13" name="文字方塊 12"/>
          <p:cNvSpPr txBox="1"/>
          <p:nvPr/>
        </p:nvSpPr>
        <p:spPr>
          <a:xfrm flipH="1">
            <a:off x="4653473" y="1600862"/>
            <a:ext cx="3984312" cy="2859181"/>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TW" sz="1100" dirty="0"/>
              <a:t>Public </a:t>
            </a:r>
            <a:r>
              <a:rPr lang="en-US" altLang="zh-TW" sz="1100" dirty="0" smtClean="0"/>
              <a:t>light bus : </a:t>
            </a:r>
            <a:r>
              <a:rPr lang="en-US" altLang="zh-TW" sz="1100" dirty="0"/>
              <a:t>Primary buyers with large fleets meeting public transportation needs</a:t>
            </a:r>
            <a:r>
              <a:rPr lang="en-US" altLang="zh-TW" sz="1100" dirty="0" smtClean="0"/>
              <a:t>.</a:t>
            </a:r>
            <a:endParaRPr lang="en-US" altLang="zh-TW" sz="1100" dirty="0"/>
          </a:p>
          <a:p>
            <a:pPr marL="285750" indent="-285750">
              <a:lnSpc>
                <a:spcPct val="150000"/>
              </a:lnSpc>
              <a:buFont typeface="Arial" panose="020B0604020202020204" pitchFamily="34" charset="0"/>
              <a:buChar char="•"/>
            </a:pPr>
            <a:r>
              <a:rPr lang="en-US" altLang="zh-TW" sz="1100" dirty="0"/>
              <a:t>Schools and educational institutions </a:t>
            </a:r>
            <a:r>
              <a:rPr lang="en-US" altLang="zh-TW" sz="1100" dirty="0" smtClean="0"/>
              <a:t>: </a:t>
            </a:r>
            <a:r>
              <a:rPr lang="en-US" altLang="zh-TW" sz="1100" dirty="0"/>
              <a:t>For school bus services</a:t>
            </a:r>
            <a:r>
              <a:rPr lang="en-US" altLang="zh-TW" sz="1100" dirty="0" smtClean="0"/>
              <a:t>.</a:t>
            </a:r>
            <a:endParaRPr lang="en-US" altLang="zh-TW" sz="1100" dirty="0"/>
          </a:p>
          <a:p>
            <a:pPr marL="285750" indent="-285750">
              <a:lnSpc>
                <a:spcPct val="150000"/>
              </a:lnSpc>
              <a:buFont typeface="Arial" panose="020B0604020202020204" pitchFamily="34" charset="0"/>
              <a:buChar char="•"/>
            </a:pPr>
            <a:r>
              <a:rPr lang="en-US" altLang="zh-TW" sz="1100" dirty="0"/>
              <a:t>Private estate management </a:t>
            </a:r>
            <a:r>
              <a:rPr lang="en-US" altLang="zh-TW" sz="1100" dirty="0" smtClean="0"/>
              <a:t>companies: </a:t>
            </a:r>
            <a:r>
              <a:rPr lang="en-US" altLang="zh-TW" sz="1100" dirty="0"/>
              <a:t>Providing shuttle services for residents</a:t>
            </a:r>
            <a:r>
              <a:rPr lang="en-US" altLang="zh-TW" sz="1100" dirty="0" smtClean="0"/>
              <a:t>.</a:t>
            </a:r>
            <a:endParaRPr lang="en-US" altLang="zh-TW" sz="1100" dirty="0"/>
          </a:p>
          <a:p>
            <a:pPr marL="285750" indent="-285750">
              <a:lnSpc>
                <a:spcPct val="150000"/>
              </a:lnSpc>
              <a:buFont typeface="Arial" panose="020B0604020202020204" pitchFamily="34" charset="0"/>
              <a:buChar char="•"/>
            </a:pPr>
            <a:r>
              <a:rPr lang="en-US" altLang="zh-TW" sz="1100" dirty="0"/>
              <a:t>Businesses and commercial </a:t>
            </a:r>
            <a:r>
              <a:rPr lang="en-US" altLang="zh-TW" sz="1100" dirty="0" smtClean="0"/>
              <a:t>: </a:t>
            </a:r>
            <a:r>
              <a:rPr lang="en-US" altLang="zh-TW" sz="1100" dirty="0"/>
              <a:t>Employee transportation</a:t>
            </a:r>
            <a:r>
              <a:rPr lang="en-US" altLang="zh-TW" sz="1100" dirty="0" smtClean="0"/>
              <a:t>.</a:t>
            </a:r>
            <a:endParaRPr lang="en-US" altLang="zh-TW" sz="1100" dirty="0"/>
          </a:p>
          <a:p>
            <a:pPr marL="285750" indent="-285750">
              <a:lnSpc>
                <a:spcPct val="150000"/>
              </a:lnSpc>
              <a:buFont typeface="Arial" panose="020B0604020202020204" pitchFamily="34" charset="0"/>
              <a:buChar char="•"/>
            </a:pPr>
            <a:r>
              <a:rPr lang="en-US" altLang="zh-TW" sz="1100" dirty="0"/>
              <a:t>Tourism companies and hotels: For tourism and airport transfers</a:t>
            </a:r>
            <a:r>
              <a:rPr lang="en-US" altLang="zh-TW" sz="1100" dirty="0" smtClean="0"/>
              <a:t>.</a:t>
            </a:r>
            <a:endParaRPr lang="en-US" altLang="zh-TW" sz="1100" dirty="0"/>
          </a:p>
          <a:p>
            <a:pPr marL="285750" indent="-285750">
              <a:lnSpc>
                <a:spcPct val="150000"/>
              </a:lnSpc>
              <a:buFont typeface="Arial" panose="020B0604020202020204" pitchFamily="34" charset="0"/>
              <a:buChar char="•"/>
            </a:pPr>
            <a:r>
              <a:rPr lang="en-US" altLang="zh-TW" sz="1100" dirty="0"/>
              <a:t>Government and </a:t>
            </a:r>
            <a:r>
              <a:rPr lang="en-US" altLang="zh-TW" sz="1100" dirty="0" smtClean="0"/>
              <a:t>public: </a:t>
            </a:r>
            <a:r>
              <a:rPr lang="en-US" altLang="zh-TW" sz="1100" dirty="0"/>
              <a:t>Testing new energy vehicles</a:t>
            </a:r>
            <a:r>
              <a:rPr lang="en-US" altLang="zh-TW" sz="1100" dirty="0" smtClean="0"/>
              <a:t>.</a:t>
            </a:r>
            <a:endParaRPr lang="en-US" altLang="zh-TW" sz="1100" dirty="0"/>
          </a:p>
          <a:p>
            <a:pPr marL="285750" indent="-285750">
              <a:lnSpc>
                <a:spcPct val="150000"/>
              </a:lnSpc>
              <a:buFont typeface="Arial" panose="020B0604020202020204" pitchFamily="34" charset="0"/>
              <a:buChar char="•"/>
            </a:pPr>
            <a:r>
              <a:rPr lang="en-US" altLang="zh-TW" sz="1100" dirty="0"/>
              <a:t>Non-governmental </a:t>
            </a:r>
            <a:r>
              <a:rPr lang="en-US" altLang="zh-TW" sz="1100" dirty="0" smtClean="0"/>
              <a:t>organizations: </a:t>
            </a:r>
            <a:r>
              <a:rPr lang="en-US" altLang="zh-TW" sz="1100" dirty="0"/>
              <a:t>Serving vulnerable groups</a:t>
            </a:r>
            <a:r>
              <a:rPr lang="en-US" altLang="zh-TW" sz="1100" dirty="0" smtClean="0"/>
              <a:t>.</a:t>
            </a:r>
            <a:endParaRPr lang="en-US" altLang="zh-TW" sz="1100" dirty="0"/>
          </a:p>
          <a:p>
            <a:pPr marL="285750" indent="-285750">
              <a:lnSpc>
                <a:spcPct val="150000"/>
              </a:lnSpc>
              <a:buFont typeface="Arial" panose="020B0604020202020204" pitchFamily="34" charset="0"/>
              <a:buChar char="•"/>
            </a:pPr>
            <a:r>
              <a:rPr lang="en-US" altLang="zh-TW" sz="1100" dirty="0" smtClean="0"/>
              <a:t>Individual </a:t>
            </a:r>
            <a:r>
              <a:rPr lang="en-US" altLang="zh-TW" sz="1100" dirty="0"/>
              <a:t>investors: Independent operation of red </a:t>
            </a:r>
            <a:r>
              <a:rPr lang="en-US" altLang="zh-TW" sz="1100" dirty="0" smtClean="0"/>
              <a:t>light buses</a:t>
            </a:r>
            <a:r>
              <a:rPr lang="en-US" altLang="zh-TW" sz="1100" dirty="0"/>
              <a:t>.</a:t>
            </a:r>
            <a:endParaRPr lang="zh-TW" altLang="en-US" sz="1100" dirty="0"/>
          </a:p>
        </p:txBody>
      </p:sp>
      <p:sp>
        <p:nvSpPr>
          <p:cNvPr id="4" name="矩形 3">
            <a:extLst>
              <a:ext uri="{FF2B5EF4-FFF2-40B4-BE49-F238E27FC236}">
                <a16:creationId xmlns:a16="http://schemas.microsoft.com/office/drawing/2014/main" id="{83E2766A-F299-243A-4883-5E2404F29ECF}"/>
              </a:ext>
            </a:extLst>
          </p:cNvPr>
          <p:cNvSpPr/>
          <p:nvPr/>
        </p:nvSpPr>
        <p:spPr>
          <a:xfrm>
            <a:off x="4653473" y="1219724"/>
            <a:ext cx="3984312" cy="3467605"/>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矩形: 圓角 18">
            <a:extLst>
              <a:ext uri="{FF2B5EF4-FFF2-40B4-BE49-F238E27FC236}">
                <a16:creationId xmlns:a16="http://schemas.microsoft.com/office/drawing/2014/main" id="{28E57B8A-7989-F377-F4BA-A76F504F2E43}"/>
              </a:ext>
            </a:extLst>
          </p:cNvPr>
          <p:cNvSpPr/>
          <p:nvPr/>
        </p:nvSpPr>
        <p:spPr>
          <a:xfrm>
            <a:off x="4723027" y="1139633"/>
            <a:ext cx="2864146" cy="233943"/>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900" b="1" dirty="0"/>
              <a:t>The main organizations </a:t>
            </a:r>
            <a:r>
              <a:rPr lang="en-US" altLang="zh-TW" sz="900" b="1" dirty="0" smtClean="0"/>
              <a:t>segment purchasing light bus</a:t>
            </a:r>
            <a:endParaRPr lang="en-US" altLang="zh-TW" sz="900" b="1" dirty="0"/>
          </a:p>
        </p:txBody>
      </p:sp>
      <p:sp>
        <p:nvSpPr>
          <p:cNvPr id="7" name="矩形 6">
            <a:extLst>
              <a:ext uri="{FF2B5EF4-FFF2-40B4-BE49-F238E27FC236}">
                <a16:creationId xmlns:a16="http://schemas.microsoft.com/office/drawing/2014/main" id="{91C391D3-F92C-F05B-8E15-DA5026928923}"/>
              </a:ext>
            </a:extLst>
          </p:cNvPr>
          <p:cNvSpPr/>
          <p:nvPr/>
        </p:nvSpPr>
        <p:spPr>
          <a:xfrm>
            <a:off x="372288" y="1219724"/>
            <a:ext cx="3984312" cy="1136297"/>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矩形: 圓角 27">
            <a:extLst>
              <a:ext uri="{FF2B5EF4-FFF2-40B4-BE49-F238E27FC236}">
                <a16:creationId xmlns:a16="http://schemas.microsoft.com/office/drawing/2014/main" id="{34BB912E-08FC-F4D1-465B-B6D18D3A5B40}"/>
              </a:ext>
            </a:extLst>
          </p:cNvPr>
          <p:cNvSpPr/>
          <p:nvPr/>
        </p:nvSpPr>
        <p:spPr>
          <a:xfrm>
            <a:off x="441843" y="1139633"/>
            <a:ext cx="1858795" cy="233943"/>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900" b="1" dirty="0"/>
              <a:t>Decentralized Operating Model</a:t>
            </a:r>
          </a:p>
        </p:txBody>
      </p:sp>
      <p:sp>
        <p:nvSpPr>
          <p:cNvPr id="14" name="文字方塊 13"/>
          <p:cNvSpPr txBox="1"/>
          <p:nvPr/>
        </p:nvSpPr>
        <p:spPr>
          <a:xfrm>
            <a:off x="390128" y="1449300"/>
            <a:ext cx="3899383" cy="830997"/>
          </a:xfrm>
          <a:prstGeom prst="rect">
            <a:avLst/>
          </a:prstGeom>
          <a:noFill/>
        </p:spPr>
        <p:txBody>
          <a:bodyPr wrap="square" rtlCol="0">
            <a:spAutoFit/>
          </a:bodyPr>
          <a:lstStyle/>
          <a:p>
            <a:pPr marL="171450" indent="-171450">
              <a:buFont typeface="Arial" panose="020B0604020202020204" pitchFamily="34" charset="0"/>
              <a:buChar char="•"/>
            </a:pPr>
            <a:r>
              <a:rPr lang="en-US" altLang="zh-TW" sz="1200" dirty="0" smtClean="0"/>
              <a:t>Light Buses operations </a:t>
            </a:r>
            <a:r>
              <a:rPr lang="en-US" altLang="zh-TW" sz="1200" dirty="0"/>
              <a:t>are managed by </a:t>
            </a:r>
            <a:r>
              <a:rPr lang="en-US" altLang="zh-TW" sz="1200" dirty="0" smtClean="0"/>
              <a:t>small </a:t>
            </a:r>
            <a:r>
              <a:rPr lang="en-US" altLang="zh-TW" sz="1200" dirty="0"/>
              <a:t>companies or operating </a:t>
            </a:r>
            <a:r>
              <a:rPr lang="en-US" altLang="zh-TW" sz="1200" dirty="0" smtClean="0"/>
              <a:t>groups.</a:t>
            </a:r>
          </a:p>
          <a:p>
            <a:pPr marL="171450" indent="-171450">
              <a:buFont typeface="Arial" panose="020B0604020202020204" pitchFamily="34" charset="0"/>
              <a:buChar char="•"/>
            </a:pPr>
            <a:r>
              <a:rPr lang="en-US" altLang="zh-TW" sz="1200" dirty="0" smtClean="0"/>
              <a:t>Unlike </a:t>
            </a:r>
            <a:r>
              <a:rPr lang="en-US" altLang="zh-TW" sz="1200" dirty="0"/>
              <a:t>franchised bus </a:t>
            </a:r>
            <a:r>
              <a:rPr lang="en-US" altLang="zh-TW" sz="1200" dirty="0" smtClean="0"/>
              <a:t>companies, </a:t>
            </a:r>
            <a:r>
              <a:rPr lang="en-US" altLang="zh-TW" sz="1200" dirty="0"/>
              <a:t>the </a:t>
            </a:r>
            <a:r>
              <a:rPr lang="en-US" altLang="zh-TW" sz="1200" dirty="0" smtClean="0"/>
              <a:t>light bus market </a:t>
            </a:r>
            <a:r>
              <a:rPr lang="en-US" altLang="zh-TW" sz="1200" dirty="0"/>
              <a:t>is highly fragmented with no single dominant company</a:t>
            </a:r>
            <a:r>
              <a:rPr lang="en-US" altLang="zh-TW" sz="1200" dirty="0" smtClean="0"/>
              <a:t>.</a:t>
            </a:r>
            <a:endParaRPr lang="zh-TW" altLang="en-US" sz="1200" dirty="0"/>
          </a:p>
        </p:txBody>
      </p:sp>
      <p:sp>
        <p:nvSpPr>
          <p:cNvPr id="17" name="文字方塊 16"/>
          <p:cNvSpPr txBox="1"/>
          <p:nvPr/>
        </p:nvSpPr>
        <p:spPr>
          <a:xfrm>
            <a:off x="457217" y="2856195"/>
            <a:ext cx="3899383" cy="1938992"/>
          </a:xfrm>
          <a:prstGeom prst="rect">
            <a:avLst/>
          </a:prstGeom>
          <a:noFill/>
        </p:spPr>
        <p:txBody>
          <a:bodyPr wrap="square" rtlCol="0">
            <a:spAutoFit/>
          </a:bodyPr>
          <a:lstStyle/>
          <a:p>
            <a:r>
              <a:rPr lang="en-US" altLang="zh-TW" sz="1200" dirty="0" smtClean="0"/>
              <a:t>Public Light Bus</a:t>
            </a:r>
          </a:p>
          <a:p>
            <a:pPr marL="171450" indent="-171450">
              <a:buFont typeface="Arial" panose="020B0604020202020204" pitchFamily="34" charset="0"/>
              <a:buChar char="•"/>
            </a:pPr>
            <a:r>
              <a:rPr lang="en-US" altLang="zh-TW" sz="1200" dirty="0"/>
              <a:t>Koon </a:t>
            </a:r>
            <a:r>
              <a:rPr lang="en-US" altLang="zh-TW" sz="1200" dirty="0" smtClean="0"/>
              <a:t>Wing: 650 units</a:t>
            </a:r>
          </a:p>
          <a:p>
            <a:pPr marL="171450" indent="-171450">
              <a:buFont typeface="Arial" panose="020B0604020202020204" pitchFamily="34" charset="0"/>
              <a:buChar char="•"/>
            </a:pPr>
            <a:r>
              <a:rPr lang="en-US" altLang="zh-TW" sz="1200" dirty="0"/>
              <a:t>AMS Public Transport: </a:t>
            </a:r>
            <a:r>
              <a:rPr lang="en-US" altLang="zh-TW" sz="1200" dirty="0" smtClean="0"/>
              <a:t>350units</a:t>
            </a:r>
          </a:p>
          <a:p>
            <a:pPr marL="171450" indent="-171450">
              <a:buFont typeface="Arial" panose="020B0604020202020204" pitchFamily="34" charset="0"/>
              <a:buChar char="•"/>
            </a:pPr>
            <a:endParaRPr lang="en-US" altLang="zh-TW" sz="1200" dirty="0"/>
          </a:p>
          <a:p>
            <a:r>
              <a:rPr lang="en-US" altLang="zh-TW" sz="1200" dirty="0" smtClean="0"/>
              <a:t>Private </a:t>
            </a:r>
            <a:r>
              <a:rPr lang="en-US" altLang="zh-TW" sz="1200" dirty="0"/>
              <a:t>Light </a:t>
            </a:r>
            <a:r>
              <a:rPr lang="en-US" altLang="zh-TW" sz="1200" dirty="0" smtClean="0"/>
              <a:t>Bus (Mainly be same as our VB customers)</a:t>
            </a:r>
            <a:endParaRPr lang="en-US" altLang="zh-TW" sz="1200" dirty="0"/>
          </a:p>
          <a:p>
            <a:pPr marL="171450" indent="-171450">
              <a:buFont typeface="Arial" panose="020B0604020202020204" pitchFamily="34" charset="0"/>
              <a:buChar char="•"/>
            </a:pPr>
            <a:r>
              <a:rPr lang="en-US" altLang="zh-TW" sz="1200" dirty="0" smtClean="0"/>
              <a:t>Kong Bus</a:t>
            </a:r>
          </a:p>
          <a:p>
            <a:pPr marL="171450" indent="-171450">
              <a:buFont typeface="Arial" panose="020B0604020202020204" pitchFamily="34" charset="0"/>
              <a:buChar char="•"/>
            </a:pPr>
            <a:r>
              <a:rPr lang="en-US" altLang="zh-TW" sz="1200" dirty="0" smtClean="0"/>
              <a:t>Jackson</a:t>
            </a:r>
          </a:p>
          <a:p>
            <a:pPr marL="171450" indent="-171450">
              <a:buFont typeface="Arial" panose="020B0604020202020204" pitchFamily="34" charset="0"/>
              <a:buChar char="•"/>
            </a:pPr>
            <a:r>
              <a:rPr lang="en-US" altLang="zh-TW" sz="1200" dirty="0" smtClean="0"/>
              <a:t>New Power Transportation</a:t>
            </a:r>
          </a:p>
          <a:p>
            <a:pPr marL="171450" indent="-171450">
              <a:buFont typeface="Arial" panose="020B0604020202020204" pitchFamily="34" charset="0"/>
              <a:buChar char="•"/>
            </a:pPr>
            <a:r>
              <a:rPr lang="en-US" altLang="zh-TW" sz="1200" dirty="0" smtClean="0"/>
              <a:t>Chun Wo Bus Service Ltd</a:t>
            </a:r>
          </a:p>
          <a:p>
            <a:pPr marL="171450" indent="-171450">
              <a:buFont typeface="Arial" panose="020B0604020202020204" pitchFamily="34" charset="0"/>
              <a:buChar char="•"/>
            </a:pPr>
            <a:endParaRPr lang="zh-TW" altLang="en-US" sz="1200" dirty="0"/>
          </a:p>
        </p:txBody>
      </p:sp>
    </p:spTree>
    <p:extLst>
      <p:ext uri="{BB962C8B-B14F-4D97-AF65-F5344CB8AC3E}">
        <p14:creationId xmlns:p14="http://schemas.microsoft.com/office/powerpoint/2010/main" val="6737526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p:cNvSpPr>
            <a:spLocks noGrp="1"/>
          </p:cNvSpPr>
          <p:nvPr>
            <p:ph type="sldNum" sz="quarter" idx="12"/>
          </p:nvPr>
        </p:nvSpPr>
        <p:spPr/>
        <p:txBody>
          <a:bodyPr/>
          <a:lstStyle/>
          <a:p>
            <a:fld id="{2CF79176-4570-41BD-A306-9B768E284BF0}" type="slidenum">
              <a:rPr lang="zh-TW" altLang="en-US" smtClean="0"/>
              <a:t>9</a:t>
            </a:fld>
            <a:endParaRPr lang="zh-TW" altLang="en-US"/>
          </a:p>
        </p:txBody>
      </p:sp>
      <p:sp>
        <p:nvSpPr>
          <p:cNvPr id="3" name="TextBox 28">
            <a:extLst>
              <a:ext uri="{FF2B5EF4-FFF2-40B4-BE49-F238E27FC236}">
                <a16:creationId xmlns:a16="http://schemas.microsoft.com/office/drawing/2014/main" id="{D4959236-A4F8-4BC9-B3BC-28395854E219}"/>
              </a:ext>
            </a:extLst>
          </p:cNvPr>
          <p:cNvSpPr txBox="1"/>
          <p:nvPr/>
        </p:nvSpPr>
        <p:spPr>
          <a:xfrm>
            <a:off x="428238" y="795202"/>
            <a:ext cx="7932943" cy="307777"/>
          </a:xfrm>
          <a:prstGeom prst="rect">
            <a:avLst/>
          </a:prstGeom>
          <a:noFill/>
        </p:spPr>
        <p:txBody>
          <a:bodyPr wrap="square" lIns="0" rIns="0" rtlCol="0" anchor="b">
            <a:spAutoFit/>
          </a:bodyPr>
          <a:lstStyle/>
          <a:p>
            <a:pPr lvl="0" algn="ctr">
              <a:defRPr/>
            </a:pPr>
            <a:r>
              <a:rPr lang="en-US" altLang="zh-TW" sz="1400" b="1" dirty="0" smtClean="0">
                <a:solidFill>
                  <a:prstClr val="black"/>
                </a:solidFill>
                <a:latin typeface="Calibri" panose="020F0502020204030204" pitchFamily="34" charset="0"/>
              </a:rPr>
              <a:t>Summary</a:t>
            </a:r>
            <a:endParaRPr lang="en-US" altLang="zh-TW" sz="1400" b="1" dirty="0">
              <a:solidFill>
                <a:prstClr val="black"/>
              </a:solidFill>
              <a:latin typeface="Calibri" panose="020F0502020204030204" pitchFamily="34" charset="0"/>
            </a:endParaRPr>
          </a:p>
        </p:txBody>
      </p:sp>
      <p:sp>
        <p:nvSpPr>
          <p:cNvPr id="4" name="文字方塊 3"/>
          <p:cNvSpPr txBox="1"/>
          <p:nvPr/>
        </p:nvSpPr>
        <p:spPr>
          <a:xfrm>
            <a:off x="69644" y="1259711"/>
            <a:ext cx="9144001" cy="3139321"/>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altLang="zh-TW" sz="1200" dirty="0"/>
              <a:t>Based on the government's previous experimental report, it would take approximately </a:t>
            </a:r>
            <a:r>
              <a:rPr lang="en-US" altLang="zh-TW" sz="1200" b="1" dirty="0"/>
              <a:t>3.7 years </a:t>
            </a:r>
            <a:r>
              <a:rPr lang="en-US" altLang="zh-TW" sz="1200" dirty="0"/>
              <a:t>to recover the HK$1,000,000 price difference when replacing diesel vehicles with electric vehicles</a:t>
            </a:r>
            <a:r>
              <a:rPr lang="en-US" altLang="zh-TW" sz="1200" dirty="0" smtClean="0"/>
              <a:t>.</a:t>
            </a:r>
            <a:endParaRPr lang="en-US" altLang="zh-TW" sz="1200" dirty="0"/>
          </a:p>
          <a:p>
            <a:pPr marL="171450" indent="-171450">
              <a:lnSpc>
                <a:spcPct val="150000"/>
              </a:lnSpc>
              <a:buFont typeface="Arial" panose="020B0604020202020204" pitchFamily="34" charset="0"/>
              <a:buChar char="•"/>
            </a:pPr>
            <a:r>
              <a:rPr lang="en-US" altLang="zh-TW" sz="1200" dirty="0" smtClean="0"/>
              <a:t>Unlike </a:t>
            </a:r>
            <a:r>
              <a:rPr lang="en-US" altLang="zh-TW" sz="1200" dirty="0"/>
              <a:t>Volvo Buses, which has cross-border fleets that can afford higher prices, light bus operators are </a:t>
            </a:r>
            <a:r>
              <a:rPr lang="en-US" altLang="zh-TW" sz="1200" b="1" dirty="0"/>
              <a:t>more price-sensitive due to revenue considerations</a:t>
            </a:r>
            <a:r>
              <a:rPr lang="en-US" altLang="zh-TW" sz="1200" dirty="0" smtClean="0"/>
              <a:t>.</a:t>
            </a:r>
          </a:p>
          <a:p>
            <a:pPr marL="171450" indent="-171450">
              <a:lnSpc>
                <a:spcPct val="150000"/>
              </a:lnSpc>
              <a:buFont typeface="Arial" panose="020B0604020202020204" pitchFamily="34" charset="0"/>
              <a:buChar char="•"/>
            </a:pPr>
            <a:r>
              <a:rPr lang="en-US" altLang="zh-TW" sz="1200" dirty="0" smtClean="0"/>
              <a:t>Looking </a:t>
            </a:r>
            <a:r>
              <a:rPr lang="en-US" altLang="zh-TW" sz="1200" dirty="0"/>
              <a:t>at brand market share, FUSO is showing an upward trend by leveraging </a:t>
            </a:r>
            <a:r>
              <a:rPr lang="en-US" altLang="zh-TW" sz="1200" b="1" dirty="0"/>
              <a:t>better active safety features and lower prices</a:t>
            </a:r>
            <a:r>
              <a:rPr lang="en-US" altLang="zh-TW" sz="1200" dirty="0" smtClean="0"/>
              <a:t>.</a:t>
            </a:r>
            <a:endParaRPr lang="en-US" altLang="zh-TW" sz="1200" dirty="0"/>
          </a:p>
          <a:p>
            <a:pPr marL="171450" indent="-171450">
              <a:lnSpc>
                <a:spcPct val="150000"/>
              </a:lnSpc>
              <a:buFont typeface="Arial" panose="020B0604020202020204" pitchFamily="34" charset="0"/>
              <a:buChar char="•"/>
            </a:pPr>
            <a:r>
              <a:rPr lang="en-US" altLang="zh-TW" sz="1200" dirty="0"/>
              <a:t>Electric </a:t>
            </a:r>
            <a:r>
              <a:rPr lang="en-US" altLang="zh-TW" sz="1200" dirty="0" smtClean="0"/>
              <a:t>light bus </a:t>
            </a:r>
            <a:r>
              <a:rPr lang="en-US" altLang="zh-TW" sz="1200" dirty="0"/>
              <a:t>are still in the early stages of adoption. Despite some deliveries due to government subsidies, current data shows the market remains very small. Considering the costs involved, future growth potential is also limited</a:t>
            </a:r>
            <a:r>
              <a:rPr lang="en-US" altLang="zh-TW" sz="1200" dirty="0" smtClean="0"/>
              <a:t>.</a:t>
            </a:r>
          </a:p>
          <a:p>
            <a:pPr marL="171450" indent="-171450">
              <a:lnSpc>
                <a:spcPct val="150000"/>
              </a:lnSpc>
              <a:buFont typeface="Arial" panose="020B0604020202020204" pitchFamily="34" charset="0"/>
              <a:buChar char="•"/>
            </a:pPr>
            <a:r>
              <a:rPr lang="en-US" altLang="zh-TW" sz="1200" dirty="0"/>
              <a:t>In the </a:t>
            </a:r>
            <a:r>
              <a:rPr lang="en-US" altLang="zh-TW" sz="1200" dirty="0" smtClean="0"/>
              <a:t>private light bus </a:t>
            </a:r>
            <a:r>
              <a:rPr lang="en-US" altLang="zh-TW" sz="1200" dirty="0"/>
              <a:t>sector, many of our current VB customers </a:t>
            </a:r>
            <a:r>
              <a:rPr lang="en-US" altLang="zh-TW" sz="1200" dirty="0" smtClean="0"/>
              <a:t>also </a:t>
            </a:r>
            <a:r>
              <a:rPr lang="en-US" altLang="zh-TW" sz="1200" dirty="0"/>
              <a:t>provide these </a:t>
            </a:r>
            <a:r>
              <a:rPr lang="en-US" altLang="zh-TW" sz="1200" dirty="0" smtClean="0"/>
              <a:t>services which means we can leverage with our current customers.</a:t>
            </a:r>
          </a:p>
          <a:p>
            <a:pPr marL="171450" indent="-171450">
              <a:lnSpc>
                <a:spcPct val="150000"/>
              </a:lnSpc>
              <a:buFont typeface="Arial" panose="020B0604020202020204" pitchFamily="34" charset="0"/>
              <a:buChar char="•"/>
            </a:pPr>
            <a:r>
              <a:rPr lang="en-US" altLang="zh-TW" sz="1200" dirty="0"/>
              <a:t>Toyota has five service centers for customers, far exceeding the second-place </a:t>
            </a:r>
            <a:r>
              <a:rPr lang="en-US" altLang="zh-TW" sz="1200" dirty="0" smtClean="0"/>
              <a:t>FUSO. </a:t>
            </a:r>
            <a:r>
              <a:rPr lang="en-US" altLang="zh-TW" sz="1200" dirty="0"/>
              <a:t>The accessibility of after-sales service should be a key focus for the light bus </a:t>
            </a:r>
            <a:r>
              <a:rPr lang="en-US" altLang="zh-TW" sz="1200" dirty="0" smtClean="0"/>
              <a:t>segment.</a:t>
            </a:r>
            <a:endParaRPr lang="zh-TW" altLang="en-US" sz="1200" dirty="0"/>
          </a:p>
        </p:txBody>
      </p:sp>
    </p:spTree>
    <p:extLst>
      <p:ext uri="{BB962C8B-B14F-4D97-AF65-F5344CB8AC3E}">
        <p14:creationId xmlns:p14="http://schemas.microsoft.com/office/powerpoint/2010/main" val="1759089852"/>
      </p:ext>
    </p:extLst>
  </p:cSld>
  <p:clrMapOvr>
    <a:masterClrMapping/>
  </p:clrMapOvr>
</p:sld>
</file>

<file path=ppt/theme/theme1.xml><?xml version="1.0" encoding="utf-8"?>
<a:theme xmlns:a="http://schemas.openxmlformats.org/drawingml/2006/main" name="Template_Volvo_Trucks">
  <a:themeElements>
    <a:clrScheme name="Custom 39">
      <a:dk1>
        <a:srgbClr val="000000"/>
      </a:dk1>
      <a:lt1>
        <a:srgbClr val="FFFFFF"/>
      </a:lt1>
      <a:dk2>
        <a:srgbClr val="D8D7D5"/>
      </a:dk2>
      <a:lt2>
        <a:srgbClr val="4D4E53"/>
      </a:lt2>
      <a:accent1>
        <a:srgbClr val="DCCCA7"/>
      </a:accent1>
      <a:accent2>
        <a:srgbClr val="919296"/>
      </a:accent2>
      <a:accent3>
        <a:srgbClr val="78B833"/>
      </a:accent3>
      <a:accent4>
        <a:srgbClr val="BADCE6"/>
      </a:accent4>
      <a:accent5>
        <a:srgbClr val="16A6C9"/>
      </a:accent5>
      <a:accent6>
        <a:srgbClr val="DD7611"/>
      </a:accent6>
      <a:hlink>
        <a:srgbClr val="16A6C9"/>
      </a:hlink>
      <a:folHlink>
        <a:srgbClr val="78B833"/>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3175">
          <a:solidFill>
            <a:schemeClr val="tx2"/>
          </a:solidFill>
          <a:headEnd type="none" w="med" len="med"/>
          <a:tailEnd type="none" w="med" len="me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mtClean="0">
            <a:solidFill>
              <a:schemeClr val="bg2"/>
            </a:solidFill>
          </a:defRPr>
        </a:defPPr>
      </a:lstStyle>
      <a:style>
        <a:lnRef idx="1">
          <a:schemeClr val="accent1"/>
        </a:lnRef>
        <a:fillRef idx="0">
          <a:schemeClr val="accent1"/>
        </a:fillRef>
        <a:effectRef idx="0">
          <a:schemeClr val="accent1"/>
        </a:effectRef>
        <a:fontRef idx="minor">
          <a:schemeClr val="tx1"/>
        </a:fontRef>
      </a:style>
    </a:spDef>
    <a:lnDef>
      <a:spPr>
        <a:ln w="12700">
          <a:solidFill>
            <a:schemeClr val="bg2"/>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mtClean="0">
            <a:solidFill>
              <a:schemeClr val="bg2"/>
            </a:solidFill>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Presentation1" id="{72C78A90-3A9F-48C7-A11C-BF5DEECB8169}" vid="{3853765B-5DF9-44A7-9C7E-AFF6063EEC0C}"/>
    </a:ext>
  </a:extLst>
</a:theme>
</file>

<file path=ppt/theme/theme2.xml><?xml version="1.0" encoding="utf-8"?>
<a:theme xmlns:a="http://schemas.openxmlformats.org/drawingml/2006/main" name="自訂設計">
  <a:themeElements>
    <a:clrScheme name="自訂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訂設計">
      <a:majorFont>
        <a:latin typeface="Arial"/>
        <a:ea typeface="新細明體"/>
        <a:cs typeface=""/>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FFFF00"/>
        </a:solidFill>
        <a:ln w="9525" cap="flat" cmpd="sng" algn="ctr">
          <a:noFill/>
          <a:prstDash val="solid"/>
          <a:round/>
          <a:headEnd type="none" w="med" len="med"/>
          <a:tailEnd type="none" w="med" len="med"/>
        </a:ln>
        <a:effec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20000"/>
          </a:spcBef>
          <a:spcAft>
            <a:spcPct val="0"/>
          </a:spcAft>
          <a:buClrTx/>
          <a:buSzTx/>
          <a:buFontTx/>
          <a:buNone/>
          <a:tabLst/>
          <a:defRPr kumimoji="1" sz="2800" b="0" i="0" u="none" strike="noStrike" cap="none" normalizeH="0" baseline="0" dirty="0" smtClean="0">
            <a:ln>
              <a:noFill/>
            </a:ln>
            <a:solidFill>
              <a:schemeClr val="tx1"/>
            </a:solidFill>
            <a:effectLst/>
            <a:latin typeface="Calibri" pitchFamily="34" charset="0"/>
            <a:ea typeface="新細明體" pitchFamily="18" charset="-12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20000"/>
          </a:spcBef>
          <a:spcAft>
            <a:spcPct val="0"/>
          </a:spcAft>
          <a:buClrTx/>
          <a:buSzTx/>
          <a:buFontTx/>
          <a:buNone/>
          <a:tabLst/>
          <a:defRPr kumimoji="1" lang="zh-TW" altLang="en-US" sz="2800" b="0" i="0" u="none" strike="noStrike" cap="none" normalizeH="0" baseline="0" smtClean="0">
            <a:ln>
              <a:noFill/>
            </a:ln>
            <a:solidFill>
              <a:schemeClr val="tx1"/>
            </a:solidFill>
            <a:effectLst/>
            <a:latin typeface="Calibri" pitchFamily="34" charset="0"/>
            <a:ea typeface="新細明體" pitchFamily="18" charset="-120"/>
          </a:defRPr>
        </a:defPPr>
      </a:lstStyle>
    </a:lnDef>
  </a:objectDefaults>
  <a:extraClrSchemeLst>
    <a:extraClrScheme>
      <a:clrScheme name="自訂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訂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訂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訂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訂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訂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訂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訂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訂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訂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訂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訂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ne Volvo Profile Colours">
      <a:dk1>
        <a:srgbClr val="000000"/>
      </a:dk1>
      <a:lt1>
        <a:srgbClr val="FFFFFF"/>
      </a:lt1>
      <a:dk2>
        <a:srgbClr val="D8D7D5"/>
      </a:dk2>
      <a:lt2>
        <a:srgbClr val="4D4E53"/>
      </a:lt2>
      <a:accent1>
        <a:srgbClr val="DCCCA7"/>
      </a:accent1>
      <a:accent2>
        <a:srgbClr val="919296"/>
      </a:accent2>
      <a:accent3>
        <a:srgbClr val="78B833"/>
      </a:accent3>
      <a:accent4>
        <a:srgbClr val="BADCE6"/>
      </a:accent4>
      <a:accent5>
        <a:srgbClr val="16A6C9"/>
      </a:accent5>
      <a:accent6>
        <a:srgbClr val="DD7611"/>
      </a:accent6>
      <a:hlink>
        <a:srgbClr val="16A6C9"/>
      </a:hlink>
      <a:folHlink>
        <a:srgbClr val="78B83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ne Volvo Profile Colours">
      <a:dk1>
        <a:srgbClr val="000000"/>
      </a:dk1>
      <a:lt1>
        <a:srgbClr val="FFFFFF"/>
      </a:lt1>
      <a:dk2>
        <a:srgbClr val="D8D7D5"/>
      </a:dk2>
      <a:lt2>
        <a:srgbClr val="4D4E53"/>
      </a:lt2>
      <a:accent1>
        <a:srgbClr val="DCCCA7"/>
      </a:accent1>
      <a:accent2>
        <a:srgbClr val="919296"/>
      </a:accent2>
      <a:accent3>
        <a:srgbClr val="78B833"/>
      </a:accent3>
      <a:accent4>
        <a:srgbClr val="BADCE6"/>
      </a:accent4>
      <a:accent5>
        <a:srgbClr val="16A6C9"/>
      </a:accent5>
      <a:accent6>
        <a:srgbClr val="DD7611"/>
      </a:accent6>
      <a:hlink>
        <a:srgbClr val="16A6C9"/>
      </a:hlink>
      <a:folHlink>
        <a:srgbClr val="78B83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kument" ma:contentTypeID="0x010100F909BF05115C4B47B02AFBA5D61AB06E" ma:contentTypeVersion="14" ma:contentTypeDescription="Skapa ett nytt dokument." ma:contentTypeScope="" ma:versionID="63fbe8411b69900c0e9a5989e8a9eedb">
  <xsd:schema xmlns:xsd="http://www.w3.org/2001/XMLSchema" xmlns:xs="http://www.w3.org/2001/XMLSchema" xmlns:p="http://schemas.microsoft.com/office/2006/metadata/properties" xmlns:ns2="a9e1d53b-4b79-4502-b227-0596d9bf8c81" xmlns:ns3="ad626c2f-f6c4-4e57-96ee-4cceb01b8801" xmlns:ns4="52adf254-3910-4a77-be2d-8aab3b9902e5" targetNamespace="http://schemas.microsoft.com/office/2006/metadata/properties" ma:root="true" ma:fieldsID="38ac43ce7e57b9b66f230ce57b0d5db7" ns2:_="" ns3:_="" ns4:_="">
    <xsd:import namespace="a9e1d53b-4b79-4502-b227-0596d9bf8c81"/>
    <xsd:import namespace="ad626c2f-f6c4-4e57-96ee-4cceb01b8801"/>
    <xsd:import namespace="52adf254-3910-4a77-be2d-8aab3b9902e5"/>
    <xsd:element name="properties">
      <xsd:complexType>
        <xsd:sequence>
          <xsd:element name="documentManagement">
            <xsd:complexType>
              <xsd:all>
                <xsd:element ref="ns2:Kontor" minOccurs="0"/>
                <xsd:element ref="ns2:Kundansvarig" minOccurs="0"/>
                <xsd:element ref="ns2:Projektledare" minOccurs="0"/>
                <xsd:element ref="ns2:Kommentar" minOccurs="0"/>
                <xsd:element ref="ns3:SharedWithUsers" minOccurs="0"/>
                <xsd:element ref="ns3:SharedWithDetails" minOccurs="0"/>
                <xsd:element ref="ns4:MediaServiceMetadata" minOccurs="0"/>
                <xsd:element ref="ns4:MediaServiceFastMetadata" minOccurs="0"/>
                <xsd:element ref="ns4:MediaServiceDateTaken" minOccurs="0"/>
                <xsd:element ref="ns4:MediaServiceAutoTags" minOccurs="0"/>
                <xsd:element ref="ns4:MediaServiceLocation" minOccurs="0"/>
                <xsd:element ref="ns4:MediaServiceOCR" minOccurs="0"/>
                <xsd:element ref="ns4:MediaServiceEventHashCode" minOccurs="0"/>
                <xsd:element ref="ns4:MediaServiceGenerationTi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9e1d53b-4b79-4502-b227-0596d9bf8c81" elementFormDefault="qualified">
    <xsd:import namespace="http://schemas.microsoft.com/office/2006/documentManagement/types"/>
    <xsd:import namespace="http://schemas.microsoft.com/office/infopath/2007/PartnerControls"/>
    <xsd:element name="Kontor" ma:index="2" nillable="true" ma:displayName="Kontor" ma:format="Dropdown" ma:internalName="Kontor">
      <xsd:simpleType>
        <xsd:restriction base="dms:Choice">
          <xsd:enumeration value="Göteborg"/>
          <xsd:enumeration value="Malmö"/>
          <xsd:enumeration value="Oslo"/>
          <xsd:enumeration value="Stockholm"/>
          <xsd:enumeration value="*Flera kontor"/>
        </xsd:restriction>
      </xsd:simpleType>
    </xsd:element>
    <xsd:element name="Kundansvarig" ma:index="3" nillable="true" ma:displayName="Kundansvarig" ma:list="UserInfo" ma:SharePointGroup="0" ma:internalName="Kundansvarig"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Projektledare" ma:index="4" nillable="true" ma:displayName="Projektledare" ma:list="UserInfo" ma:SharePointGroup="0" ma:internalName="Projektledare"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Kommentar" ma:index="11" nillable="true" ma:displayName="Kommentar" ma:internalName="Kommentar">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d626c2f-f6c4-4e57-96ee-4cceb01b8801" elementFormDefault="qualified">
    <xsd:import namespace="http://schemas.microsoft.com/office/2006/documentManagement/types"/>
    <xsd:import namespace="http://schemas.microsoft.com/office/infopath/2007/PartnerControls"/>
    <xsd:element name="SharedWithUsers" ma:index="12" nillable="true" ma:displayName="Delat med"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Delat med information"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2adf254-3910-4a77-be2d-8aab3b9902e5" elementFormDefault="qualified">
    <xsd:import namespace="http://schemas.microsoft.com/office/2006/documentManagement/types"/>
    <xsd:import namespace="http://schemas.microsoft.com/office/infopath/2007/PartnerControls"/>
    <xsd:element name="MediaServiceMetadata" ma:index="14" nillable="true" ma:displayName="MediaServiceMetadata" ma:description="" ma:hidden="true" ma:internalName="MediaServiceMetadata" ma:readOnly="true">
      <xsd:simpleType>
        <xsd:restriction base="dms:Note"/>
      </xsd:simpleType>
    </xsd:element>
    <xsd:element name="MediaServiceFastMetadata" ma:index="15" nillable="true" ma:displayName="MediaServiceFastMetadata" ma:description="" ma:hidden="true" ma:internalName="MediaServiceFastMetadata" ma:readOnly="true">
      <xsd:simpleType>
        <xsd:restriction base="dms:Note"/>
      </xsd:simpleType>
    </xsd:element>
    <xsd:element name="MediaServiceDateTaken" ma:index="16" nillable="true" ma:displayName="MediaServiceDateTaken" ma:description="" ma:hidden="true" ma:internalName="MediaServiceDateTaken" ma:readOnly="true">
      <xsd:simpleType>
        <xsd:restriction base="dms:Text"/>
      </xsd:simpleType>
    </xsd:element>
    <xsd:element name="MediaServiceAutoTags" ma:index="17" nillable="true" ma:displayName="MediaServiceAutoTags" ma:description="" ma:internalName="MediaServiceAutoTags" ma:readOnly="true">
      <xsd:simpleType>
        <xsd:restriction base="dms:Text"/>
      </xsd:simpleType>
    </xsd:element>
    <xsd:element name="MediaServiceLocation" ma:index="18" nillable="true" ma:displayName="MediaServiceLocation" ma:description="" ma:internalName="MediaServiceLocation" ma:readOnly="true">
      <xsd:simpleType>
        <xsd:restriction base="dms:Text"/>
      </xsd:simpleType>
    </xsd:element>
    <xsd:element name="MediaServiceOCR" ma:index="19" nillable="true" ma:displayName="MediaServiceOCR" ma:internalName="MediaServiceOCR" ma:readOnly="true">
      <xsd:simpleType>
        <xsd:restriction base="dms:Note">
          <xsd:maxLength value="255"/>
        </xsd:restriction>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GenerationTime" ma:index="21" nillable="true" ma:displayName="MediaServiceGenerationTime" ma:hidden="true" ma:internalName="MediaServiceGenerationTim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7" ma:displayName="Innehållstyp"/>
        <xsd:element ref="dc:title" minOccurs="0" maxOccurs="1" ma:index="1" ma:displayName="Rubrik"/>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rojektledare xmlns="a9e1d53b-4b79-4502-b227-0596d9bf8c81">
      <UserInfo>
        <DisplayName/>
        <AccountId xsi:nil="true"/>
        <AccountType/>
      </UserInfo>
    </Projektledare>
    <Kommentar xmlns="a9e1d53b-4b79-4502-b227-0596d9bf8c81" xsi:nil="true"/>
    <Kundansvarig xmlns="a9e1d53b-4b79-4502-b227-0596d9bf8c81">
      <UserInfo>
        <DisplayName/>
        <AccountId xsi:nil="true"/>
        <AccountType/>
      </UserInfo>
    </Kundansvarig>
    <Kontor xmlns="a9e1d53b-4b79-4502-b227-0596d9bf8c81" xsi:nil="true"/>
  </documentManagement>
</p:properties>
</file>

<file path=customXml/itemProps1.xml><?xml version="1.0" encoding="utf-8"?>
<ds:datastoreItem xmlns:ds="http://schemas.openxmlformats.org/officeDocument/2006/customXml" ds:itemID="{4E3FFAE4-43DF-4106-B0FB-AF4D355820EC}">
  <ds:schemaRefs>
    <ds:schemaRef ds:uri="http://schemas.microsoft.com/sharepoint/v3/contenttype/forms"/>
  </ds:schemaRefs>
</ds:datastoreItem>
</file>

<file path=customXml/itemProps2.xml><?xml version="1.0" encoding="utf-8"?>
<ds:datastoreItem xmlns:ds="http://schemas.openxmlformats.org/officeDocument/2006/customXml" ds:itemID="{56573677-DA79-4DFA-8B80-FC0E9DE98D8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9e1d53b-4b79-4502-b227-0596d9bf8c81"/>
    <ds:schemaRef ds:uri="ad626c2f-f6c4-4e57-96ee-4cceb01b8801"/>
    <ds:schemaRef ds:uri="52adf254-3910-4a77-be2d-8aab3b9902e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ACEB07A-A24C-4058-84AE-0A1A7D76D35D}">
  <ds:schemaRefs>
    <ds:schemaRef ds:uri="http://schemas.microsoft.com/office/2006/metadata/properties"/>
    <ds:schemaRef ds:uri="http://purl.org/dc/terms/"/>
    <ds:schemaRef ds:uri="http://purl.org/dc/dcmitype/"/>
    <ds:schemaRef ds:uri="http://purl.org/dc/elements/1.1/"/>
    <ds:schemaRef ds:uri="52adf254-3910-4a77-be2d-8aab3b9902e5"/>
    <ds:schemaRef ds:uri="http://schemas.microsoft.com/office/2006/documentManagement/types"/>
    <ds:schemaRef ds:uri="http://schemas.microsoft.com/office/infopath/2007/PartnerControls"/>
    <ds:schemaRef ds:uri="ad626c2f-f6c4-4e57-96ee-4cceb01b8801"/>
    <ds:schemaRef ds:uri="http://schemas.openxmlformats.org/package/2006/metadata/core-properties"/>
    <ds:schemaRef ds:uri="a9e1d53b-4b79-4502-b227-0596d9bf8c81"/>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Template_Widescreen_Volvo_Trucks</Template>
  <TotalTime>52217</TotalTime>
  <Words>1009</Words>
  <Application>Microsoft Office PowerPoint</Application>
  <PresentationFormat>如螢幕大小 (16:9)</PresentationFormat>
  <Paragraphs>124</Paragraphs>
  <Slides>9</Slides>
  <Notes>6</Notes>
  <HiddenSlides>0</HiddenSlides>
  <MMClips>0</MMClips>
  <ScaleCrop>false</ScaleCrop>
  <HeadingPairs>
    <vt:vector size="6" baseType="variant">
      <vt:variant>
        <vt:lpstr>使用字型</vt:lpstr>
      </vt:variant>
      <vt:variant>
        <vt:i4>9</vt:i4>
      </vt:variant>
      <vt:variant>
        <vt:lpstr>佈景主題</vt:lpstr>
      </vt:variant>
      <vt:variant>
        <vt:i4>4</vt:i4>
      </vt:variant>
      <vt:variant>
        <vt:lpstr>投影片標題</vt:lpstr>
      </vt:variant>
      <vt:variant>
        <vt:i4>9</vt:i4>
      </vt:variant>
    </vt:vector>
  </HeadingPairs>
  <TitlesOfParts>
    <vt:vector size="22" baseType="lpstr">
      <vt:lpstr>標楷體</vt:lpstr>
      <vt:lpstr>Microsoft JhengHei</vt:lpstr>
      <vt:lpstr>Microsoft JhengHei</vt:lpstr>
      <vt:lpstr>新細明體</vt:lpstr>
      <vt:lpstr>Volvo Broad Pro Digital</vt:lpstr>
      <vt:lpstr>VolvoBroad</vt:lpstr>
      <vt:lpstr>Arial</vt:lpstr>
      <vt:lpstr>Calibri</vt:lpstr>
      <vt:lpstr>Calibri Light</vt:lpstr>
      <vt:lpstr>Template_Volvo_Trucks</vt:lpstr>
      <vt:lpstr>自訂設計</vt:lpstr>
      <vt:lpstr>Office Theme</vt:lpstr>
      <vt:lpstr>Custom Design</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VolvoIT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Ayumi Chen-陳瑋婷</dc:creator>
  <cp:lastModifiedBy>Paul Li</cp:lastModifiedBy>
  <cp:revision>1210</cp:revision>
  <cp:lastPrinted>2023-10-13T04:48:27Z</cp:lastPrinted>
  <dcterms:created xsi:type="dcterms:W3CDTF">2019-10-15T16:18:07Z</dcterms:created>
  <dcterms:modified xsi:type="dcterms:W3CDTF">2025-05-12T09:43:14Z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0x010100F909BF05115C4B47B02AFBA5D61AB06E</vt:lpwstr>
  </property>
</Properties>
</file>